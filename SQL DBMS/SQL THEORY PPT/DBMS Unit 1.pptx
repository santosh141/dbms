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67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021580" cy="6492240"/>
          </a:xfrm>
          <a:custGeom>
            <a:avLst/>
            <a:gdLst/>
            <a:ahLst/>
            <a:cxnLst/>
            <a:rect l="l" t="t" r="r" b="b"/>
            <a:pathLst>
              <a:path w="5021580" h="6492240">
                <a:moveTo>
                  <a:pt x="5021580" y="0"/>
                </a:moveTo>
                <a:lnTo>
                  <a:pt x="0" y="0"/>
                </a:lnTo>
                <a:lnTo>
                  <a:pt x="0" y="6492240"/>
                </a:lnTo>
                <a:lnTo>
                  <a:pt x="5021580" y="6492240"/>
                </a:lnTo>
                <a:lnTo>
                  <a:pt x="502158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3100" y="2426335"/>
            <a:ext cx="3259454" cy="147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3468" y="473786"/>
            <a:ext cx="11345062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552" y="2013331"/>
            <a:ext cx="10708894" cy="394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909"/>
            <a:ext cx="4392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F2F2F"/>
                </a:solidFill>
                <a:latin typeface="Calibri"/>
                <a:cs typeface="Calibri"/>
              </a:defRPr>
            </a:lvl1pPr>
          </a:lstStyle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‹#›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4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5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15541" y="2038857"/>
            <a:ext cx="5034280" cy="127000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 marR="5080" indent="214629">
              <a:lnSpc>
                <a:spcPts val="4640"/>
              </a:lnSpc>
              <a:spcBef>
                <a:spcPts val="680"/>
              </a:spcBef>
            </a:pPr>
            <a:br>
              <a:rPr lang="en-IN" sz="4300" spc="-50" dirty="0"/>
            </a:br>
            <a:r>
              <a:rPr sz="4300" spc="-50" dirty="0"/>
              <a:t>Database</a:t>
            </a:r>
            <a:r>
              <a:rPr sz="4300" spc="-185" dirty="0"/>
              <a:t> </a:t>
            </a:r>
            <a:r>
              <a:rPr sz="4300" spc="-45" dirty="0"/>
              <a:t>Management</a:t>
            </a:r>
            <a:endParaRPr sz="4300" dirty="0"/>
          </a:p>
        </p:txBody>
      </p:sp>
      <p:sp>
        <p:nvSpPr>
          <p:cNvPr id="3" name="object 3"/>
          <p:cNvSpPr txBox="1"/>
          <p:nvPr/>
        </p:nvSpPr>
        <p:spPr>
          <a:xfrm>
            <a:off x="3048126" y="3218129"/>
            <a:ext cx="1768475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-55" dirty="0">
                <a:latin typeface="Calibri Light"/>
                <a:cs typeface="Calibri Light"/>
              </a:rPr>
              <a:t>Systems</a:t>
            </a:r>
            <a:endParaRPr sz="43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74619" y="3843146"/>
            <a:ext cx="1524635" cy="6680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4985"/>
              </a:lnSpc>
            </a:pPr>
            <a:r>
              <a:rPr sz="4300" spc="-45" dirty="0">
                <a:latin typeface="Calibri Light"/>
                <a:cs typeface="Calibri Light"/>
              </a:rPr>
              <a:t>UNIT-</a:t>
            </a:r>
            <a:r>
              <a:rPr sz="4300" spc="-50" dirty="0">
                <a:latin typeface="Calibri Light"/>
                <a:cs typeface="Calibri Light"/>
              </a:rPr>
              <a:t>1</a:t>
            </a:r>
            <a:endParaRPr sz="4300" dirty="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03112" y="4617161"/>
            <a:ext cx="4291996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By</a:t>
            </a:r>
            <a:r>
              <a:rPr lang="en-IN" sz="2000" b="1" dirty="0">
                <a:latin typeface="Calibri"/>
                <a:cs typeface="Calibri"/>
              </a:rPr>
              <a:t> </a:t>
            </a:r>
            <a:r>
              <a:rPr lang="en-IN" sz="2000" b="1" dirty="0" err="1">
                <a:latin typeface="Calibri"/>
                <a:cs typeface="Calibri"/>
              </a:rPr>
              <a:t>Santoshh</a:t>
            </a:r>
            <a:r>
              <a:rPr lang="en-IN" sz="2000" b="1" dirty="0">
                <a:latin typeface="Calibri"/>
                <a:cs typeface="Calibri"/>
              </a:rPr>
              <a:t> s </a:t>
            </a:r>
            <a:r>
              <a:rPr lang="en-IN" sz="2000" b="1" dirty="0" err="1">
                <a:latin typeface="Calibri"/>
                <a:cs typeface="Calibri"/>
              </a:rPr>
              <a:t>potti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22185" y="2625089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406146"/>
                </a:moveTo>
                <a:lnTo>
                  <a:pt x="2732" y="358785"/>
                </a:lnTo>
                <a:lnTo>
                  <a:pt x="10727" y="313028"/>
                </a:lnTo>
                <a:lnTo>
                  <a:pt x="23680" y="269180"/>
                </a:lnTo>
                <a:lnTo>
                  <a:pt x="41285" y="227544"/>
                </a:lnTo>
                <a:lnTo>
                  <a:pt x="63238" y="188427"/>
                </a:lnTo>
                <a:lnTo>
                  <a:pt x="89233" y="152133"/>
                </a:lnTo>
                <a:lnTo>
                  <a:pt x="118967" y="118967"/>
                </a:lnTo>
                <a:lnTo>
                  <a:pt x="152133" y="89233"/>
                </a:lnTo>
                <a:lnTo>
                  <a:pt x="188427" y="63238"/>
                </a:lnTo>
                <a:lnTo>
                  <a:pt x="227544" y="41285"/>
                </a:lnTo>
                <a:lnTo>
                  <a:pt x="269180" y="23680"/>
                </a:lnTo>
                <a:lnTo>
                  <a:pt x="313028" y="10727"/>
                </a:lnTo>
                <a:lnTo>
                  <a:pt x="358785" y="2732"/>
                </a:lnTo>
                <a:lnTo>
                  <a:pt x="406146" y="0"/>
                </a:lnTo>
                <a:lnTo>
                  <a:pt x="453506" y="2732"/>
                </a:lnTo>
                <a:lnTo>
                  <a:pt x="499263" y="10727"/>
                </a:lnTo>
                <a:lnTo>
                  <a:pt x="543111" y="23680"/>
                </a:lnTo>
                <a:lnTo>
                  <a:pt x="584747" y="41285"/>
                </a:lnTo>
                <a:lnTo>
                  <a:pt x="623864" y="63238"/>
                </a:lnTo>
                <a:lnTo>
                  <a:pt x="660158" y="89233"/>
                </a:lnTo>
                <a:lnTo>
                  <a:pt x="693324" y="118967"/>
                </a:lnTo>
                <a:lnTo>
                  <a:pt x="723058" y="152133"/>
                </a:lnTo>
                <a:lnTo>
                  <a:pt x="749053" y="188427"/>
                </a:lnTo>
                <a:lnTo>
                  <a:pt x="771006" y="227544"/>
                </a:lnTo>
                <a:lnTo>
                  <a:pt x="788611" y="269180"/>
                </a:lnTo>
                <a:lnTo>
                  <a:pt x="801564" y="313028"/>
                </a:lnTo>
                <a:lnTo>
                  <a:pt x="809559" y="358785"/>
                </a:lnTo>
                <a:lnTo>
                  <a:pt x="812292" y="406146"/>
                </a:lnTo>
                <a:lnTo>
                  <a:pt x="809559" y="453506"/>
                </a:lnTo>
                <a:lnTo>
                  <a:pt x="801564" y="499263"/>
                </a:lnTo>
                <a:lnTo>
                  <a:pt x="788611" y="543111"/>
                </a:lnTo>
                <a:lnTo>
                  <a:pt x="771006" y="584747"/>
                </a:lnTo>
                <a:lnTo>
                  <a:pt x="749053" y="623864"/>
                </a:lnTo>
                <a:lnTo>
                  <a:pt x="723058" y="660158"/>
                </a:lnTo>
                <a:lnTo>
                  <a:pt x="693324" y="693324"/>
                </a:lnTo>
                <a:lnTo>
                  <a:pt x="660158" y="723058"/>
                </a:lnTo>
                <a:lnTo>
                  <a:pt x="623864" y="749053"/>
                </a:lnTo>
                <a:lnTo>
                  <a:pt x="584747" y="771006"/>
                </a:lnTo>
                <a:lnTo>
                  <a:pt x="543111" y="788611"/>
                </a:lnTo>
                <a:lnTo>
                  <a:pt x="499263" y="801564"/>
                </a:lnTo>
                <a:lnTo>
                  <a:pt x="453506" y="809559"/>
                </a:lnTo>
                <a:lnTo>
                  <a:pt x="406146" y="812292"/>
                </a:lnTo>
                <a:lnTo>
                  <a:pt x="358785" y="809559"/>
                </a:lnTo>
                <a:lnTo>
                  <a:pt x="313028" y="801564"/>
                </a:lnTo>
                <a:lnTo>
                  <a:pt x="269180" y="788611"/>
                </a:lnTo>
                <a:lnTo>
                  <a:pt x="227544" y="771006"/>
                </a:lnTo>
                <a:lnTo>
                  <a:pt x="188427" y="749053"/>
                </a:lnTo>
                <a:lnTo>
                  <a:pt x="152133" y="723058"/>
                </a:lnTo>
                <a:lnTo>
                  <a:pt x="118967" y="693324"/>
                </a:lnTo>
                <a:lnTo>
                  <a:pt x="89233" y="660158"/>
                </a:lnTo>
                <a:lnTo>
                  <a:pt x="63238" y="623864"/>
                </a:lnTo>
                <a:lnTo>
                  <a:pt x="41285" y="584747"/>
                </a:lnTo>
                <a:lnTo>
                  <a:pt x="23680" y="543111"/>
                </a:lnTo>
                <a:lnTo>
                  <a:pt x="10727" y="499263"/>
                </a:lnTo>
                <a:lnTo>
                  <a:pt x="2732" y="453506"/>
                </a:lnTo>
                <a:lnTo>
                  <a:pt x="0" y="406146"/>
                </a:lnTo>
                <a:close/>
              </a:path>
            </a:pathLst>
          </a:custGeom>
          <a:ln w="1270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6821423" y="0"/>
            <a:ext cx="3285490" cy="3590925"/>
            <a:chOff x="6821423" y="0"/>
            <a:chExt cx="3285490" cy="3590925"/>
          </a:xfrm>
        </p:grpSpPr>
        <p:sp>
          <p:nvSpPr>
            <p:cNvPr id="9" name="object 9"/>
            <p:cNvSpPr/>
            <p:nvPr/>
          </p:nvSpPr>
          <p:spPr>
            <a:xfrm>
              <a:off x="8912351" y="1202436"/>
              <a:ext cx="1194435" cy="2388235"/>
            </a:xfrm>
            <a:custGeom>
              <a:avLst/>
              <a:gdLst/>
              <a:ahLst/>
              <a:cxnLst/>
              <a:rect l="l" t="t" r="r" b="b"/>
              <a:pathLst>
                <a:path w="1194434" h="2388235">
                  <a:moveTo>
                    <a:pt x="1194053" y="0"/>
                  </a:moveTo>
                  <a:lnTo>
                    <a:pt x="1146026" y="948"/>
                  </a:lnTo>
                  <a:lnTo>
                    <a:pt x="1098479" y="3768"/>
                  </a:lnTo>
                  <a:lnTo>
                    <a:pt x="1051450" y="8425"/>
                  </a:lnTo>
                  <a:lnTo>
                    <a:pt x="1004975" y="14883"/>
                  </a:lnTo>
                  <a:lnTo>
                    <a:pt x="959087" y="23106"/>
                  </a:lnTo>
                  <a:lnTo>
                    <a:pt x="913825" y="33059"/>
                  </a:lnTo>
                  <a:lnTo>
                    <a:pt x="869222" y="44706"/>
                  </a:lnTo>
                  <a:lnTo>
                    <a:pt x="825314" y="58011"/>
                  </a:lnTo>
                  <a:lnTo>
                    <a:pt x="782139" y="72939"/>
                  </a:lnTo>
                  <a:lnTo>
                    <a:pt x="739730" y="89454"/>
                  </a:lnTo>
                  <a:lnTo>
                    <a:pt x="698123" y="107521"/>
                  </a:lnTo>
                  <a:lnTo>
                    <a:pt x="657355" y="127103"/>
                  </a:lnTo>
                  <a:lnTo>
                    <a:pt x="617461" y="148165"/>
                  </a:lnTo>
                  <a:lnTo>
                    <a:pt x="578476" y="170672"/>
                  </a:lnTo>
                  <a:lnTo>
                    <a:pt x="540437" y="194587"/>
                  </a:lnTo>
                  <a:lnTo>
                    <a:pt x="503378" y="219875"/>
                  </a:lnTo>
                  <a:lnTo>
                    <a:pt x="467337" y="246501"/>
                  </a:lnTo>
                  <a:lnTo>
                    <a:pt x="432347" y="274429"/>
                  </a:lnTo>
                  <a:lnTo>
                    <a:pt x="398445" y="303623"/>
                  </a:lnTo>
                  <a:lnTo>
                    <a:pt x="365667" y="334047"/>
                  </a:lnTo>
                  <a:lnTo>
                    <a:pt x="334047" y="365667"/>
                  </a:lnTo>
                  <a:lnTo>
                    <a:pt x="303623" y="398445"/>
                  </a:lnTo>
                  <a:lnTo>
                    <a:pt x="274429" y="432347"/>
                  </a:lnTo>
                  <a:lnTo>
                    <a:pt x="246501" y="467337"/>
                  </a:lnTo>
                  <a:lnTo>
                    <a:pt x="219875" y="503378"/>
                  </a:lnTo>
                  <a:lnTo>
                    <a:pt x="194587" y="540437"/>
                  </a:lnTo>
                  <a:lnTo>
                    <a:pt x="170672" y="578476"/>
                  </a:lnTo>
                  <a:lnTo>
                    <a:pt x="148165" y="617461"/>
                  </a:lnTo>
                  <a:lnTo>
                    <a:pt x="127103" y="657355"/>
                  </a:lnTo>
                  <a:lnTo>
                    <a:pt x="107521" y="698123"/>
                  </a:lnTo>
                  <a:lnTo>
                    <a:pt x="89454" y="739730"/>
                  </a:lnTo>
                  <a:lnTo>
                    <a:pt x="72939" y="782139"/>
                  </a:lnTo>
                  <a:lnTo>
                    <a:pt x="58011" y="825314"/>
                  </a:lnTo>
                  <a:lnTo>
                    <a:pt x="44706" y="869222"/>
                  </a:lnTo>
                  <a:lnTo>
                    <a:pt x="33059" y="913825"/>
                  </a:lnTo>
                  <a:lnTo>
                    <a:pt x="23106" y="959087"/>
                  </a:lnTo>
                  <a:lnTo>
                    <a:pt x="14883" y="1004975"/>
                  </a:lnTo>
                  <a:lnTo>
                    <a:pt x="8425" y="1051450"/>
                  </a:lnTo>
                  <a:lnTo>
                    <a:pt x="3768" y="1098479"/>
                  </a:lnTo>
                  <a:lnTo>
                    <a:pt x="948" y="1146026"/>
                  </a:lnTo>
                  <a:lnTo>
                    <a:pt x="0" y="1194053"/>
                  </a:lnTo>
                  <a:lnTo>
                    <a:pt x="948" y="1242081"/>
                  </a:lnTo>
                  <a:lnTo>
                    <a:pt x="3768" y="1289628"/>
                  </a:lnTo>
                  <a:lnTo>
                    <a:pt x="8425" y="1336657"/>
                  </a:lnTo>
                  <a:lnTo>
                    <a:pt x="14883" y="1383132"/>
                  </a:lnTo>
                  <a:lnTo>
                    <a:pt x="23106" y="1429020"/>
                  </a:lnTo>
                  <a:lnTo>
                    <a:pt x="33059" y="1474282"/>
                  </a:lnTo>
                  <a:lnTo>
                    <a:pt x="44706" y="1518885"/>
                  </a:lnTo>
                  <a:lnTo>
                    <a:pt x="58011" y="1562793"/>
                  </a:lnTo>
                  <a:lnTo>
                    <a:pt x="72939" y="1605968"/>
                  </a:lnTo>
                  <a:lnTo>
                    <a:pt x="89454" y="1648377"/>
                  </a:lnTo>
                  <a:lnTo>
                    <a:pt x="107521" y="1689984"/>
                  </a:lnTo>
                  <a:lnTo>
                    <a:pt x="127103" y="1730752"/>
                  </a:lnTo>
                  <a:lnTo>
                    <a:pt x="148165" y="1770646"/>
                  </a:lnTo>
                  <a:lnTo>
                    <a:pt x="170672" y="1809631"/>
                  </a:lnTo>
                  <a:lnTo>
                    <a:pt x="194587" y="1847670"/>
                  </a:lnTo>
                  <a:lnTo>
                    <a:pt x="219875" y="1884729"/>
                  </a:lnTo>
                  <a:lnTo>
                    <a:pt x="246501" y="1920770"/>
                  </a:lnTo>
                  <a:lnTo>
                    <a:pt x="274429" y="1955760"/>
                  </a:lnTo>
                  <a:lnTo>
                    <a:pt x="303623" y="1989662"/>
                  </a:lnTo>
                  <a:lnTo>
                    <a:pt x="334047" y="2022440"/>
                  </a:lnTo>
                  <a:lnTo>
                    <a:pt x="365667" y="2054060"/>
                  </a:lnTo>
                  <a:lnTo>
                    <a:pt x="398445" y="2084484"/>
                  </a:lnTo>
                  <a:lnTo>
                    <a:pt x="432347" y="2113678"/>
                  </a:lnTo>
                  <a:lnTo>
                    <a:pt x="467337" y="2141606"/>
                  </a:lnTo>
                  <a:lnTo>
                    <a:pt x="503378" y="2168232"/>
                  </a:lnTo>
                  <a:lnTo>
                    <a:pt x="540437" y="2193520"/>
                  </a:lnTo>
                  <a:lnTo>
                    <a:pt x="578476" y="2217435"/>
                  </a:lnTo>
                  <a:lnTo>
                    <a:pt x="617461" y="2239942"/>
                  </a:lnTo>
                  <a:lnTo>
                    <a:pt x="657355" y="2261004"/>
                  </a:lnTo>
                  <a:lnTo>
                    <a:pt x="698123" y="2280586"/>
                  </a:lnTo>
                  <a:lnTo>
                    <a:pt x="739730" y="2298653"/>
                  </a:lnTo>
                  <a:lnTo>
                    <a:pt x="782139" y="2315168"/>
                  </a:lnTo>
                  <a:lnTo>
                    <a:pt x="825314" y="2330096"/>
                  </a:lnTo>
                  <a:lnTo>
                    <a:pt x="869222" y="2343401"/>
                  </a:lnTo>
                  <a:lnTo>
                    <a:pt x="913825" y="2355048"/>
                  </a:lnTo>
                  <a:lnTo>
                    <a:pt x="959087" y="2365001"/>
                  </a:lnTo>
                  <a:lnTo>
                    <a:pt x="1004975" y="2373224"/>
                  </a:lnTo>
                  <a:lnTo>
                    <a:pt x="1051450" y="2379682"/>
                  </a:lnTo>
                  <a:lnTo>
                    <a:pt x="1098479" y="2384339"/>
                  </a:lnTo>
                  <a:lnTo>
                    <a:pt x="1146026" y="2387159"/>
                  </a:lnTo>
                  <a:lnTo>
                    <a:pt x="1194053" y="2388108"/>
                  </a:lnTo>
                  <a:lnTo>
                    <a:pt x="1194053" y="1791080"/>
                  </a:lnTo>
                  <a:lnTo>
                    <a:pt x="1145093" y="1789101"/>
                  </a:lnTo>
                  <a:lnTo>
                    <a:pt x="1097222" y="1783265"/>
                  </a:lnTo>
                  <a:lnTo>
                    <a:pt x="1050593" y="1773727"/>
                  </a:lnTo>
                  <a:lnTo>
                    <a:pt x="1005361" y="1760640"/>
                  </a:lnTo>
                  <a:lnTo>
                    <a:pt x="961679" y="1744158"/>
                  </a:lnTo>
                  <a:lnTo>
                    <a:pt x="919701" y="1724434"/>
                  </a:lnTo>
                  <a:lnTo>
                    <a:pt x="879582" y="1701623"/>
                  </a:lnTo>
                  <a:lnTo>
                    <a:pt x="841473" y="1675878"/>
                  </a:lnTo>
                  <a:lnTo>
                    <a:pt x="805530" y="1647353"/>
                  </a:lnTo>
                  <a:lnTo>
                    <a:pt x="771905" y="1616202"/>
                  </a:lnTo>
                  <a:lnTo>
                    <a:pt x="740754" y="1582577"/>
                  </a:lnTo>
                  <a:lnTo>
                    <a:pt x="712229" y="1546634"/>
                  </a:lnTo>
                  <a:lnTo>
                    <a:pt x="686484" y="1508525"/>
                  </a:lnTo>
                  <a:lnTo>
                    <a:pt x="663673" y="1468406"/>
                  </a:lnTo>
                  <a:lnTo>
                    <a:pt x="643949" y="1426428"/>
                  </a:lnTo>
                  <a:lnTo>
                    <a:pt x="627467" y="1382746"/>
                  </a:lnTo>
                  <a:lnTo>
                    <a:pt x="614380" y="1337514"/>
                  </a:lnTo>
                  <a:lnTo>
                    <a:pt x="604842" y="1290885"/>
                  </a:lnTo>
                  <a:lnTo>
                    <a:pt x="599006" y="1243014"/>
                  </a:lnTo>
                  <a:lnTo>
                    <a:pt x="597026" y="1194053"/>
                  </a:lnTo>
                  <a:lnTo>
                    <a:pt x="599006" y="1145093"/>
                  </a:lnTo>
                  <a:lnTo>
                    <a:pt x="604842" y="1097222"/>
                  </a:lnTo>
                  <a:lnTo>
                    <a:pt x="614380" y="1050593"/>
                  </a:lnTo>
                  <a:lnTo>
                    <a:pt x="627467" y="1005361"/>
                  </a:lnTo>
                  <a:lnTo>
                    <a:pt x="643949" y="961679"/>
                  </a:lnTo>
                  <a:lnTo>
                    <a:pt x="663673" y="919701"/>
                  </a:lnTo>
                  <a:lnTo>
                    <a:pt x="686484" y="879582"/>
                  </a:lnTo>
                  <a:lnTo>
                    <a:pt x="712229" y="841473"/>
                  </a:lnTo>
                  <a:lnTo>
                    <a:pt x="740754" y="805530"/>
                  </a:lnTo>
                  <a:lnTo>
                    <a:pt x="771906" y="771906"/>
                  </a:lnTo>
                  <a:lnTo>
                    <a:pt x="805530" y="740754"/>
                  </a:lnTo>
                  <a:lnTo>
                    <a:pt x="841473" y="712229"/>
                  </a:lnTo>
                  <a:lnTo>
                    <a:pt x="879582" y="686484"/>
                  </a:lnTo>
                  <a:lnTo>
                    <a:pt x="919701" y="663673"/>
                  </a:lnTo>
                  <a:lnTo>
                    <a:pt x="961679" y="643949"/>
                  </a:lnTo>
                  <a:lnTo>
                    <a:pt x="1005361" y="627467"/>
                  </a:lnTo>
                  <a:lnTo>
                    <a:pt x="1050593" y="614380"/>
                  </a:lnTo>
                  <a:lnTo>
                    <a:pt x="1097222" y="604842"/>
                  </a:lnTo>
                  <a:lnTo>
                    <a:pt x="1145093" y="599006"/>
                  </a:lnTo>
                  <a:lnTo>
                    <a:pt x="1194053" y="597026"/>
                  </a:lnTo>
                  <a:lnTo>
                    <a:pt x="119405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21423" y="0"/>
              <a:ext cx="2314575" cy="1551940"/>
            </a:xfrm>
            <a:custGeom>
              <a:avLst/>
              <a:gdLst/>
              <a:ahLst/>
              <a:cxnLst/>
              <a:rect l="l" t="t" r="r" b="b"/>
              <a:pathLst>
                <a:path w="2314575" h="1551940">
                  <a:moveTo>
                    <a:pt x="1999233" y="0"/>
                  </a:moveTo>
                  <a:lnTo>
                    <a:pt x="1722247" y="0"/>
                  </a:lnTo>
                  <a:lnTo>
                    <a:pt x="2107056" y="222757"/>
                  </a:lnTo>
                  <a:lnTo>
                    <a:pt x="138683" y="1361821"/>
                  </a:lnTo>
                  <a:lnTo>
                    <a:pt x="138683" y="0"/>
                  </a:lnTo>
                  <a:lnTo>
                    <a:pt x="0" y="0"/>
                  </a:lnTo>
                  <a:lnTo>
                    <a:pt x="0" y="1482089"/>
                  </a:lnTo>
                  <a:lnTo>
                    <a:pt x="5441" y="1509051"/>
                  </a:lnTo>
                  <a:lnTo>
                    <a:pt x="20288" y="1531096"/>
                  </a:lnTo>
                  <a:lnTo>
                    <a:pt x="42326" y="1545972"/>
                  </a:lnTo>
                  <a:lnTo>
                    <a:pt x="69342" y="1551432"/>
                  </a:lnTo>
                  <a:lnTo>
                    <a:pt x="78420" y="1550840"/>
                  </a:lnTo>
                  <a:lnTo>
                    <a:pt x="2280284" y="282828"/>
                  </a:lnTo>
                  <a:lnTo>
                    <a:pt x="2314467" y="231320"/>
                  </a:lnTo>
                  <a:lnTo>
                    <a:pt x="2312606" y="204771"/>
                  </a:lnTo>
                  <a:lnTo>
                    <a:pt x="2300934" y="180865"/>
                  </a:lnTo>
                  <a:lnTo>
                    <a:pt x="2280284" y="162686"/>
                  </a:lnTo>
                  <a:lnTo>
                    <a:pt x="199923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11724893" y="1332738"/>
            <a:ext cx="0" cy="1597660"/>
          </a:xfrm>
          <a:custGeom>
            <a:avLst/>
            <a:gdLst/>
            <a:ahLst/>
            <a:cxnLst/>
            <a:rect l="l" t="t" r="r" b="b"/>
            <a:pathLst>
              <a:path h="1597660">
                <a:moveTo>
                  <a:pt x="0" y="0"/>
                </a:moveTo>
                <a:lnTo>
                  <a:pt x="0" y="159766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004804" y="4111752"/>
            <a:ext cx="1187450" cy="1772920"/>
          </a:xfrm>
          <a:custGeom>
            <a:avLst/>
            <a:gdLst/>
            <a:ahLst/>
            <a:cxnLst/>
            <a:rect l="l" t="t" r="r" b="b"/>
            <a:pathLst>
              <a:path w="1187450" h="1772920">
                <a:moveTo>
                  <a:pt x="1187196" y="0"/>
                </a:moveTo>
                <a:lnTo>
                  <a:pt x="61975" y="0"/>
                </a:lnTo>
                <a:lnTo>
                  <a:pt x="37826" y="4861"/>
                </a:lnTo>
                <a:lnTo>
                  <a:pt x="18129" y="18129"/>
                </a:lnTo>
                <a:lnTo>
                  <a:pt x="4861" y="37826"/>
                </a:lnTo>
                <a:lnTo>
                  <a:pt x="0" y="61975"/>
                </a:lnTo>
                <a:lnTo>
                  <a:pt x="0" y="1710474"/>
                </a:lnTo>
                <a:lnTo>
                  <a:pt x="4861" y="1734585"/>
                </a:lnTo>
                <a:lnTo>
                  <a:pt x="18129" y="1754273"/>
                </a:lnTo>
                <a:lnTo>
                  <a:pt x="37826" y="1767545"/>
                </a:lnTo>
                <a:lnTo>
                  <a:pt x="61975" y="1772412"/>
                </a:lnTo>
                <a:lnTo>
                  <a:pt x="1187196" y="1772412"/>
                </a:lnTo>
                <a:lnTo>
                  <a:pt x="1187196" y="1648536"/>
                </a:lnTo>
                <a:lnTo>
                  <a:pt x="123951" y="1648536"/>
                </a:lnTo>
                <a:lnTo>
                  <a:pt x="123951" y="123825"/>
                </a:lnTo>
                <a:lnTo>
                  <a:pt x="1187196" y="123825"/>
                </a:lnTo>
                <a:lnTo>
                  <a:pt x="118719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6821423" y="4081360"/>
            <a:ext cx="3380740" cy="2776855"/>
            <a:chOff x="6821423" y="4081360"/>
            <a:chExt cx="3380740" cy="2776855"/>
          </a:xfrm>
        </p:grpSpPr>
        <p:sp>
          <p:nvSpPr>
            <p:cNvPr id="14" name="object 14"/>
            <p:cNvSpPr/>
            <p:nvPr/>
          </p:nvSpPr>
          <p:spPr>
            <a:xfrm>
              <a:off x="7769986" y="4144860"/>
              <a:ext cx="2369185" cy="1683385"/>
            </a:xfrm>
            <a:custGeom>
              <a:avLst/>
              <a:gdLst/>
              <a:ahLst/>
              <a:cxnLst/>
              <a:rect l="l" t="t" r="r" b="b"/>
              <a:pathLst>
                <a:path w="2369184" h="1683385">
                  <a:moveTo>
                    <a:pt x="0" y="32042"/>
                  </a:moveTo>
                  <a:lnTo>
                    <a:pt x="47543" y="24123"/>
                  </a:lnTo>
                  <a:lnTo>
                    <a:pt x="95011" y="17343"/>
                  </a:lnTo>
                  <a:lnTo>
                    <a:pt x="142390" y="11690"/>
                  </a:lnTo>
                  <a:lnTo>
                    <a:pt x="189665" y="7155"/>
                  </a:lnTo>
                  <a:lnTo>
                    <a:pt x="236823" y="3729"/>
                  </a:lnTo>
                  <a:lnTo>
                    <a:pt x="283849" y="1401"/>
                  </a:lnTo>
                  <a:lnTo>
                    <a:pt x="330729" y="161"/>
                  </a:lnTo>
                  <a:lnTo>
                    <a:pt x="377449" y="0"/>
                  </a:lnTo>
                  <a:lnTo>
                    <a:pt x="423994" y="907"/>
                  </a:lnTo>
                  <a:lnTo>
                    <a:pt x="470350" y="2872"/>
                  </a:lnTo>
                  <a:lnTo>
                    <a:pt x="516503" y="5887"/>
                  </a:lnTo>
                  <a:lnTo>
                    <a:pt x="562440" y="9940"/>
                  </a:lnTo>
                  <a:lnTo>
                    <a:pt x="608144" y="15023"/>
                  </a:lnTo>
                  <a:lnTo>
                    <a:pt x="653603" y="21124"/>
                  </a:lnTo>
                  <a:lnTo>
                    <a:pt x="698803" y="28234"/>
                  </a:lnTo>
                  <a:lnTo>
                    <a:pt x="743728" y="36343"/>
                  </a:lnTo>
                  <a:lnTo>
                    <a:pt x="788365" y="45442"/>
                  </a:lnTo>
                  <a:lnTo>
                    <a:pt x="832700" y="55520"/>
                  </a:lnTo>
                  <a:lnTo>
                    <a:pt x="876717" y="66568"/>
                  </a:lnTo>
                  <a:lnTo>
                    <a:pt x="920404" y="78575"/>
                  </a:lnTo>
                  <a:lnTo>
                    <a:pt x="963746" y="91531"/>
                  </a:lnTo>
                  <a:lnTo>
                    <a:pt x="1006729" y="105427"/>
                  </a:lnTo>
                  <a:lnTo>
                    <a:pt x="1049338" y="120254"/>
                  </a:lnTo>
                  <a:lnTo>
                    <a:pt x="1091559" y="135999"/>
                  </a:lnTo>
                  <a:lnTo>
                    <a:pt x="1133378" y="152655"/>
                  </a:lnTo>
                  <a:lnTo>
                    <a:pt x="1174781" y="170211"/>
                  </a:lnTo>
                  <a:lnTo>
                    <a:pt x="1215754" y="188657"/>
                  </a:lnTo>
                  <a:lnTo>
                    <a:pt x="1256281" y="207984"/>
                  </a:lnTo>
                  <a:lnTo>
                    <a:pt x="1296351" y="228180"/>
                  </a:lnTo>
                  <a:lnTo>
                    <a:pt x="1335947" y="249237"/>
                  </a:lnTo>
                  <a:lnTo>
                    <a:pt x="1375055" y="271145"/>
                  </a:lnTo>
                  <a:lnTo>
                    <a:pt x="1413663" y="293893"/>
                  </a:lnTo>
                  <a:lnTo>
                    <a:pt x="1451754" y="317472"/>
                  </a:lnTo>
                  <a:lnTo>
                    <a:pt x="1489316" y="341872"/>
                  </a:lnTo>
                  <a:lnTo>
                    <a:pt x="1526333" y="367082"/>
                  </a:lnTo>
                  <a:lnTo>
                    <a:pt x="1562792" y="393093"/>
                  </a:lnTo>
                  <a:lnTo>
                    <a:pt x="1598679" y="419896"/>
                  </a:lnTo>
                  <a:lnTo>
                    <a:pt x="1633978" y="447480"/>
                  </a:lnTo>
                  <a:lnTo>
                    <a:pt x="1668677" y="475834"/>
                  </a:lnTo>
                  <a:lnTo>
                    <a:pt x="1702761" y="504950"/>
                  </a:lnTo>
                  <a:lnTo>
                    <a:pt x="1736215" y="534818"/>
                  </a:lnTo>
                  <a:lnTo>
                    <a:pt x="1769025" y="565427"/>
                  </a:lnTo>
                  <a:lnTo>
                    <a:pt x="1801178" y="596767"/>
                  </a:lnTo>
                  <a:lnTo>
                    <a:pt x="1832658" y="628830"/>
                  </a:lnTo>
                  <a:lnTo>
                    <a:pt x="1863452" y="661604"/>
                  </a:lnTo>
                  <a:lnTo>
                    <a:pt x="1893546" y="695079"/>
                  </a:lnTo>
                  <a:lnTo>
                    <a:pt x="1922925" y="729247"/>
                  </a:lnTo>
                  <a:lnTo>
                    <a:pt x="1951575" y="764097"/>
                  </a:lnTo>
                  <a:lnTo>
                    <a:pt x="1979482" y="799619"/>
                  </a:lnTo>
                  <a:lnTo>
                    <a:pt x="2006631" y="835803"/>
                  </a:lnTo>
                  <a:lnTo>
                    <a:pt x="2033009" y="872639"/>
                  </a:lnTo>
                  <a:lnTo>
                    <a:pt x="2058601" y="910118"/>
                  </a:lnTo>
                  <a:lnTo>
                    <a:pt x="2083393" y="948229"/>
                  </a:lnTo>
                  <a:lnTo>
                    <a:pt x="2107370" y="986963"/>
                  </a:lnTo>
                  <a:lnTo>
                    <a:pt x="2130520" y="1026309"/>
                  </a:lnTo>
                  <a:lnTo>
                    <a:pt x="2152826" y="1066258"/>
                  </a:lnTo>
                  <a:lnTo>
                    <a:pt x="2174276" y="1106800"/>
                  </a:lnTo>
                  <a:lnTo>
                    <a:pt x="2194855" y="1147925"/>
                  </a:lnTo>
                  <a:lnTo>
                    <a:pt x="2214548" y="1189623"/>
                  </a:lnTo>
                  <a:lnTo>
                    <a:pt x="2233342" y="1231884"/>
                  </a:lnTo>
                  <a:lnTo>
                    <a:pt x="2251221" y="1274698"/>
                  </a:lnTo>
                  <a:lnTo>
                    <a:pt x="2268173" y="1318055"/>
                  </a:lnTo>
                  <a:lnTo>
                    <a:pt x="2284183" y="1361946"/>
                  </a:lnTo>
                  <a:lnTo>
                    <a:pt x="2299237" y="1406360"/>
                  </a:lnTo>
                  <a:lnTo>
                    <a:pt x="2313319" y="1451288"/>
                  </a:lnTo>
                  <a:lnTo>
                    <a:pt x="2326417" y="1496720"/>
                  </a:lnTo>
                  <a:lnTo>
                    <a:pt x="2338516" y="1542645"/>
                  </a:lnTo>
                  <a:lnTo>
                    <a:pt x="2349602" y="1589054"/>
                  </a:lnTo>
                  <a:lnTo>
                    <a:pt x="2359660" y="1635936"/>
                  </a:lnTo>
                  <a:lnTo>
                    <a:pt x="2368677" y="1683283"/>
                  </a:lnTo>
                </a:path>
              </a:pathLst>
            </a:custGeom>
            <a:ln w="127000">
              <a:solidFill>
                <a:srgbClr val="FFC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821423" y="4962143"/>
              <a:ext cx="2642870" cy="1896110"/>
            </a:xfrm>
            <a:custGeom>
              <a:avLst/>
              <a:gdLst/>
              <a:ahLst/>
              <a:cxnLst/>
              <a:rect l="l" t="t" r="r" b="b"/>
              <a:pathLst>
                <a:path w="2642870" h="1896109">
                  <a:moveTo>
                    <a:pt x="1321307" y="0"/>
                  </a:moveTo>
                  <a:lnTo>
                    <a:pt x="1272868" y="871"/>
                  </a:lnTo>
                  <a:lnTo>
                    <a:pt x="1224867" y="3467"/>
                  </a:lnTo>
                  <a:lnTo>
                    <a:pt x="1177336" y="7758"/>
                  </a:lnTo>
                  <a:lnTo>
                    <a:pt x="1130303" y="13712"/>
                  </a:lnTo>
                  <a:lnTo>
                    <a:pt x="1083800" y="21301"/>
                  </a:lnTo>
                  <a:lnTo>
                    <a:pt x="1037855" y="30494"/>
                  </a:lnTo>
                  <a:lnTo>
                    <a:pt x="992498" y="41262"/>
                  </a:lnTo>
                  <a:lnTo>
                    <a:pt x="947760" y="53575"/>
                  </a:lnTo>
                  <a:lnTo>
                    <a:pt x="903671" y="67403"/>
                  </a:lnTo>
                  <a:lnTo>
                    <a:pt x="860259" y="82715"/>
                  </a:lnTo>
                  <a:lnTo>
                    <a:pt x="817555" y="99483"/>
                  </a:lnTo>
                  <a:lnTo>
                    <a:pt x="775589" y="117676"/>
                  </a:lnTo>
                  <a:lnTo>
                    <a:pt x="734391" y="137265"/>
                  </a:lnTo>
                  <a:lnTo>
                    <a:pt x="693990" y="158218"/>
                  </a:lnTo>
                  <a:lnTo>
                    <a:pt x="654416" y="180508"/>
                  </a:lnTo>
                  <a:lnTo>
                    <a:pt x="615700" y="204103"/>
                  </a:lnTo>
                  <a:lnTo>
                    <a:pt x="577871" y="228974"/>
                  </a:lnTo>
                  <a:lnTo>
                    <a:pt x="540959" y="255091"/>
                  </a:lnTo>
                  <a:lnTo>
                    <a:pt x="504993" y="282424"/>
                  </a:lnTo>
                  <a:lnTo>
                    <a:pt x="470004" y="310943"/>
                  </a:lnTo>
                  <a:lnTo>
                    <a:pt x="436022" y="340619"/>
                  </a:lnTo>
                  <a:lnTo>
                    <a:pt x="403075" y="371421"/>
                  </a:lnTo>
                  <a:lnTo>
                    <a:pt x="371195" y="403320"/>
                  </a:lnTo>
                  <a:lnTo>
                    <a:pt x="340411" y="436285"/>
                  </a:lnTo>
                  <a:lnTo>
                    <a:pt x="310753" y="470287"/>
                  </a:lnTo>
                  <a:lnTo>
                    <a:pt x="282251" y="505296"/>
                  </a:lnTo>
                  <a:lnTo>
                    <a:pt x="254934" y="541282"/>
                  </a:lnTo>
                  <a:lnTo>
                    <a:pt x="228833" y="578215"/>
                  </a:lnTo>
                  <a:lnTo>
                    <a:pt x="203977" y="616066"/>
                  </a:lnTo>
                  <a:lnTo>
                    <a:pt x="180396" y="654804"/>
                  </a:lnTo>
                  <a:lnTo>
                    <a:pt x="158120" y="694399"/>
                  </a:lnTo>
                  <a:lnTo>
                    <a:pt x="137179" y="734823"/>
                  </a:lnTo>
                  <a:lnTo>
                    <a:pt x="117603" y="776043"/>
                  </a:lnTo>
                  <a:lnTo>
                    <a:pt x="99421" y="818032"/>
                  </a:lnTo>
                  <a:lnTo>
                    <a:pt x="82663" y="860759"/>
                  </a:lnTo>
                  <a:lnTo>
                    <a:pt x="67360" y="904194"/>
                  </a:lnTo>
                  <a:lnTo>
                    <a:pt x="53541" y="948307"/>
                  </a:lnTo>
                  <a:lnTo>
                    <a:pt x="41236" y="993069"/>
                  </a:lnTo>
                  <a:lnTo>
                    <a:pt x="30475" y="1038449"/>
                  </a:lnTo>
                  <a:lnTo>
                    <a:pt x="21287" y="1084417"/>
                  </a:lnTo>
                  <a:lnTo>
                    <a:pt x="13703" y="1130945"/>
                  </a:lnTo>
                  <a:lnTo>
                    <a:pt x="7753" y="1178001"/>
                  </a:lnTo>
                  <a:lnTo>
                    <a:pt x="3465" y="1225556"/>
                  </a:lnTo>
                  <a:lnTo>
                    <a:pt x="871" y="1273581"/>
                  </a:lnTo>
                  <a:lnTo>
                    <a:pt x="0" y="1322044"/>
                  </a:lnTo>
                  <a:lnTo>
                    <a:pt x="1101" y="1376539"/>
                  </a:lnTo>
                  <a:lnTo>
                    <a:pt x="4378" y="1430472"/>
                  </a:lnTo>
                  <a:lnTo>
                    <a:pt x="9789" y="1483801"/>
                  </a:lnTo>
                  <a:lnTo>
                    <a:pt x="17292" y="1536485"/>
                  </a:lnTo>
                  <a:lnTo>
                    <a:pt x="26844" y="1588479"/>
                  </a:lnTo>
                  <a:lnTo>
                    <a:pt x="38404" y="1639743"/>
                  </a:lnTo>
                  <a:lnTo>
                    <a:pt x="51930" y="1690233"/>
                  </a:lnTo>
                  <a:lnTo>
                    <a:pt x="67381" y="1739908"/>
                  </a:lnTo>
                  <a:lnTo>
                    <a:pt x="84713" y="1788724"/>
                  </a:lnTo>
                  <a:lnTo>
                    <a:pt x="103885" y="1836639"/>
                  </a:lnTo>
                  <a:lnTo>
                    <a:pt x="132333" y="1895855"/>
                  </a:lnTo>
                  <a:lnTo>
                    <a:pt x="2510281" y="1895855"/>
                  </a:lnTo>
                  <a:lnTo>
                    <a:pt x="2538729" y="1836639"/>
                  </a:lnTo>
                  <a:lnTo>
                    <a:pt x="2557902" y="1788724"/>
                  </a:lnTo>
                  <a:lnTo>
                    <a:pt x="2575234" y="1739908"/>
                  </a:lnTo>
                  <a:lnTo>
                    <a:pt x="2590685" y="1690233"/>
                  </a:lnTo>
                  <a:lnTo>
                    <a:pt x="2604211" y="1639743"/>
                  </a:lnTo>
                  <a:lnTo>
                    <a:pt x="2615771" y="1588479"/>
                  </a:lnTo>
                  <a:lnTo>
                    <a:pt x="2625323" y="1536485"/>
                  </a:lnTo>
                  <a:lnTo>
                    <a:pt x="2632826" y="1483801"/>
                  </a:lnTo>
                  <a:lnTo>
                    <a:pt x="2638237" y="1430472"/>
                  </a:lnTo>
                  <a:lnTo>
                    <a:pt x="2641514" y="1376539"/>
                  </a:lnTo>
                  <a:lnTo>
                    <a:pt x="2642616" y="1322044"/>
                  </a:lnTo>
                  <a:lnTo>
                    <a:pt x="2641744" y="1273581"/>
                  </a:lnTo>
                  <a:lnTo>
                    <a:pt x="2639150" y="1225556"/>
                  </a:lnTo>
                  <a:lnTo>
                    <a:pt x="2634862" y="1178001"/>
                  </a:lnTo>
                  <a:lnTo>
                    <a:pt x="2628912" y="1130945"/>
                  </a:lnTo>
                  <a:lnTo>
                    <a:pt x="2621328" y="1084417"/>
                  </a:lnTo>
                  <a:lnTo>
                    <a:pt x="2612140" y="1038449"/>
                  </a:lnTo>
                  <a:lnTo>
                    <a:pt x="2601379" y="993069"/>
                  </a:lnTo>
                  <a:lnTo>
                    <a:pt x="2589074" y="948307"/>
                  </a:lnTo>
                  <a:lnTo>
                    <a:pt x="2575255" y="904194"/>
                  </a:lnTo>
                  <a:lnTo>
                    <a:pt x="2559952" y="860759"/>
                  </a:lnTo>
                  <a:lnTo>
                    <a:pt x="2543194" y="818032"/>
                  </a:lnTo>
                  <a:lnTo>
                    <a:pt x="2525012" y="776043"/>
                  </a:lnTo>
                  <a:lnTo>
                    <a:pt x="2505436" y="734823"/>
                  </a:lnTo>
                  <a:lnTo>
                    <a:pt x="2484495" y="694399"/>
                  </a:lnTo>
                  <a:lnTo>
                    <a:pt x="2462219" y="654804"/>
                  </a:lnTo>
                  <a:lnTo>
                    <a:pt x="2438638" y="616066"/>
                  </a:lnTo>
                  <a:lnTo>
                    <a:pt x="2413782" y="578215"/>
                  </a:lnTo>
                  <a:lnTo>
                    <a:pt x="2387681" y="541282"/>
                  </a:lnTo>
                  <a:lnTo>
                    <a:pt x="2360364" y="505296"/>
                  </a:lnTo>
                  <a:lnTo>
                    <a:pt x="2331862" y="470287"/>
                  </a:lnTo>
                  <a:lnTo>
                    <a:pt x="2302204" y="436285"/>
                  </a:lnTo>
                  <a:lnTo>
                    <a:pt x="2271420" y="403320"/>
                  </a:lnTo>
                  <a:lnTo>
                    <a:pt x="2239540" y="371421"/>
                  </a:lnTo>
                  <a:lnTo>
                    <a:pt x="2206593" y="340619"/>
                  </a:lnTo>
                  <a:lnTo>
                    <a:pt x="2172611" y="310943"/>
                  </a:lnTo>
                  <a:lnTo>
                    <a:pt x="2137622" y="282424"/>
                  </a:lnTo>
                  <a:lnTo>
                    <a:pt x="2101656" y="255091"/>
                  </a:lnTo>
                  <a:lnTo>
                    <a:pt x="2064744" y="228974"/>
                  </a:lnTo>
                  <a:lnTo>
                    <a:pt x="2026915" y="204103"/>
                  </a:lnTo>
                  <a:lnTo>
                    <a:pt x="1988199" y="180508"/>
                  </a:lnTo>
                  <a:lnTo>
                    <a:pt x="1948625" y="158218"/>
                  </a:lnTo>
                  <a:lnTo>
                    <a:pt x="1908224" y="137265"/>
                  </a:lnTo>
                  <a:lnTo>
                    <a:pt x="1867026" y="117676"/>
                  </a:lnTo>
                  <a:lnTo>
                    <a:pt x="1825060" y="99483"/>
                  </a:lnTo>
                  <a:lnTo>
                    <a:pt x="1782356" y="82715"/>
                  </a:lnTo>
                  <a:lnTo>
                    <a:pt x="1738944" y="67403"/>
                  </a:lnTo>
                  <a:lnTo>
                    <a:pt x="1694855" y="53575"/>
                  </a:lnTo>
                  <a:lnTo>
                    <a:pt x="1650117" y="41262"/>
                  </a:lnTo>
                  <a:lnTo>
                    <a:pt x="1604760" y="30494"/>
                  </a:lnTo>
                  <a:lnTo>
                    <a:pt x="1558815" y="21301"/>
                  </a:lnTo>
                  <a:lnTo>
                    <a:pt x="1512312" y="13712"/>
                  </a:lnTo>
                  <a:lnTo>
                    <a:pt x="1465279" y="7758"/>
                  </a:lnTo>
                  <a:lnTo>
                    <a:pt x="1417748" y="3467"/>
                  </a:lnTo>
                  <a:lnTo>
                    <a:pt x="1369747" y="871"/>
                  </a:lnTo>
                  <a:lnTo>
                    <a:pt x="132130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10717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spc="-30" dirty="0"/>
              <a:t>Chapter</a:t>
            </a:r>
            <a:r>
              <a:rPr sz="4400" spc="-165" dirty="0"/>
              <a:t> </a:t>
            </a:r>
            <a:r>
              <a:rPr sz="4400" dirty="0"/>
              <a:t>1:</a:t>
            </a:r>
            <a:r>
              <a:rPr sz="4400" spc="-135" dirty="0"/>
              <a:t> </a:t>
            </a:r>
            <a:r>
              <a:rPr sz="4400" spc="-50" dirty="0"/>
              <a:t>Introduction</a:t>
            </a:r>
            <a:r>
              <a:rPr sz="4400" spc="-175" dirty="0"/>
              <a:t> </a:t>
            </a:r>
            <a:r>
              <a:rPr sz="4400" dirty="0"/>
              <a:t>to</a:t>
            </a:r>
            <a:r>
              <a:rPr sz="4400" spc="-140" dirty="0"/>
              <a:t> </a:t>
            </a:r>
            <a:r>
              <a:rPr sz="4400" spc="-45" dirty="0"/>
              <a:t>Databases</a:t>
            </a:r>
            <a:r>
              <a:rPr sz="4400" spc="-160" dirty="0"/>
              <a:t> </a:t>
            </a:r>
            <a:r>
              <a:rPr sz="4400" spc="-25" dirty="0"/>
              <a:t>and </a:t>
            </a:r>
            <a:r>
              <a:rPr sz="4400" spc="-10" dirty="0"/>
              <a:t>Transactions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546413" y="1975040"/>
            <a:ext cx="3487420" cy="1964689"/>
            <a:chOff x="2546413" y="1975040"/>
            <a:chExt cx="3487420" cy="19646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5943" y="2044697"/>
              <a:ext cx="3213794" cy="1730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48001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1" y="1961515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158293" y="1975040"/>
            <a:ext cx="3487420" cy="1964689"/>
            <a:chOff x="6158293" y="1975040"/>
            <a:chExt cx="3487420" cy="196468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61531" y="1978151"/>
              <a:ext cx="3480816" cy="195834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9880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0" y="1961515"/>
                  </a:lnTo>
                  <a:lnTo>
                    <a:pt x="3483990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01705" y="4091813"/>
            <a:ext cx="3487420" cy="1964689"/>
            <a:chOff x="4501705" y="4091813"/>
            <a:chExt cx="3487420" cy="196468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4943" y="4094988"/>
              <a:ext cx="3480815" cy="19583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03292" y="4093400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4"/>
                  </a:moveTo>
                  <a:lnTo>
                    <a:pt x="3483991" y="1961514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61514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Chapter</a:t>
            </a:r>
            <a:r>
              <a:rPr sz="4400" spc="-185" dirty="0"/>
              <a:t> </a:t>
            </a:r>
            <a:r>
              <a:rPr sz="4400" dirty="0"/>
              <a:t>2:</a:t>
            </a:r>
            <a:r>
              <a:rPr sz="4400" spc="-140" dirty="0"/>
              <a:t> </a:t>
            </a:r>
            <a:r>
              <a:rPr sz="4400" spc="-45" dirty="0"/>
              <a:t>Data</a:t>
            </a:r>
            <a:r>
              <a:rPr sz="4400" spc="-160" dirty="0"/>
              <a:t> </a:t>
            </a:r>
            <a:r>
              <a:rPr sz="4400" spc="-10" dirty="0"/>
              <a:t>Models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72349" y="2666809"/>
            <a:ext cx="4738370" cy="2668905"/>
            <a:chOff x="1272349" y="2666809"/>
            <a:chExt cx="4738370" cy="2668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180" y="2841204"/>
              <a:ext cx="4294046" cy="222502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73936" y="2668397"/>
              <a:ext cx="4735195" cy="2665730"/>
            </a:xfrm>
            <a:custGeom>
              <a:avLst/>
              <a:gdLst/>
              <a:ahLst/>
              <a:cxnLst/>
              <a:rect l="l" t="t" r="r" b="b"/>
              <a:pathLst>
                <a:path w="4735195" h="2665729">
                  <a:moveTo>
                    <a:pt x="0" y="2665603"/>
                  </a:moveTo>
                  <a:lnTo>
                    <a:pt x="4735195" y="2665603"/>
                  </a:lnTo>
                  <a:lnTo>
                    <a:pt x="4735195" y="0"/>
                  </a:lnTo>
                  <a:lnTo>
                    <a:pt x="0" y="0"/>
                  </a:lnTo>
                  <a:lnTo>
                    <a:pt x="0" y="2665603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181153" y="2666809"/>
            <a:ext cx="4738370" cy="2668905"/>
            <a:chOff x="6181153" y="2666809"/>
            <a:chExt cx="4738370" cy="26689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1463" y="2974325"/>
              <a:ext cx="4303567" cy="219650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82740" y="2668397"/>
              <a:ext cx="4735195" cy="2665730"/>
            </a:xfrm>
            <a:custGeom>
              <a:avLst/>
              <a:gdLst/>
              <a:ahLst/>
              <a:cxnLst/>
              <a:rect l="l" t="t" r="r" b="b"/>
              <a:pathLst>
                <a:path w="4735195" h="2665729">
                  <a:moveTo>
                    <a:pt x="0" y="2665603"/>
                  </a:moveTo>
                  <a:lnTo>
                    <a:pt x="4735195" y="2665603"/>
                  </a:lnTo>
                  <a:lnTo>
                    <a:pt x="4735195" y="0"/>
                  </a:lnTo>
                  <a:lnTo>
                    <a:pt x="0" y="0"/>
                  </a:lnTo>
                  <a:lnTo>
                    <a:pt x="0" y="2665603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Chapter</a:t>
            </a:r>
            <a:r>
              <a:rPr sz="4400" spc="-185" dirty="0"/>
              <a:t> </a:t>
            </a:r>
            <a:r>
              <a:rPr sz="4400" dirty="0"/>
              <a:t>2:</a:t>
            </a:r>
            <a:r>
              <a:rPr sz="4400" spc="-140" dirty="0"/>
              <a:t> </a:t>
            </a:r>
            <a:r>
              <a:rPr sz="4400" spc="-45" dirty="0"/>
              <a:t>Data</a:t>
            </a:r>
            <a:r>
              <a:rPr sz="4400" spc="-160" dirty="0"/>
              <a:t> </a:t>
            </a:r>
            <a:r>
              <a:rPr sz="4400" spc="-10" dirty="0"/>
              <a:t>Models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41933" y="2163889"/>
            <a:ext cx="3161030" cy="1781810"/>
            <a:chOff x="1241933" y="2163889"/>
            <a:chExt cx="3161030" cy="1781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35723" y="2243491"/>
              <a:ext cx="2859226" cy="153682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43520" y="2165476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515421" y="2163889"/>
            <a:ext cx="3161030" cy="1781810"/>
            <a:chOff x="4515421" y="2163889"/>
            <a:chExt cx="3161030" cy="17818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9275" y="2253037"/>
              <a:ext cx="2859226" cy="151773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17009" y="2165476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5" y="1778635"/>
                  </a:lnTo>
                  <a:lnTo>
                    <a:pt x="3157855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788973" y="2163889"/>
            <a:ext cx="3161030" cy="1781810"/>
            <a:chOff x="7788973" y="2163889"/>
            <a:chExt cx="3161030" cy="17818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92211" y="2329401"/>
              <a:ext cx="3059372" cy="14986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90560" y="2165476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241933" y="4056760"/>
            <a:ext cx="3161030" cy="1781810"/>
            <a:chOff x="1241933" y="4056760"/>
            <a:chExt cx="3161030" cy="17818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5723" y="4088572"/>
              <a:ext cx="2897349" cy="172773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43520" y="4058348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15421" y="4056760"/>
            <a:ext cx="3161030" cy="1781810"/>
            <a:chOff x="4515421" y="4056760"/>
            <a:chExt cx="3161030" cy="17818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09275" y="4164936"/>
              <a:ext cx="2916411" cy="160364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17009" y="4058348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5" y="1778635"/>
                  </a:lnTo>
                  <a:lnTo>
                    <a:pt x="3157855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788973" y="4056760"/>
            <a:ext cx="3161030" cy="1781810"/>
            <a:chOff x="7788973" y="4056760"/>
            <a:chExt cx="3161030" cy="178181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92211" y="4059935"/>
              <a:ext cx="3154679" cy="170864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90560" y="4058348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Chapter</a:t>
            </a:r>
            <a:r>
              <a:rPr sz="4400" spc="-170" dirty="0"/>
              <a:t> </a:t>
            </a:r>
            <a:r>
              <a:rPr sz="4400" dirty="0"/>
              <a:t>3:</a:t>
            </a:r>
            <a:r>
              <a:rPr sz="4400" spc="-135" dirty="0"/>
              <a:t> </a:t>
            </a:r>
            <a:r>
              <a:rPr sz="4400" spc="-45" dirty="0"/>
              <a:t>Database</a:t>
            </a:r>
            <a:r>
              <a:rPr sz="4400" spc="-170" dirty="0"/>
              <a:t> </a:t>
            </a:r>
            <a:r>
              <a:rPr sz="4400" spc="-20" dirty="0"/>
              <a:t>Design</a:t>
            </a:r>
            <a:r>
              <a:rPr sz="4400" spc="-185" dirty="0"/>
              <a:t> </a:t>
            </a:r>
            <a:r>
              <a:rPr sz="4400" dirty="0"/>
              <a:t>and</a:t>
            </a:r>
            <a:r>
              <a:rPr sz="4400" spc="-165" dirty="0"/>
              <a:t> </a:t>
            </a:r>
            <a:r>
              <a:rPr sz="4400" dirty="0"/>
              <a:t>ER</a:t>
            </a:r>
            <a:r>
              <a:rPr sz="4400" spc="-155" dirty="0"/>
              <a:t> </a:t>
            </a:r>
            <a:r>
              <a:rPr sz="4400" spc="-10" dirty="0"/>
              <a:t>Diagrams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41933" y="2163889"/>
            <a:ext cx="3161030" cy="1781810"/>
            <a:chOff x="1241933" y="2163889"/>
            <a:chExt cx="3161030" cy="17818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54784" y="2386674"/>
              <a:ext cx="2735326" cy="14890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43520" y="2165476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515421" y="2163889"/>
            <a:ext cx="3161030" cy="1781810"/>
            <a:chOff x="4515421" y="2163889"/>
            <a:chExt cx="3161030" cy="17818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3967" y="2338946"/>
              <a:ext cx="2964064" cy="153682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517009" y="2165476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5" y="1778635"/>
                  </a:lnTo>
                  <a:lnTo>
                    <a:pt x="3157855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788973" y="2163889"/>
            <a:ext cx="3161030" cy="1781810"/>
            <a:chOff x="7788973" y="2163889"/>
            <a:chExt cx="3161030" cy="17818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82827" y="2482128"/>
              <a:ext cx="2754388" cy="13936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790560" y="2165476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241933" y="4056760"/>
            <a:ext cx="3161030" cy="1781810"/>
            <a:chOff x="1241933" y="4056760"/>
            <a:chExt cx="3161030" cy="178181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54784" y="4193572"/>
              <a:ext cx="2725796" cy="157500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43520" y="4058348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4515421" y="4056760"/>
            <a:ext cx="3161030" cy="1781810"/>
            <a:chOff x="4515421" y="4056760"/>
            <a:chExt cx="3161030" cy="178181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7398" y="4289027"/>
              <a:ext cx="2697203" cy="151773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517009" y="4058348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5" y="1778635"/>
                  </a:lnTo>
                  <a:lnTo>
                    <a:pt x="3157855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7788973" y="4056760"/>
            <a:ext cx="3161030" cy="1781810"/>
            <a:chOff x="7788973" y="4056760"/>
            <a:chExt cx="3161030" cy="178181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58927" y="4117208"/>
              <a:ext cx="2906880" cy="16418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90560" y="4058348"/>
              <a:ext cx="3157855" cy="1778635"/>
            </a:xfrm>
            <a:custGeom>
              <a:avLst/>
              <a:gdLst/>
              <a:ahLst/>
              <a:cxnLst/>
              <a:rect l="l" t="t" r="r" b="b"/>
              <a:pathLst>
                <a:path w="3157854" h="1778635">
                  <a:moveTo>
                    <a:pt x="0" y="1778635"/>
                  </a:moveTo>
                  <a:lnTo>
                    <a:pt x="3157854" y="1778635"/>
                  </a:lnTo>
                  <a:lnTo>
                    <a:pt x="3157854" y="0"/>
                  </a:lnTo>
                  <a:lnTo>
                    <a:pt x="0" y="0"/>
                  </a:lnTo>
                  <a:lnTo>
                    <a:pt x="0" y="177863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7097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Chapter</a:t>
            </a:r>
            <a:r>
              <a:rPr sz="4400" spc="-220" dirty="0"/>
              <a:t> </a:t>
            </a:r>
            <a:r>
              <a:rPr sz="4400" dirty="0"/>
              <a:t>3:EER</a:t>
            </a:r>
            <a:r>
              <a:rPr sz="4400" spc="-225" dirty="0"/>
              <a:t> </a:t>
            </a:r>
            <a:r>
              <a:rPr sz="4400" spc="-10" dirty="0"/>
              <a:t>Model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546413" y="1975040"/>
            <a:ext cx="3487420" cy="1964689"/>
            <a:chOff x="2546413" y="1975040"/>
            <a:chExt cx="3487420" cy="19646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2038" y="2149269"/>
              <a:ext cx="2841871" cy="17016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48001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1" y="1961515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158293" y="1975040"/>
            <a:ext cx="3487420" cy="1964689"/>
            <a:chOff x="6158293" y="1975040"/>
            <a:chExt cx="3487420" cy="196468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4381" y="2073217"/>
              <a:ext cx="3042137" cy="1749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9880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0" y="1961515"/>
                  </a:lnTo>
                  <a:lnTo>
                    <a:pt x="3483990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558093" y="4161916"/>
            <a:ext cx="3487420" cy="1964689"/>
            <a:chOff x="4558093" y="4161916"/>
            <a:chExt cx="3487420" cy="196468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23718" y="4260156"/>
              <a:ext cx="3099356" cy="17491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59680" y="4163504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4"/>
                  </a:moveTo>
                  <a:lnTo>
                    <a:pt x="3483990" y="1961514"/>
                  </a:lnTo>
                  <a:lnTo>
                    <a:pt x="3483990" y="0"/>
                  </a:lnTo>
                  <a:lnTo>
                    <a:pt x="0" y="0"/>
                  </a:lnTo>
                  <a:lnTo>
                    <a:pt x="0" y="1961514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53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Chapter</a:t>
            </a:r>
            <a:r>
              <a:rPr sz="4400" spc="-210" dirty="0"/>
              <a:t> </a:t>
            </a:r>
            <a:r>
              <a:rPr sz="4400" spc="-10" dirty="0"/>
              <a:t>3:UML</a:t>
            </a:r>
            <a:r>
              <a:rPr sz="4400" spc="-210" dirty="0"/>
              <a:t> </a:t>
            </a:r>
            <a:r>
              <a:rPr sz="4400" spc="-25" dirty="0"/>
              <a:t>Diagrams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546413" y="1975040"/>
            <a:ext cx="3487420" cy="1964689"/>
            <a:chOff x="2546413" y="1975040"/>
            <a:chExt cx="3487420" cy="19646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59454" y="2168282"/>
              <a:ext cx="3003991" cy="169215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48001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1" y="1961515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158293" y="1975040"/>
            <a:ext cx="3487420" cy="1964689"/>
            <a:chOff x="6158293" y="1975040"/>
            <a:chExt cx="3487420" cy="196468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23918" y="2215814"/>
              <a:ext cx="2860944" cy="16446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9880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0" y="1961515"/>
                  </a:lnTo>
                  <a:lnTo>
                    <a:pt x="3483990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546413" y="4062857"/>
            <a:ext cx="3487420" cy="1964689"/>
            <a:chOff x="2546413" y="4062857"/>
            <a:chExt cx="3487420" cy="196468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6673" y="4427279"/>
              <a:ext cx="3061210" cy="148301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548001" y="4064444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4"/>
                  </a:moveTo>
                  <a:lnTo>
                    <a:pt x="3483991" y="1961514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61514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158293" y="4062857"/>
            <a:ext cx="3487420" cy="1964689"/>
            <a:chOff x="6158293" y="4062857"/>
            <a:chExt cx="3487420" cy="1964689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28553" y="4379746"/>
              <a:ext cx="2956309" cy="15685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59880" y="4064444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4"/>
                  </a:moveTo>
                  <a:lnTo>
                    <a:pt x="3483990" y="1961514"/>
                  </a:lnTo>
                  <a:lnTo>
                    <a:pt x="3483990" y="0"/>
                  </a:lnTo>
                  <a:lnTo>
                    <a:pt x="0" y="0"/>
                  </a:lnTo>
                  <a:lnTo>
                    <a:pt x="0" y="1961514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5537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30" dirty="0"/>
              <a:t>Chapter</a:t>
            </a:r>
            <a:r>
              <a:rPr sz="4400" spc="-210" dirty="0"/>
              <a:t> </a:t>
            </a:r>
            <a:r>
              <a:rPr sz="4400" spc="-10" dirty="0"/>
              <a:t>3:UML</a:t>
            </a:r>
            <a:r>
              <a:rPr sz="4400" spc="-210" dirty="0"/>
              <a:t> </a:t>
            </a:r>
            <a:r>
              <a:rPr sz="4400" spc="-25" dirty="0"/>
              <a:t>Diagrams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2546413" y="1975040"/>
            <a:ext cx="3487420" cy="1964689"/>
            <a:chOff x="2546413" y="1975040"/>
            <a:chExt cx="3487420" cy="19646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6673" y="2177788"/>
              <a:ext cx="2946772" cy="16826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48001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1" y="1961515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158293" y="1975040"/>
            <a:ext cx="3487420" cy="1964689"/>
            <a:chOff x="6158293" y="1975040"/>
            <a:chExt cx="3487420" cy="196468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14115" y="2054204"/>
              <a:ext cx="3127966" cy="182524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159880" y="1976627"/>
              <a:ext cx="3484245" cy="1961514"/>
            </a:xfrm>
            <a:custGeom>
              <a:avLst/>
              <a:gdLst/>
              <a:ahLst/>
              <a:cxnLst/>
              <a:rect l="l" t="t" r="r" b="b"/>
              <a:pathLst>
                <a:path w="3484245" h="1961514">
                  <a:moveTo>
                    <a:pt x="0" y="1961515"/>
                  </a:moveTo>
                  <a:lnTo>
                    <a:pt x="3483990" y="1961515"/>
                  </a:lnTo>
                  <a:lnTo>
                    <a:pt x="3483990" y="0"/>
                  </a:lnTo>
                  <a:lnTo>
                    <a:pt x="0" y="0"/>
                  </a:lnTo>
                  <a:lnTo>
                    <a:pt x="0" y="1961515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628197" y="4078096"/>
            <a:ext cx="3487420" cy="1963420"/>
            <a:chOff x="4628197" y="4078096"/>
            <a:chExt cx="3487420" cy="196342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1701" y="4356745"/>
              <a:ext cx="3013528" cy="1605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629784" y="4079684"/>
              <a:ext cx="3484245" cy="1960245"/>
            </a:xfrm>
            <a:custGeom>
              <a:avLst/>
              <a:gdLst/>
              <a:ahLst/>
              <a:cxnLst/>
              <a:rect l="l" t="t" r="r" b="b"/>
              <a:pathLst>
                <a:path w="3484245" h="1960245">
                  <a:moveTo>
                    <a:pt x="0" y="1959990"/>
                  </a:moveTo>
                  <a:lnTo>
                    <a:pt x="3483991" y="1959990"/>
                  </a:lnTo>
                  <a:lnTo>
                    <a:pt x="3483991" y="0"/>
                  </a:lnTo>
                  <a:lnTo>
                    <a:pt x="0" y="0"/>
                  </a:lnTo>
                  <a:lnTo>
                    <a:pt x="0" y="1959990"/>
                  </a:lnTo>
                  <a:close/>
                </a:path>
              </a:pathLst>
            </a:custGeom>
            <a:ln w="3175">
              <a:solidFill>
                <a:srgbClr val="D2D2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590" y="240029"/>
            <a:ext cx="4462780" cy="6023610"/>
            <a:chOff x="275590" y="240029"/>
            <a:chExt cx="4462780" cy="6023610"/>
          </a:xfrm>
        </p:grpSpPr>
        <p:sp>
          <p:nvSpPr>
            <p:cNvPr id="3" name="object 3"/>
            <p:cNvSpPr/>
            <p:nvPr/>
          </p:nvSpPr>
          <p:spPr>
            <a:xfrm>
              <a:off x="339090" y="304037"/>
              <a:ext cx="4335780" cy="5896610"/>
            </a:xfrm>
            <a:custGeom>
              <a:avLst/>
              <a:gdLst/>
              <a:ahLst/>
              <a:cxnLst/>
              <a:rect l="l" t="t" r="r" b="b"/>
              <a:pathLst>
                <a:path w="4335780" h="5896610">
                  <a:moveTo>
                    <a:pt x="4335780" y="0"/>
                  </a:moveTo>
                  <a:lnTo>
                    <a:pt x="0" y="0"/>
                  </a:lnTo>
                  <a:lnTo>
                    <a:pt x="0" y="5896356"/>
                  </a:lnTo>
                  <a:lnTo>
                    <a:pt x="4335780" y="5896356"/>
                  </a:lnTo>
                  <a:lnTo>
                    <a:pt x="433578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590" y="240029"/>
              <a:ext cx="4462780" cy="6023610"/>
            </a:xfrm>
            <a:custGeom>
              <a:avLst/>
              <a:gdLst/>
              <a:ahLst/>
              <a:cxnLst/>
              <a:rect l="l" t="t" r="r" b="b"/>
              <a:pathLst>
                <a:path w="4462780" h="6023610">
                  <a:moveTo>
                    <a:pt x="4411980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5896610"/>
                  </a:lnTo>
                  <a:lnTo>
                    <a:pt x="50800" y="5972810"/>
                  </a:lnTo>
                  <a:lnTo>
                    <a:pt x="4411980" y="5972810"/>
                  </a:lnTo>
                  <a:lnTo>
                    <a:pt x="4411980" y="5896876"/>
                  </a:lnTo>
                  <a:lnTo>
                    <a:pt x="4411980" y="5896610"/>
                  </a:lnTo>
                  <a:lnTo>
                    <a:pt x="4411980" y="127508"/>
                  </a:lnTo>
                  <a:lnTo>
                    <a:pt x="4335780" y="127520"/>
                  </a:lnTo>
                  <a:lnTo>
                    <a:pt x="4335780" y="5896610"/>
                  </a:lnTo>
                  <a:lnTo>
                    <a:pt x="127000" y="5896610"/>
                  </a:lnTo>
                  <a:lnTo>
                    <a:pt x="127000" y="127000"/>
                  </a:lnTo>
                  <a:lnTo>
                    <a:pt x="4411980" y="127000"/>
                  </a:lnTo>
                  <a:lnTo>
                    <a:pt x="4411980" y="50800"/>
                  </a:lnTo>
                  <a:close/>
                </a:path>
                <a:path w="4462780" h="6023610">
                  <a:moveTo>
                    <a:pt x="446278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998210"/>
                  </a:lnTo>
                  <a:lnTo>
                    <a:pt x="0" y="6023610"/>
                  </a:lnTo>
                  <a:lnTo>
                    <a:pt x="4462780" y="6023610"/>
                  </a:lnTo>
                  <a:lnTo>
                    <a:pt x="4462780" y="5998476"/>
                  </a:lnTo>
                  <a:lnTo>
                    <a:pt x="4462780" y="5998210"/>
                  </a:lnTo>
                  <a:lnTo>
                    <a:pt x="4462780" y="25920"/>
                  </a:lnTo>
                  <a:lnTo>
                    <a:pt x="4437380" y="25920"/>
                  </a:lnTo>
                  <a:lnTo>
                    <a:pt x="4437380" y="5998210"/>
                  </a:lnTo>
                  <a:lnTo>
                    <a:pt x="25400" y="5998210"/>
                  </a:lnTo>
                  <a:lnTo>
                    <a:pt x="25400" y="25400"/>
                  </a:lnTo>
                  <a:lnTo>
                    <a:pt x="4462780" y="25400"/>
                  </a:lnTo>
                  <a:lnTo>
                    <a:pt x="4462780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3100" y="1823720"/>
            <a:ext cx="3131185" cy="27324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75"/>
              </a:spcBef>
            </a:pPr>
            <a:r>
              <a:rPr sz="4800" spc="-10" dirty="0">
                <a:latin typeface="Calibri Light"/>
                <a:cs typeface="Calibri Light"/>
              </a:rPr>
              <a:t>Introduction </a:t>
            </a:r>
            <a:r>
              <a:rPr sz="4800" dirty="0">
                <a:latin typeface="Calibri Light"/>
                <a:cs typeface="Calibri Light"/>
              </a:rPr>
              <a:t>to</a:t>
            </a:r>
            <a:r>
              <a:rPr sz="4800" spc="-145" dirty="0">
                <a:latin typeface="Calibri Light"/>
                <a:cs typeface="Calibri Light"/>
              </a:rPr>
              <a:t> </a:t>
            </a:r>
            <a:r>
              <a:rPr sz="4800" spc="-60" dirty="0">
                <a:latin typeface="Calibri Light"/>
                <a:cs typeface="Calibri Light"/>
              </a:rPr>
              <a:t>Databases </a:t>
            </a:r>
            <a:r>
              <a:rPr sz="4800" spc="-25" dirty="0">
                <a:latin typeface="Calibri Light"/>
                <a:cs typeface="Calibri Light"/>
              </a:rPr>
              <a:t>and </a:t>
            </a:r>
            <a:r>
              <a:rPr sz="4800" spc="-10" dirty="0">
                <a:latin typeface="Calibri Light"/>
                <a:cs typeface="Calibri Light"/>
              </a:rPr>
              <a:t>Transactions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76315" y="728472"/>
            <a:ext cx="1188720" cy="1188720"/>
            <a:chOff x="5576315" y="728472"/>
            <a:chExt cx="1188720" cy="1188720"/>
          </a:xfrm>
        </p:grpSpPr>
        <p:sp>
          <p:nvSpPr>
            <p:cNvPr id="7" name="object 7"/>
            <p:cNvSpPr/>
            <p:nvPr/>
          </p:nvSpPr>
          <p:spPr>
            <a:xfrm>
              <a:off x="5576315" y="728472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1188719" y="0"/>
                  </a:moveTo>
                  <a:lnTo>
                    <a:pt x="353313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5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3"/>
                  </a:lnTo>
                  <a:lnTo>
                    <a:pt x="0" y="1188719"/>
                  </a:lnTo>
                  <a:lnTo>
                    <a:pt x="835406" y="1188719"/>
                  </a:lnTo>
                  <a:lnTo>
                    <a:pt x="883336" y="1185493"/>
                  </a:lnTo>
                  <a:lnTo>
                    <a:pt x="929310" y="1176095"/>
                  </a:lnTo>
                  <a:lnTo>
                    <a:pt x="972907" y="1160946"/>
                  </a:lnTo>
                  <a:lnTo>
                    <a:pt x="1013704" y="1140469"/>
                  </a:lnTo>
                  <a:lnTo>
                    <a:pt x="1051281" y="1115084"/>
                  </a:lnTo>
                  <a:lnTo>
                    <a:pt x="1085214" y="1085214"/>
                  </a:lnTo>
                  <a:lnTo>
                    <a:pt x="1115084" y="1051281"/>
                  </a:lnTo>
                  <a:lnTo>
                    <a:pt x="1140469" y="1013704"/>
                  </a:lnTo>
                  <a:lnTo>
                    <a:pt x="1160946" y="972907"/>
                  </a:lnTo>
                  <a:lnTo>
                    <a:pt x="1176095" y="929310"/>
                  </a:lnTo>
                  <a:lnTo>
                    <a:pt x="1185493" y="883336"/>
                  </a:lnTo>
                  <a:lnTo>
                    <a:pt x="1188719" y="835405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74905" y="1056804"/>
              <a:ext cx="394335" cy="535305"/>
            </a:xfrm>
            <a:custGeom>
              <a:avLst/>
              <a:gdLst/>
              <a:ahLst/>
              <a:cxnLst/>
              <a:rect l="l" t="t" r="r" b="b"/>
              <a:pathLst>
                <a:path w="394335" h="535305">
                  <a:moveTo>
                    <a:pt x="393776" y="365848"/>
                  </a:moveTo>
                  <a:lnTo>
                    <a:pt x="383692" y="383590"/>
                  </a:lnTo>
                  <a:lnTo>
                    <a:pt x="355663" y="399034"/>
                  </a:lnTo>
                  <a:lnTo>
                    <a:pt x="351586" y="400202"/>
                  </a:lnTo>
                  <a:lnTo>
                    <a:pt x="351586" y="455904"/>
                  </a:lnTo>
                  <a:lnTo>
                    <a:pt x="351586" y="472795"/>
                  </a:lnTo>
                  <a:lnTo>
                    <a:pt x="345960" y="478421"/>
                  </a:lnTo>
                  <a:lnTo>
                    <a:pt x="329082" y="478421"/>
                  </a:lnTo>
                  <a:lnTo>
                    <a:pt x="323456" y="472795"/>
                  </a:lnTo>
                  <a:lnTo>
                    <a:pt x="323456" y="455904"/>
                  </a:lnTo>
                  <a:lnTo>
                    <a:pt x="329082" y="450278"/>
                  </a:lnTo>
                  <a:lnTo>
                    <a:pt x="345960" y="450278"/>
                  </a:lnTo>
                  <a:lnTo>
                    <a:pt x="351586" y="455904"/>
                  </a:lnTo>
                  <a:lnTo>
                    <a:pt x="351586" y="400202"/>
                  </a:lnTo>
                  <a:lnTo>
                    <a:pt x="312978" y="411238"/>
                  </a:lnTo>
                  <a:lnTo>
                    <a:pt x="258953" y="419252"/>
                  </a:lnTo>
                  <a:lnTo>
                    <a:pt x="196888" y="422135"/>
                  </a:lnTo>
                  <a:lnTo>
                    <a:pt x="134835" y="419252"/>
                  </a:lnTo>
                  <a:lnTo>
                    <a:pt x="80810" y="411238"/>
                  </a:lnTo>
                  <a:lnTo>
                    <a:pt x="38125" y="399034"/>
                  </a:lnTo>
                  <a:lnTo>
                    <a:pt x="10083" y="383590"/>
                  </a:lnTo>
                  <a:lnTo>
                    <a:pt x="0" y="365848"/>
                  </a:lnTo>
                  <a:lnTo>
                    <a:pt x="0" y="478421"/>
                  </a:lnTo>
                  <a:lnTo>
                    <a:pt x="38125" y="511606"/>
                  </a:lnTo>
                  <a:lnTo>
                    <a:pt x="80810" y="523811"/>
                  </a:lnTo>
                  <a:lnTo>
                    <a:pt x="134835" y="531825"/>
                  </a:lnTo>
                  <a:lnTo>
                    <a:pt x="196888" y="534708"/>
                  </a:lnTo>
                  <a:lnTo>
                    <a:pt x="258953" y="531825"/>
                  </a:lnTo>
                  <a:lnTo>
                    <a:pt x="312978" y="523811"/>
                  </a:lnTo>
                  <a:lnTo>
                    <a:pt x="355663" y="511606"/>
                  </a:lnTo>
                  <a:lnTo>
                    <a:pt x="383692" y="496163"/>
                  </a:lnTo>
                  <a:lnTo>
                    <a:pt x="393776" y="478421"/>
                  </a:lnTo>
                  <a:lnTo>
                    <a:pt x="393776" y="450278"/>
                  </a:lnTo>
                  <a:lnTo>
                    <a:pt x="393776" y="422135"/>
                  </a:lnTo>
                  <a:lnTo>
                    <a:pt x="393776" y="365848"/>
                  </a:lnTo>
                  <a:close/>
                </a:path>
                <a:path w="394335" h="535305">
                  <a:moveTo>
                    <a:pt x="393776" y="225145"/>
                  </a:moveTo>
                  <a:lnTo>
                    <a:pt x="383692" y="242887"/>
                  </a:lnTo>
                  <a:lnTo>
                    <a:pt x="355663" y="258330"/>
                  </a:lnTo>
                  <a:lnTo>
                    <a:pt x="351586" y="259499"/>
                  </a:lnTo>
                  <a:lnTo>
                    <a:pt x="351586" y="315201"/>
                  </a:lnTo>
                  <a:lnTo>
                    <a:pt x="351586" y="332079"/>
                  </a:lnTo>
                  <a:lnTo>
                    <a:pt x="345960" y="337718"/>
                  </a:lnTo>
                  <a:lnTo>
                    <a:pt x="329082" y="337718"/>
                  </a:lnTo>
                  <a:lnTo>
                    <a:pt x="323456" y="332079"/>
                  </a:lnTo>
                  <a:lnTo>
                    <a:pt x="323456" y="315201"/>
                  </a:lnTo>
                  <a:lnTo>
                    <a:pt x="329082" y="309575"/>
                  </a:lnTo>
                  <a:lnTo>
                    <a:pt x="345960" y="309575"/>
                  </a:lnTo>
                  <a:lnTo>
                    <a:pt x="351586" y="315201"/>
                  </a:lnTo>
                  <a:lnTo>
                    <a:pt x="351586" y="259499"/>
                  </a:lnTo>
                  <a:lnTo>
                    <a:pt x="312978" y="270535"/>
                  </a:lnTo>
                  <a:lnTo>
                    <a:pt x="258953" y="278549"/>
                  </a:lnTo>
                  <a:lnTo>
                    <a:pt x="196888" y="281432"/>
                  </a:lnTo>
                  <a:lnTo>
                    <a:pt x="134835" y="278549"/>
                  </a:lnTo>
                  <a:lnTo>
                    <a:pt x="80810" y="270535"/>
                  </a:lnTo>
                  <a:lnTo>
                    <a:pt x="38125" y="258330"/>
                  </a:lnTo>
                  <a:lnTo>
                    <a:pt x="10083" y="242887"/>
                  </a:lnTo>
                  <a:lnTo>
                    <a:pt x="0" y="225145"/>
                  </a:lnTo>
                  <a:lnTo>
                    <a:pt x="0" y="337718"/>
                  </a:lnTo>
                  <a:lnTo>
                    <a:pt x="38125" y="370903"/>
                  </a:lnTo>
                  <a:lnTo>
                    <a:pt x="80810" y="383095"/>
                  </a:lnTo>
                  <a:lnTo>
                    <a:pt x="134835" y="391109"/>
                  </a:lnTo>
                  <a:lnTo>
                    <a:pt x="196888" y="393992"/>
                  </a:lnTo>
                  <a:lnTo>
                    <a:pt x="258953" y="391109"/>
                  </a:lnTo>
                  <a:lnTo>
                    <a:pt x="312978" y="383095"/>
                  </a:lnTo>
                  <a:lnTo>
                    <a:pt x="355663" y="370903"/>
                  </a:lnTo>
                  <a:lnTo>
                    <a:pt x="383692" y="355447"/>
                  </a:lnTo>
                  <a:lnTo>
                    <a:pt x="393776" y="337718"/>
                  </a:lnTo>
                  <a:lnTo>
                    <a:pt x="393776" y="309575"/>
                  </a:lnTo>
                  <a:lnTo>
                    <a:pt x="393776" y="281432"/>
                  </a:lnTo>
                  <a:lnTo>
                    <a:pt x="393776" y="225145"/>
                  </a:lnTo>
                  <a:close/>
                </a:path>
                <a:path w="394335" h="535305">
                  <a:moveTo>
                    <a:pt x="393776" y="84429"/>
                  </a:moveTo>
                  <a:lnTo>
                    <a:pt x="383692" y="102171"/>
                  </a:lnTo>
                  <a:lnTo>
                    <a:pt x="355663" y="117614"/>
                  </a:lnTo>
                  <a:lnTo>
                    <a:pt x="351586" y="118783"/>
                  </a:lnTo>
                  <a:lnTo>
                    <a:pt x="351586" y="174485"/>
                  </a:lnTo>
                  <a:lnTo>
                    <a:pt x="351586" y="191376"/>
                  </a:lnTo>
                  <a:lnTo>
                    <a:pt x="345960" y="197002"/>
                  </a:lnTo>
                  <a:lnTo>
                    <a:pt x="329082" y="197002"/>
                  </a:lnTo>
                  <a:lnTo>
                    <a:pt x="323456" y="191376"/>
                  </a:lnTo>
                  <a:lnTo>
                    <a:pt x="323456" y="174485"/>
                  </a:lnTo>
                  <a:lnTo>
                    <a:pt x="329082" y="168859"/>
                  </a:lnTo>
                  <a:lnTo>
                    <a:pt x="345960" y="168859"/>
                  </a:lnTo>
                  <a:lnTo>
                    <a:pt x="351586" y="174485"/>
                  </a:lnTo>
                  <a:lnTo>
                    <a:pt x="351586" y="118783"/>
                  </a:lnTo>
                  <a:lnTo>
                    <a:pt x="312978" y="129819"/>
                  </a:lnTo>
                  <a:lnTo>
                    <a:pt x="258953" y="137833"/>
                  </a:lnTo>
                  <a:lnTo>
                    <a:pt x="196888" y="140716"/>
                  </a:lnTo>
                  <a:lnTo>
                    <a:pt x="134835" y="137833"/>
                  </a:lnTo>
                  <a:lnTo>
                    <a:pt x="80810" y="129819"/>
                  </a:lnTo>
                  <a:lnTo>
                    <a:pt x="38125" y="117614"/>
                  </a:lnTo>
                  <a:lnTo>
                    <a:pt x="10083" y="102171"/>
                  </a:lnTo>
                  <a:lnTo>
                    <a:pt x="0" y="84429"/>
                  </a:lnTo>
                  <a:lnTo>
                    <a:pt x="0" y="197002"/>
                  </a:lnTo>
                  <a:lnTo>
                    <a:pt x="38125" y="230187"/>
                  </a:lnTo>
                  <a:lnTo>
                    <a:pt x="80810" y="242392"/>
                  </a:lnTo>
                  <a:lnTo>
                    <a:pt x="134835" y="250405"/>
                  </a:lnTo>
                  <a:lnTo>
                    <a:pt x="196888" y="253288"/>
                  </a:lnTo>
                  <a:lnTo>
                    <a:pt x="258953" y="250405"/>
                  </a:lnTo>
                  <a:lnTo>
                    <a:pt x="312978" y="242392"/>
                  </a:lnTo>
                  <a:lnTo>
                    <a:pt x="355663" y="230187"/>
                  </a:lnTo>
                  <a:lnTo>
                    <a:pt x="383692" y="214744"/>
                  </a:lnTo>
                  <a:lnTo>
                    <a:pt x="393776" y="197002"/>
                  </a:lnTo>
                  <a:lnTo>
                    <a:pt x="393776" y="168859"/>
                  </a:lnTo>
                  <a:lnTo>
                    <a:pt x="393776" y="140716"/>
                  </a:lnTo>
                  <a:lnTo>
                    <a:pt x="393776" y="84429"/>
                  </a:lnTo>
                  <a:close/>
                </a:path>
                <a:path w="394335" h="535305">
                  <a:moveTo>
                    <a:pt x="393776" y="56286"/>
                  </a:moveTo>
                  <a:lnTo>
                    <a:pt x="355790" y="23050"/>
                  </a:lnTo>
                  <a:lnTo>
                    <a:pt x="313169" y="10871"/>
                  </a:lnTo>
                  <a:lnTo>
                    <a:pt x="259118" y="2870"/>
                  </a:lnTo>
                  <a:lnTo>
                    <a:pt x="196888" y="0"/>
                  </a:lnTo>
                  <a:lnTo>
                    <a:pt x="134658" y="2870"/>
                  </a:lnTo>
                  <a:lnTo>
                    <a:pt x="80606" y="10871"/>
                  </a:lnTo>
                  <a:lnTo>
                    <a:pt x="37985" y="23050"/>
                  </a:lnTo>
                  <a:lnTo>
                    <a:pt x="10045" y="38493"/>
                  </a:lnTo>
                  <a:lnTo>
                    <a:pt x="0" y="56286"/>
                  </a:lnTo>
                  <a:lnTo>
                    <a:pt x="10045" y="74079"/>
                  </a:lnTo>
                  <a:lnTo>
                    <a:pt x="37985" y="89535"/>
                  </a:lnTo>
                  <a:lnTo>
                    <a:pt x="80606" y="101714"/>
                  </a:lnTo>
                  <a:lnTo>
                    <a:pt x="134658" y="109702"/>
                  </a:lnTo>
                  <a:lnTo>
                    <a:pt x="196888" y="112572"/>
                  </a:lnTo>
                  <a:lnTo>
                    <a:pt x="259118" y="109702"/>
                  </a:lnTo>
                  <a:lnTo>
                    <a:pt x="313169" y="101714"/>
                  </a:lnTo>
                  <a:lnTo>
                    <a:pt x="355790" y="89535"/>
                  </a:lnTo>
                  <a:lnTo>
                    <a:pt x="383743" y="74079"/>
                  </a:lnTo>
                  <a:lnTo>
                    <a:pt x="393776" y="562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5217414" y="2265425"/>
            <a:ext cx="1907539" cy="60896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10540" marR="5080" indent="-498475">
              <a:lnSpc>
                <a:spcPct val="101600"/>
              </a:lnSpc>
              <a:spcBef>
                <a:spcPts val="60"/>
              </a:spcBef>
            </a:pPr>
            <a:r>
              <a:rPr sz="1900" spc="-30" dirty="0">
                <a:latin typeface="Calibri"/>
                <a:cs typeface="Calibri"/>
              </a:rPr>
              <a:t>WHAT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50" dirty="0">
                <a:latin typeface="Calibri"/>
                <a:cs typeface="Calibri"/>
              </a:rPr>
              <a:t>DATABASE </a:t>
            </a:r>
            <a:r>
              <a:rPr sz="1900" spc="-10" dirty="0">
                <a:latin typeface="Calibri"/>
                <a:cs typeface="Calibri"/>
              </a:rPr>
              <a:t>SYSTEM?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866888" y="728472"/>
            <a:ext cx="1188720" cy="1188720"/>
            <a:chOff x="7866888" y="728472"/>
            <a:chExt cx="1188720" cy="1188720"/>
          </a:xfrm>
        </p:grpSpPr>
        <p:sp>
          <p:nvSpPr>
            <p:cNvPr id="11" name="object 11"/>
            <p:cNvSpPr/>
            <p:nvPr/>
          </p:nvSpPr>
          <p:spPr>
            <a:xfrm>
              <a:off x="7866888" y="728472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1188719" y="0"/>
                  </a:moveTo>
                  <a:lnTo>
                    <a:pt x="353313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4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3"/>
                  </a:lnTo>
                  <a:lnTo>
                    <a:pt x="0" y="1188719"/>
                  </a:lnTo>
                  <a:lnTo>
                    <a:pt x="835405" y="1188719"/>
                  </a:lnTo>
                  <a:lnTo>
                    <a:pt x="883336" y="1185493"/>
                  </a:lnTo>
                  <a:lnTo>
                    <a:pt x="929310" y="1176095"/>
                  </a:lnTo>
                  <a:lnTo>
                    <a:pt x="972907" y="1160946"/>
                  </a:lnTo>
                  <a:lnTo>
                    <a:pt x="1013704" y="1140469"/>
                  </a:lnTo>
                  <a:lnTo>
                    <a:pt x="1051281" y="1115084"/>
                  </a:lnTo>
                  <a:lnTo>
                    <a:pt x="1085214" y="1085214"/>
                  </a:lnTo>
                  <a:lnTo>
                    <a:pt x="1115084" y="1051281"/>
                  </a:lnTo>
                  <a:lnTo>
                    <a:pt x="1140469" y="1013704"/>
                  </a:lnTo>
                  <a:lnTo>
                    <a:pt x="1160946" y="972907"/>
                  </a:lnTo>
                  <a:lnTo>
                    <a:pt x="1176095" y="929310"/>
                  </a:lnTo>
                  <a:lnTo>
                    <a:pt x="1185493" y="883336"/>
                  </a:lnTo>
                  <a:lnTo>
                    <a:pt x="1188719" y="835405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09229" y="1063840"/>
              <a:ext cx="506730" cy="520700"/>
            </a:xfrm>
            <a:custGeom>
              <a:avLst/>
              <a:gdLst/>
              <a:ahLst/>
              <a:cxnLst/>
              <a:rect l="l" t="t" r="r" b="b"/>
              <a:pathLst>
                <a:path w="506729" h="520700">
                  <a:moveTo>
                    <a:pt x="203911" y="478421"/>
                  </a:moveTo>
                  <a:lnTo>
                    <a:pt x="0" y="478421"/>
                  </a:lnTo>
                  <a:lnTo>
                    <a:pt x="0" y="520636"/>
                  </a:lnTo>
                  <a:lnTo>
                    <a:pt x="203911" y="520636"/>
                  </a:lnTo>
                  <a:lnTo>
                    <a:pt x="203911" y="478421"/>
                  </a:lnTo>
                  <a:close/>
                </a:path>
                <a:path w="506729" h="520700">
                  <a:moveTo>
                    <a:pt x="274231" y="478421"/>
                  </a:moveTo>
                  <a:lnTo>
                    <a:pt x="232041" y="478421"/>
                  </a:lnTo>
                  <a:lnTo>
                    <a:pt x="232041" y="520636"/>
                  </a:lnTo>
                  <a:lnTo>
                    <a:pt x="274231" y="520636"/>
                  </a:lnTo>
                  <a:lnTo>
                    <a:pt x="274231" y="478421"/>
                  </a:lnTo>
                  <a:close/>
                </a:path>
                <a:path w="506729" h="520700">
                  <a:moveTo>
                    <a:pt x="478155" y="306616"/>
                  </a:moveTo>
                  <a:lnTo>
                    <a:pt x="476173" y="296811"/>
                  </a:lnTo>
                  <a:lnTo>
                    <a:pt x="470776" y="288798"/>
                  </a:lnTo>
                  <a:lnTo>
                    <a:pt x="462775" y="283413"/>
                  </a:lnTo>
                  <a:lnTo>
                    <a:pt x="452983" y="281432"/>
                  </a:lnTo>
                  <a:lnTo>
                    <a:pt x="253136" y="281432"/>
                  </a:lnTo>
                  <a:lnTo>
                    <a:pt x="253136" y="329946"/>
                  </a:lnTo>
                  <a:lnTo>
                    <a:pt x="253136" y="345490"/>
                  </a:lnTo>
                  <a:lnTo>
                    <a:pt x="246849" y="351777"/>
                  </a:lnTo>
                  <a:lnTo>
                    <a:pt x="231305" y="351777"/>
                  </a:lnTo>
                  <a:lnTo>
                    <a:pt x="225005" y="345490"/>
                  </a:lnTo>
                  <a:lnTo>
                    <a:pt x="225005" y="329946"/>
                  </a:lnTo>
                  <a:lnTo>
                    <a:pt x="231305" y="323646"/>
                  </a:lnTo>
                  <a:lnTo>
                    <a:pt x="246849" y="323646"/>
                  </a:lnTo>
                  <a:lnTo>
                    <a:pt x="253136" y="329946"/>
                  </a:lnTo>
                  <a:lnTo>
                    <a:pt x="253136" y="281432"/>
                  </a:lnTo>
                  <a:lnTo>
                    <a:pt x="182816" y="281432"/>
                  </a:lnTo>
                  <a:lnTo>
                    <a:pt x="182816" y="329946"/>
                  </a:lnTo>
                  <a:lnTo>
                    <a:pt x="182816" y="345490"/>
                  </a:lnTo>
                  <a:lnTo>
                    <a:pt x="176530" y="351777"/>
                  </a:lnTo>
                  <a:lnTo>
                    <a:pt x="160985" y="351777"/>
                  </a:lnTo>
                  <a:lnTo>
                    <a:pt x="154698" y="345490"/>
                  </a:lnTo>
                  <a:lnTo>
                    <a:pt x="154698" y="329946"/>
                  </a:lnTo>
                  <a:lnTo>
                    <a:pt x="160985" y="323646"/>
                  </a:lnTo>
                  <a:lnTo>
                    <a:pt x="176530" y="323646"/>
                  </a:lnTo>
                  <a:lnTo>
                    <a:pt x="182816" y="329946"/>
                  </a:lnTo>
                  <a:lnTo>
                    <a:pt x="182816" y="281432"/>
                  </a:lnTo>
                  <a:lnTo>
                    <a:pt x="112509" y="281432"/>
                  </a:lnTo>
                  <a:lnTo>
                    <a:pt x="112509" y="329946"/>
                  </a:lnTo>
                  <a:lnTo>
                    <a:pt x="112509" y="345490"/>
                  </a:lnTo>
                  <a:lnTo>
                    <a:pt x="106210" y="351777"/>
                  </a:lnTo>
                  <a:lnTo>
                    <a:pt x="90665" y="351777"/>
                  </a:lnTo>
                  <a:lnTo>
                    <a:pt x="84378" y="345490"/>
                  </a:lnTo>
                  <a:lnTo>
                    <a:pt x="84378" y="329946"/>
                  </a:lnTo>
                  <a:lnTo>
                    <a:pt x="90665" y="323646"/>
                  </a:lnTo>
                  <a:lnTo>
                    <a:pt x="106210" y="323646"/>
                  </a:lnTo>
                  <a:lnTo>
                    <a:pt x="112509" y="329946"/>
                  </a:lnTo>
                  <a:lnTo>
                    <a:pt x="112509" y="281432"/>
                  </a:lnTo>
                  <a:lnTo>
                    <a:pt x="53301" y="281432"/>
                  </a:lnTo>
                  <a:lnTo>
                    <a:pt x="43497" y="283413"/>
                  </a:lnTo>
                  <a:lnTo>
                    <a:pt x="35496" y="288798"/>
                  </a:lnTo>
                  <a:lnTo>
                    <a:pt x="30099" y="296811"/>
                  </a:lnTo>
                  <a:lnTo>
                    <a:pt x="28130" y="306616"/>
                  </a:lnTo>
                  <a:lnTo>
                    <a:pt x="28130" y="368808"/>
                  </a:lnTo>
                  <a:lnTo>
                    <a:pt x="30099" y="378612"/>
                  </a:lnTo>
                  <a:lnTo>
                    <a:pt x="35496" y="386626"/>
                  </a:lnTo>
                  <a:lnTo>
                    <a:pt x="43497" y="392023"/>
                  </a:lnTo>
                  <a:lnTo>
                    <a:pt x="53301" y="393992"/>
                  </a:lnTo>
                  <a:lnTo>
                    <a:pt x="232041" y="393992"/>
                  </a:lnTo>
                  <a:lnTo>
                    <a:pt x="232041" y="450278"/>
                  </a:lnTo>
                  <a:lnTo>
                    <a:pt x="274231" y="450278"/>
                  </a:lnTo>
                  <a:lnTo>
                    <a:pt x="274231" y="393992"/>
                  </a:lnTo>
                  <a:lnTo>
                    <a:pt x="452983" y="393992"/>
                  </a:lnTo>
                  <a:lnTo>
                    <a:pt x="462775" y="392023"/>
                  </a:lnTo>
                  <a:lnTo>
                    <a:pt x="470776" y="386626"/>
                  </a:lnTo>
                  <a:lnTo>
                    <a:pt x="476173" y="378612"/>
                  </a:lnTo>
                  <a:lnTo>
                    <a:pt x="478155" y="368808"/>
                  </a:lnTo>
                  <a:lnTo>
                    <a:pt x="478155" y="351777"/>
                  </a:lnTo>
                  <a:lnTo>
                    <a:pt x="478155" y="323646"/>
                  </a:lnTo>
                  <a:lnTo>
                    <a:pt x="478155" y="306616"/>
                  </a:lnTo>
                  <a:close/>
                </a:path>
                <a:path w="506729" h="520700">
                  <a:moveTo>
                    <a:pt x="478155" y="165900"/>
                  </a:moveTo>
                  <a:lnTo>
                    <a:pt x="476173" y="156095"/>
                  </a:lnTo>
                  <a:lnTo>
                    <a:pt x="470776" y="148094"/>
                  </a:lnTo>
                  <a:lnTo>
                    <a:pt x="462775" y="142697"/>
                  </a:lnTo>
                  <a:lnTo>
                    <a:pt x="452983" y="140716"/>
                  </a:lnTo>
                  <a:lnTo>
                    <a:pt x="253136" y="140716"/>
                  </a:lnTo>
                  <a:lnTo>
                    <a:pt x="253136" y="189230"/>
                  </a:lnTo>
                  <a:lnTo>
                    <a:pt x="253136" y="204774"/>
                  </a:lnTo>
                  <a:lnTo>
                    <a:pt x="246849" y="211074"/>
                  </a:lnTo>
                  <a:lnTo>
                    <a:pt x="231305" y="211074"/>
                  </a:lnTo>
                  <a:lnTo>
                    <a:pt x="225005" y="204774"/>
                  </a:lnTo>
                  <a:lnTo>
                    <a:pt x="225005" y="189230"/>
                  </a:lnTo>
                  <a:lnTo>
                    <a:pt x="231305" y="182930"/>
                  </a:lnTo>
                  <a:lnTo>
                    <a:pt x="246849" y="182930"/>
                  </a:lnTo>
                  <a:lnTo>
                    <a:pt x="253136" y="189230"/>
                  </a:lnTo>
                  <a:lnTo>
                    <a:pt x="253136" y="140716"/>
                  </a:lnTo>
                  <a:lnTo>
                    <a:pt x="182816" y="140716"/>
                  </a:lnTo>
                  <a:lnTo>
                    <a:pt x="182816" y="189230"/>
                  </a:lnTo>
                  <a:lnTo>
                    <a:pt x="182816" y="204774"/>
                  </a:lnTo>
                  <a:lnTo>
                    <a:pt x="176530" y="211074"/>
                  </a:lnTo>
                  <a:lnTo>
                    <a:pt x="160985" y="211074"/>
                  </a:lnTo>
                  <a:lnTo>
                    <a:pt x="154698" y="204774"/>
                  </a:lnTo>
                  <a:lnTo>
                    <a:pt x="154698" y="189230"/>
                  </a:lnTo>
                  <a:lnTo>
                    <a:pt x="160985" y="182930"/>
                  </a:lnTo>
                  <a:lnTo>
                    <a:pt x="176530" y="182930"/>
                  </a:lnTo>
                  <a:lnTo>
                    <a:pt x="182816" y="189230"/>
                  </a:lnTo>
                  <a:lnTo>
                    <a:pt x="182816" y="140716"/>
                  </a:lnTo>
                  <a:lnTo>
                    <a:pt x="112509" y="140716"/>
                  </a:lnTo>
                  <a:lnTo>
                    <a:pt x="112509" y="189230"/>
                  </a:lnTo>
                  <a:lnTo>
                    <a:pt x="112509" y="204774"/>
                  </a:lnTo>
                  <a:lnTo>
                    <a:pt x="106210" y="211074"/>
                  </a:lnTo>
                  <a:lnTo>
                    <a:pt x="90665" y="211074"/>
                  </a:lnTo>
                  <a:lnTo>
                    <a:pt x="84378" y="204774"/>
                  </a:lnTo>
                  <a:lnTo>
                    <a:pt x="84378" y="189230"/>
                  </a:lnTo>
                  <a:lnTo>
                    <a:pt x="90665" y="182930"/>
                  </a:lnTo>
                  <a:lnTo>
                    <a:pt x="106210" y="182930"/>
                  </a:lnTo>
                  <a:lnTo>
                    <a:pt x="112509" y="189230"/>
                  </a:lnTo>
                  <a:lnTo>
                    <a:pt x="112509" y="140716"/>
                  </a:lnTo>
                  <a:lnTo>
                    <a:pt x="53301" y="140716"/>
                  </a:lnTo>
                  <a:lnTo>
                    <a:pt x="43497" y="142697"/>
                  </a:lnTo>
                  <a:lnTo>
                    <a:pt x="35496" y="148094"/>
                  </a:lnTo>
                  <a:lnTo>
                    <a:pt x="30099" y="156095"/>
                  </a:lnTo>
                  <a:lnTo>
                    <a:pt x="28130" y="165900"/>
                  </a:lnTo>
                  <a:lnTo>
                    <a:pt x="28130" y="228104"/>
                  </a:lnTo>
                  <a:lnTo>
                    <a:pt x="30099" y="237909"/>
                  </a:lnTo>
                  <a:lnTo>
                    <a:pt x="35496" y="245910"/>
                  </a:lnTo>
                  <a:lnTo>
                    <a:pt x="43497" y="251307"/>
                  </a:lnTo>
                  <a:lnTo>
                    <a:pt x="53301" y="253288"/>
                  </a:lnTo>
                  <a:lnTo>
                    <a:pt x="452983" y="253288"/>
                  </a:lnTo>
                  <a:lnTo>
                    <a:pt x="462775" y="251307"/>
                  </a:lnTo>
                  <a:lnTo>
                    <a:pt x="470776" y="245910"/>
                  </a:lnTo>
                  <a:lnTo>
                    <a:pt x="476173" y="237909"/>
                  </a:lnTo>
                  <a:lnTo>
                    <a:pt x="478155" y="228104"/>
                  </a:lnTo>
                  <a:lnTo>
                    <a:pt x="478155" y="211074"/>
                  </a:lnTo>
                  <a:lnTo>
                    <a:pt x="478155" y="182930"/>
                  </a:lnTo>
                  <a:lnTo>
                    <a:pt x="478155" y="165900"/>
                  </a:lnTo>
                  <a:close/>
                </a:path>
                <a:path w="506729" h="520700">
                  <a:moveTo>
                    <a:pt x="478155" y="25196"/>
                  </a:moveTo>
                  <a:lnTo>
                    <a:pt x="476173" y="15379"/>
                  </a:lnTo>
                  <a:lnTo>
                    <a:pt x="470776" y="7378"/>
                  </a:lnTo>
                  <a:lnTo>
                    <a:pt x="462775" y="1981"/>
                  </a:lnTo>
                  <a:lnTo>
                    <a:pt x="452983" y="0"/>
                  </a:lnTo>
                  <a:lnTo>
                    <a:pt x="253136" y="0"/>
                  </a:lnTo>
                  <a:lnTo>
                    <a:pt x="253136" y="48526"/>
                  </a:lnTo>
                  <a:lnTo>
                    <a:pt x="253136" y="64058"/>
                  </a:lnTo>
                  <a:lnTo>
                    <a:pt x="246849" y="70358"/>
                  </a:lnTo>
                  <a:lnTo>
                    <a:pt x="231305" y="70358"/>
                  </a:lnTo>
                  <a:lnTo>
                    <a:pt x="225005" y="64058"/>
                  </a:lnTo>
                  <a:lnTo>
                    <a:pt x="225005" y="48526"/>
                  </a:lnTo>
                  <a:lnTo>
                    <a:pt x="231305" y="42214"/>
                  </a:lnTo>
                  <a:lnTo>
                    <a:pt x="246849" y="42214"/>
                  </a:lnTo>
                  <a:lnTo>
                    <a:pt x="253136" y="48526"/>
                  </a:lnTo>
                  <a:lnTo>
                    <a:pt x="253136" y="0"/>
                  </a:lnTo>
                  <a:lnTo>
                    <a:pt x="182816" y="0"/>
                  </a:lnTo>
                  <a:lnTo>
                    <a:pt x="182816" y="48526"/>
                  </a:lnTo>
                  <a:lnTo>
                    <a:pt x="182816" y="64058"/>
                  </a:lnTo>
                  <a:lnTo>
                    <a:pt x="176530" y="70358"/>
                  </a:lnTo>
                  <a:lnTo>
                    <a:pt x="160985" y="70358"/>
                  </a:lnTo>
                  <a:lnTo>
                    <a:pt x="154698" y="64058"/>
                  </a:lnTo>
                  <a:lnTo>
                    <a:pt x="154698" y="48526"/>
                  </a:lnTo>
                  <a:lnTo>
                    <a:pt x="160985" y="42214"/>
                  </a:lnTo>
                  <a:lnTo>
                    <a:pt x="176530" y="42214"/>
                  </a:lnTo>
                  <a:lnTo>
                    <a:pt x="182816" y="48526"/>
                  </a:lnTo>
                  <a:lnTo>
                    <a:pt x="182816" y="0"/>
                  </a:lnTo>
                  <a:lnTo>
                    <a:pt x="112509" y="0"/>
                  </a:lnTo>
                  <a:lnTo>
                    <a:pt x="112509" y="48526"/>
                  </a:lnTo>
                  <a:lnTo>
                    <a:pt x="112509" y="64058"/>
                  </a:lnTo>
                  <a:lnTo>
                    <a:pt x="106210" y="70358"/>
                  </a:lnTo>
                  <a:lnTo>
                    <a:pt x="90665" y="70358"/>
                  </a:lnTo>
                  <a:lnTo>
                    <a:pt x="84378" y="64058"/>
                  </a:lnTo>
                  <a:lnTo>
                    <a:pt x="84378" y="48526"/>
                  </a:lnTo>
                  <a:lnTo>
                    <a:pt x="90665" y="42214"/>
                  </a:lnTo>
                  <a:lnTo>
                    <a:pt x="106210" y="42214"/>
                  </a:lnTo>
                  <a:lnTo>
                    <a:pt x="112509" y="48526"/>
                  </a:lnTo>
                  <a:lnTo>
                    <a:pt x="112509" y="0"/>
                  </a:lnTo>
                  <a:lnTo>
                    <a:pt x="53301" y="0"/>
                  </a:lnTo>
                  <a:lnTo>
                    <a:pt x="43497" y="1981"/>
                  </a:lnTo>
                  <a:lnTo>
                    <a:pt x="35496" y="7378"/>
                  </a:lnTo>
                  <a:lnTo>
                    <a:pt x="30099" y="15379"/>
                  </a:lnTo>
                  <a:lnTo>
                    <a:pt x="28130" y="25196"/>
                  </a:lnTo>
                  <a:lnTo>
                    <a:pt x="28130" y="87388"/>
                  </a:lnTo>
                  <a:lnTo>
                    <a:pt x="30099" y="97193"/>
                  </a:lnTo>
                  <a:lnTo>
                    <a:pt x="35496" y="105194"/>
                  </a:lnTo>
                  <a:lnTo>
                    <a:pt x="43497" y="110591"/>
                  </a:lnTo>
                  <a:lnTo>
                    <a:pt x="53301" y="112572"/>
                  </a:lnTo>
                  <a:lnTo>
                    <a:pt x="452983" y="112572"/>
                  </a:lnTo>
                  <a:lnTo>
                    <a:pt x="462775" y="110591"/>
                  </a:lnTo>
                  <a:lnTo>
                    <a:pt x="470776" y="105194"/>
                  </a:lnTo>
                  <a:lnTo>
                    <a:pt x="476173" y="97193"/>
                  </a:lnTo>
                  <a:lnTo>
                    <a:pt x="478155" y="87388"/>
                  </a:lnTo>
                  <a:lnTo>
                    <a:pt x="478155" y="70358"/>
                  </a:lnTo>
                  <a:lnTo>
                    <a:pt x="478155" y="42214"/>
                  </a:lnTo>
                  <a:lnTo>
                    <a:pt x="478155" y="25196"/>
                  </a:lnTo>
                  <a:close/>
                </a:path>
                <a:path w="506729" h="520700">
                  <a:moveTo>
                    <a:pt x="506285" y="478421"/>
                  </a:moveTo>
                  <a:lnTo>
                    <a:pt x="302361" y="478421"/>
                  </a:lnTo>
                  <a:lnTo>
                    <a:pt x="302361" y="520636"/>
                  </a:lnTo>
                  <a:lnTo>
                    <a:pt x="506285" y="520636"/>
                  </a:lnTo>
                  <a:lnTo>
                    <a:pt x="506285" y="4784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34147" y="2265425"/>
            <a:ext cx="1856105" cy="60896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289560">
              <a:lnSpc>
                <a:spcPct val="101600"/>
              </a:lnSpc>
              <a:spcBef>
                <a:spcPts val="60"/>
              </a:spcBef>
            </a:pPr>
            <a:r>
              <a:rPr sz="1900" dirty="0">
                <a:latin typeface="Calibri"/>
                <a:cs typeface="Calibri"/>
              </a:rPr>
              <a:t>PURPOSE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OF </a:t>
            </a:r>
            <a:r>
              <a:rPr sz="1900" spc="-45" dirty="0">
                <a:latin typeface="Calibri"/>
                <a:cs typeface="Calibri"/>
              </a:rPr>
              <a:t>DATABASE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0157459" y="728472"/>
            <a:ext cx="1188720" cy="1188720"/>
            <a:chOff x="10157459" y="728472"/>
            <a:chExt cx="1188720" cy="1188720"/>
          </a:xfrm>
        </p:grpSpPr>
        <p:sp>
          <p:nvSpPr>
            <p:cNvPr id="15" name="object 15"/>
            <p:cNvSpPr/>
            <p:nvPr/>
          </p:nvSpPr>
          <p:spPr>
            <a:xfrm>
              <a:off x="10157459" y="728472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1188720" y="0"/>
                  </a:moveTo>
                  <a:lnTo>
                    <a:pt x="353314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4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3"/>
                  </a:lnTo>
                  <a:lnTo>
                    <a:pt x="0" y="1188719"/>
                  </a:lnTo>
                  <a:lnTo>
                    <a:pt x="835406" y="1188719"/>
                  </a:lnTo>
                  <a:lnTo>
                    <a:pt x="883336" y="1185493"/>
                  </a:lnTo>
                  <a:lnTo>
                    <a:pt x="929310" y="1176095"/>
                  </a:lnTo>
                  <a:lnTo>
                    <a:pt x="972907" y="1160946"/>
                  </a:lnTo>
                  <a:lnTo>
                    <a:pt x="1013704" y="1140469"/>
                  </a:lnTo>
                  <a:lnTo>
                    <a:pt x="1051281" y="1115084"/>
                  </a:lnTo>
                  <a:lnTo>
                    <a:pt x="1085215" y="1085214"/>
                  </a:lnTo>
                  <a:lnTo>
                    <a:pt x="1115084" y="1051281"/>
                  </a:lnTo>
                  <a:lnTo>
                    <a:pt x="1140469" y="1013704"/>
                  </a:lnTo>
                  <a:lnTo>
                    <a:pt x="1160946" y="972907"/>
                  </a:lnTo>
                  <a:lnTo>
                    <a:pt x="1176095" y="929310"/>
                  </a:lnTo>
                  <a:lnTo>
                    <a:pt x="1185493" y="883336"/>
                  </a:lnTo>
                  <a:lnTo>
                    <a:pt x="1188720" y="835405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513860" y="1084935"/>
              <a:ext cx="478155" cy="479425"/>
            </a:xfrm>
            <a:custGeom>
              <a:avLst/>
              <a:gdLst/>
              <a:ahLst/>
              <a:cxnLst/>
              <a:rect l="l" t="t" r="r" b="b"/>
              <a:pathLst>
                <a:path w="478154" h="479425">
                  <a:moveTo>
                    <a:pt x="161734" y="147764"/>
                  </a:moveTo>
                  <a:lnTo>
                    <a:pt x="84378" y="147764"/>
                  </a:lnTo>
                  <a:lnTo>
                    <a:pt x="84378" y="394004"/>
                  </a:lnTo>
                  <a:lnTo>
                    <a:pt x="161734" y="394004"/>
                  </a:lnTo>
                  <a:lnTo>
                    <a:pt x="161734" y="147764"/>
                  </a:lnTo>
                  <a:close/>
                </a:path>
                <a:path w="478154" h="479425">
                  <a:moveTo>
                    <a:pt x="267208" y="12"/>
                  </a:moveTo>
                  <a:lnTo>
                    <a:pt x="189852" y="12"/>
                  </a:lnTo>
                  <a:lnTo>
                    <a:pt x="189852" y="394004"/>
                  </a:lnTo>
                  <a:lnTo>
                    <a:pt x="267208" y="394004"/>
                  </a:lnTo>
                  <a:lnTo>
                    <a:pt x="267208" y="12"/>
                  </a:lnTo>
                  <a:close/>
                </a:path>
                <a:path w="478154" h="479425">
                  <a:moveTo>
                    <a:pt x="372681" y="147764"/>
                  </a:moveTo>
                  <a:lnTo>
                    <a:pt x="295338" y="147764"/>
                  </a:lnTo>
                  <a:lnTo>
                    <a:pt x="295338" y="394004"/>
                  </a:lnTo>
                  <a:lnTo>
                    <a:pt x="372681" y="394004"/>
                  </a:lnTo>
                  <a:lnTo>
                    <a:pt x="372681" y="147764"/>
                  </a:lnTo>
                  <a:close/>
                </a:path>
                <a:path w="478154" h="479425">
                  <a:moveTo>
                    <a:pt x="478155" y="435724"/>
                  </a:moveTo>
                  <a:lnTo>
                    <a:pt x="42189" y="435724"/>
                  </a:lnTo>
                  <a:lnTo>
                    <a:pt x="42189" y="0"/>
                  </a:lnTo>
                  <a:lnTo>
                    <a:pt x="0" y="0"/>
                  </a:lnTo>
                  <a:lnTo>
                    <a:pt x="0" y="435724"/>
                  </a:lnTo>
                  <a:lnTo>
                    <a:pt x="0" y="478917"/>
                  </a:lnTo>
                  <a:lnTo>
                    <a:pt x="478155" y="478917"/>
                  </a:lnTo>
                  <a:lnTo>
                    <a:pt x="478155" y="435724"/>
                  </a:lnTo>
                  <a:close/>
                </a:path>
                <a:path w="478154" h="479425">
                  <a:moveTo>
                    <a:pt x="478155" y="267373"/>
                  </a:moveTo>
                  <a:lnTo>
                    <a:pt x="400812" y="267373"/>
                  </a:lnTo>
                  <a:lnTo>
                    <a:pt x="400812" y="394004"/>
                  </a:lnTo>
                  <a:lnTo>
                    <a:pt x="478155" y="394004"/>
                  </a:lnTo>
                  <a:lnTo>
                    <a:pt x="478155" y="2673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034143" y="2265425"/>
            <a:ext cx="14389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VIEW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70" dirty="0"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76315" y="3496055"/>
            <a:ext cx="1188720" cy="1188720"/>
            <a:chOff x="5576315" y="3496055"/>
            <a:chExt cx="1188720" cy="1188720"/>
          </a:xfrm>
        </p:grpSpPr>
        <p:sp>
          <p:nvSpPr>
            <p:cNvPr id="19" name="object 19"/>
            <p:cNvSpPr/>
            <p:nvPr/>
          </p:nvSpPr>
          <p:spPr>
            <a:xfrm>
              <a:off x="5576315" y="3496055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1188719" y="0"/>
                  </a:moveTo>
                  <a:lnTo>
                    <a:pt x="353313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5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4"/>
                  </a:lnTo>
                  <a:lnTo>
                    <a:pt x="0" y="1188720"/>
                  </a:lnTo>
                  <a:lnTo>
                    <a:pt x="835406" y="1188720"/>
                  </a:lnTo>
                  <a:lnTo>
                    <a:pt x="883336" y="1185493"/>
                  </a:lnTo>
                  <a:lnTo>
                    <a:pt x="929310" y="1176095"/>
                  </a:lnTo>
                  <a:lnTo>
                    <a:pt x="972907" y="1160946"/>
                  </a:lnTo>
                  <a:lnTo>
                    <a:pt x="1013704" y="1140469"/>
                  </a:lnTo>
                  <a:lnTo>
                    <a:pt x="1051281" y="1115084"/>
                  </a:lnTo>
                  <a:lnTo>
                    <a:pt x="1085214" y="1085215"/>
                  </a:lnTo>
                  <a:lnTo>
                    <a:pt x="1115084" y="1051281"/>
                  </a:lnTo>
                  <a:lnTo>
                    <a:pt x="1140469" y="1013704"/>
                  </a:lnTo>
                  <a:lnTo>
                    <a:pt x="1160946" y="972907"/>
                  </a:lnTo>
                  <a:lnTo>
                    <a:pt x="1176095" y="929310"/>
                  </a:lnTo>
                  <a:lnTo>
                    <a:pt x="1185493" y="883336"/>
                  </a:lnTo>
                  <a:lnTo>
                    <a:pt x="1188719" y="835406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890526" y="3894442"/>
              <a:ext cx="562610" cy="394335"/>
            </a:xfrm>
            <a:custGeom>
              <a:avLst/>
              <a:gdLst/>
              <a:ahLst/>
              <a:cxnLst/>
              <a:rect l="l" t="t" r="r" b="b"/>
              <a:pathLst>
                <a:path w="562610" h="394335">
                  <a:moveTo>
                    <a:pt x="210947" y="155092"/>
                  </a:moveTo>
                  <a:lnTo>
                    <a:pt x="182829" y="155092"/>
                  </a:lnTo>
                  <a:lnTo>
                    <a:pt x="182829" y="239522"/>
                  </a:lnTo>
                  <a:lnTo>
                    <a:pt x="210947" y="239522"/>
                  </a:lnTo>
                  <a:lnTo>
                    <a:pt x="210947" y="155092"/>
                  </a:lnTo>
                  <a:close/>
                </a:path>
                <a:path w="562610" h="394335">
                  <a:moveTo>
                    <a:pt x="210947" y="42519"/>
                  </a:moveTo>
                  <a:lnTo>
                    <a:pt x="182829" y="42519"/>
                  </a:lnTo>
                  <a:lnTo>
                    <a:pt x="182829" y="126949"/>
                  </a:lnTo>
                  <a:lnTo>
                    <a:pt x="210947" y="126949"/>
                  </a:lnTo>
                  <a:lnTo>
                    <a:pt x="210947" y="42519"/>
                  </a:lnTo>
                  <a:close/>
                </a:path>
                <a:path w="562610" h="394335">
                  <a:moveTo>
                    <a:pt x="379717" y="155092"/>
                  </a:moveTo>
                  <a:lnTo>
                    <a:pt x="351586" y="155092"/>
                  </a:lnTo>
                  <a:lnTo>
                    <a:pt x="351586" y="239522"/>
                  </a:lnTo>
                  <a:lnTo>
                    <a:pt x="379717" y="239522"/>
                  </a:lnTo>
                  <a:lnTo>
                    <a:pt x="379717" y="155092"/>
                  </a:lnTo>
                  <a:close/>
                </a:path>
                <a:path w="562610" h="394335">
                  <a:moveTo>
                    <a:pt x="379717" y="42519"/>
                  </a:moveTo>
                  <a:lnTo>
                    <a:pt x="351586" y="42519"/>
                  </a:lnTo>
                  <a:lnTo>
                    <a:pt x="351586" y="126949"/>
                  </a:lnTo>
                  <a:lnTo>
                    <a:pt x="379717" y="126949"/>
                  </a:lnTo>
                  <a:lnTo>
                    <a:pt x="379717" y="42519"/>
                  </a:lnTo>
                  <a:close/>
                </a:path>
                <a:path w="562610" h="394335">
                  <a:moveTo>
                    <a:pt x="562533" y="155092"/>
                  </a:moveTo>
                  <a:lnTo>
                    <a:pt x="520344" y="155092"/>
                  </a:lnTo>
                  <a:lnTo>
                    <a:pt x="520344" y="239522"/>
                  </a:lnTo>
                  <a:lnTo>
                    <a:pt x="562533" y="239522"/>
                  </a:lnTo>
                  <a:lnTo>
                    <a:pt x="562533" y="155092"/>
                  </a:lnTo>
                  <a:close/>
                </a:path>
                <a:path w="562610" h="394335">
                  <a:moveTo>
                    <a:pt x="562533" y="42519"/>
                  </a:moveTo>
                  <a:lnTo>
                    <a:pt x="520344" y="42519"/>
                  </a:lnTo>
                  <a:lnTo>
                    <a:pt x="520344" y="126949"/>
                  </a:lnTo>
                  <a:lnTo>
                    <a:pt x="562533" y="126949"/>
                  </a:lnTo>
                  <a:lnTo>
                    <a:pt x="562533" y="42519"/>
                  </a:lnTo>
                  <a:close/>
                </a:path>
                <a:path w="562610" h="394335">
                  <a:moveTo>
                    <a:pt x="562533" y="0"/>
                  </a:moveTo>
                  <a:lnTo>
                    <a:pt x="0" y="0"/>
                  </a:lnTo>
                  <a:lnTo>
                    <a:pt x="0" y="41922"/>
                  </a:lnTo>
                  <a:lnTo>
                    <a:pt x="0" y="127038"/>
                  </a:lnTo>
                  <a:lnTo>
                    <a:pt x="0" y="393801"/>
                  </a:lnTo>
                  <a:lnTo>
                    <a:pt x="562533" y="393801"/>
                  </a:lnTo>
                  <a:lnTo>
                    <a:pt x="562533" y="240093"/>
                  </a:lnTo>
                  <a:lnTo>
                    <a:pt x="520344" y="240093"/>
                  </a:lnTo>
                  <a:lnTo>
                    <a:pt x="520344" y="268046"/>
                  </a:lnTo>
                  <a:lnTo>
                    <a:pt x="520344" y="351878"/>
                  </a:lnTo>
                  <a:lnTo>
                    <a:pt x="379717" y="351878"/>
                  </a:lnTo>
                  <a:lnTo>
                    <a:pt x="379717" y="268046"/>
                  </a:lnTo>
                  <a:lnTo>
                    <a:pt x="520344" y="268046"/>
                  </a:lnTo>
                  <a:lnTo>
                    <a:pt x="520344" y="240093"/>
                  </a:lnTo>
                  <a:lnTo>
                    <a:pt x="351586" y="240093"/>
                  </a:lnTo>
                  <a:lnTo>
                    <a:pt x="351586" y="268046"/>
                  </a:lnTo>
                  <a:lnTo>
                    <a:pt x="351586" y="351878"/>
                  </a:lnTo>
                  <a:lnTo>
                    <a:pt x="210947" y="351878"/>
                  </a:lnTo>
                  <a:lnTo>
                    <a:pt x="210947" y="268046"/>
                  </a:lnTo>
                  <a:lnTo>
                    <a:pt x="351586" y="268046"/>
                  </a:lnTo>
                  <a:lnTo>
                    <a:pt x="351586" y="240093"/>
                  </a:lnTo>
                  <a:lnTo>
                    <a:pt x="182829" y="240093"/>
                  </a:lnTo>
                  <a:lnTo>
                    <a:pt x="182829" y="268046"/>
                  </a:lnTo>
                  <a:lnTo>
                    <a:pt x="182829" y="351878"/>
                  </a:lnTo>
                  <a:lnTo>
                    <a:pt x="42189" y="351878"/>
                  </a:lnTo>
                  <a:lnTo>
                    <a:pt x="42189" y="268046"/>
                  </a:lnTo>
                  <a:lnTo>
                    <a:pt x="182829" y="268046"/>
                  </a:lnTo>
                  <a:lnTo>
                    <a:pt x="182829" y="240093"/>
                  </a:lnTo>
                  <a:lnTo>
                    <a:pt x="42189" y="240093"/>
                  </a:lnTo>
                  <a:lnTo>
                    <a:pt x="42189" y="154978"/>
                  </a:lnTo>
                  <a:lnTo>
                    <a:pt x="562533" y="154978"/>
                  </a:lnTo>
                  <a:lnTo>
                    <a:pt x="562533" y="127038"/>
                  </a:lnTo>
                  <a:lnTo>
                    <a:pt x="42189" y="127038"/>
                  </a:lnTo>
                  <a:lnTo>
                    <a:pt x="42189" y="41922"/>
                  </a:lnTo>
                  <a:lnTo>
                    <a:pt x="562533" y="41922"/>
                  </a:lnTo>
                  <a:lnTo>
                    <a:pt x="5625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557265" y="5033009"/>
            <a:ext cx="1228725" cy="6089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59690" marR="5080" indent="-47625">
              <a:lnSpc>
                <a:spcPct val="101699"/>
              </a:lnSpc>
              <a:spcBef>
                <a:spcPts val="55"/>
              </a:spcBef>
            </a:pPr>
            <a:r>
              <a:rPr sz="1900" spc="-30" dirty="0">
                <a:latin typeface="Calibri"/>
                <a:cs typeface="Calibri"/>
              </a:rPr>
              <a:t>RELATIONAL </a:t>
            </a:r>
            <a:r>
              <a:rPr sz="1900" spc="-10" dirty="0">
                <a:latin typeface="Calibri"/>
                <a:cs typeface="Calibri"/>
              </a:rPr>
              <a:t>DATABASES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866888" y="3496055"/>
            <a:ext cx="1188720" cy="1188720"/>
            <a:chOff x="7866888" y="3496055"/>
            <a:chExt cx="1188720" cy="1188720"/>
          </a:xfrm>
        </p:grpSpPr>
        <p:sp>
          <p:nvSpPr>
            <p:cNvPr id="23" name="object 23"/>
            <p:cNvSpPr/>
            <p:nvPr/>
          </p:nvSpPr>
          <p:spPr>
            <a:xfrm>
              <a:off x="7866888" y="3496055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1188719" y="0"/>
                  </a:moveTo>
                  <a:lnTo>
                    <a:pt x="353313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4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4"/>
                  </a:lnTo>
                  <a:lnTo>
                    <a:pt x="0" y="1188720"/>
                  </a:lnTo>
                  <a:lnTo>
                    <a:pt x="835405" y="1188720"/>
                  </a:lnTo>
                  <a:lnTo>
                    <a:pt x="883336" y="1185493"/>
                  </a:lnTo>
                  <a:lnTo>
                    <a:pt x="929310" y="1176095"/>
                  </a:lnTo>
                  <a:lnTo>
                    <a:pt x="972907" y="1160946"/>
                  </a:lnTo>
                  <a:lnTo>
                    <a:pt x="1013704" y="1140469"/>
                  </a:lnTo>
                  <a:lnTo>
                    <a:pt x="1051281" y="1115084"/>
                  </a:lnTo>
                  <a:lnTo>
                    <a:pt x="1085214" y="1085215"/>
                  </a:lnTo>
                  <a:lnTo>
                    <a:pt x="1115084" y="1051281"/>
                  </a:lnTo>
                  <a:lnTo>
                    <a:pt x="1140469" y="1013704"/>
                  </a:lnTo>
                  <a:lnTo>
                    <a:pt x="1160946" y="972907"/>
                  </a:lnTo>
                  <a:lnTo>
                    <a:pt x="1176095" y="929310"/>
                  </a:lnTo>
                  <a:lnTo>
                    <a:pt x="1185493" y="883336"/>
                  </a:lnTo>
                  <a:lnTo>
                    <a:pt x="1188719" y="835406"/>
                  </a:lnTo>
                  <a:lnTo>
                    <a:pt x="118871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138909" y="3894746"/>
              <a:ext cx="647065" cy="394335"/>
            </a:xfrm>
            <a:custGeom>
              <a:avLst/>
              <a:gdLst/>
              <a:ahLst/>
              <a:cxnLst/>
              <a:rect l="l" t="t" r="r" b="b"/>
              <a:pathLst>
                <a:path w="647065" h="394335">
                  <a:moveTo>
                    <a:pt x="421906" y="28143"/>
                  </a:moveTo>
                  <a:lnTo>
                    <a:pt x="419684" y="17221"/>
                  </a:lnTo>
                  <a:lnTo>
                    <a:pt x="413639" y="8267"/>
                  </a:lnTo>
                  <a:lnTo>
                    <a:pt x="404698" y="2222"/>
                  </a:lnTo>
                  <a:lnTo>
                    <a:pt x="393776" y="0"/>
                  </a:lnTo>
                  <a:lnTo>
                    <a:pt x="379717" y="0"/>
                  </a:lnTo>
                  <a:lnTo>
                    <a:pt x="379717" y="42214"/>
                  </a:lnTo>
                  <a:lnTo>
                    <a:pt x="379717" y="267360"/>
                  </a:lnTo>
                  <a:lnTo>
                    <a:pt x="42189" y="267360"/>
                  </a:lnTo>
                  <a:lnTo>
                    <a:pt x="42189" y="42214"/>
                  </a:lnTo>
                  <a:lnTo>
                    <a:pt x="379717" y="42214"/>
                  </a:lnTo>
                  <a:lnTo>
                    <a:pt x="379717" y="0"/>
                  </a:lnTo>
                  <a:lnTo>
                    <a:pt x="28130" y="0"/>
                  </a:lnTo>
                  <a:lnTo>
                    <a:pt x="17208" y="2222"/>
                  </a:lnTo>
                  <a:lnTo>
                    <a:pt x="8267" y="8267"/>
                  </a:lnTo>
                  <a:lnTo>
                    <a:pt x="2222" y="17221"/>
                  </a:lnTo>
                  <a:lnTo>
                    <a:pt x="0" y="28143"/>
                  </a:lnTo>
                  <a:lnTo>
                    <a:pt x="0" y="281432"/>
                  </a:lnTo>
                  <a:lnTo>
                    <a:pt x="2222" y="292354"/>
                  </a:lnTo>
                  <a:lnTo>
                    <a:pt x="8267" y="301307"/>
                  </a:lnTo>
                  <a:lnTo>
                    <a:pt x="17208" y="307352"/>
                  </a:lnTo>
                  <a:lnTo>
                    <a:pt x="28130" y="309562"/>
                  </a:lnTo>
                  <a:lnTo>
                    <a:pt x="168757" y="309562"/>
                  </a:lnTo>
                  <a:lnTo>
                    <a:pt x="168757" y="351777"/>
                  </a:lnTo>
                  <a:lnTo>
                    <a:pt x="105473" y="351777"/>
                  </a:lnTo>
                  <a:lnTo>
                    <a:pt x="105473" y="393992"/>
                  </a:lnTo>
                  <a:lnTo>
                    <a:pt x="316420" y="393992"/>
                  </a:lnTo>
                  <a:lnTo>
                    <a:pt x="316420" y="351777"/>
                  </a:lnTo>
                  <a:lnTo>
                    <a:pt x="253136" y="351777"/>
                  </a:lnTo>
                  <a:lnTo>
                    <a:pt x="253136" y="309562"/>
                  </a:lnTo>
                  <a:lnTo>
                    <a:pt x="393776" y="309562"/>
                  </a:lnTo>
                  <a:lnTo>
                    <a:pt x="404698" y="307352"/>
                  </a:lnTo>
                  <a:lnTo>
                    <a:pt x="413639" y="301307"/>
                  </a:lnTo>
                  <a:lnTo>
                    <a:pt x="419684" y="292354"/>
                  </a:lnTo>
                  <a:lnTo>
                    <a:pt x="421906" y="281432"/>
                  </a:lnTo>
                  <a:lnTo>
                    <a:pt x="421906" y="267360"/>
                  </a:lnTo>
                  <a:lnTo>
                    <a:pt x="421906" y="42214"/>
                  </a:lnTo>
                  <a:lnTo>
                    <a:pt x="421906" y="28143"/>
                  </a:lnTo>
                  <a:close/>
                </a:path>
                <a:path w="647065" h="394335">
                  <a:moveTo>
                    <a:pt x="646912" y="28143"/>
                  </a:moveTo>
                  <a:lnTo>
                    <a:pt x="644702" y="17221"/>
                  </a:lnTo>
                  <a:lnTo>
                    <a:pt x="638657" y="8267"/>
                  </a:lnTo>
                  <a:lnTo>
                    <a:pt x="629716" y="2222"/>
                  </a:lnTo>
                  <a:lnTo>
                    <a:pt x="618794" y="0"/>
                  </a:lnTo>
                  <a:lnTo>
                    <a:pt x="618794" y="28143"/>
                  </a:lnTo>
                  <a:lnTo>
                    <a:pt x="618794" y="70358"/>
                  </a:lnTo>
                  <a:lnTo>
                    <a:pt x="618794" y="98501"/>
                  </a:lnTo>
                  <a:lnTo>
                    <a:pt x="618794" y="140716"/>
                  </a:lnTo>
                  <a:lnTo>
                    <a:pt x="569569" y="140716"/>
                  </a:lnTo>
                  <a:lnTo>
                    <a:pt x="569569" y="330669"/>
                  </a:lnTo>
                  <a:lnTo>
                    <a:pt x="567956" y="339013"/>
                  </a:lnTo>
                  <a:lnTo>
                    <a:pt x="563499" y="345719"/>
                  </a:lnTo>
                  <a:lnTo>
                    <a:pt x="556806" y="350164"/>
                  </a:lnTo>
                  <a:lnTo>
                    <a:pt x="548474" y="351777"/>
                  </a:lnTo>
                  <a:lnTo>
                    <a:pt x="540131" y="350164"/>
                  </a:lnTo>
                  <a:lnTo>
                    <a:pt x="533438" y="345719"/>
                  </a:lnTo>
                  <a:lnTo>
                    <a:pt x="528993" y="339013"/>
                  </a:lnTo>
                  <a:lnTo>
                    <a:pt x="527380" y="330669"/>
                  </a:lnTo>
                  <a:lnTo>
                    <a:pt x="528993" y="322326"/>
                  </a:lnTo>
                  <a:lnTo>
                    <a:pt x="567956" y="322326"/>
                  </a:lnTo>
                  <a:lnTo>
                    <a:pt x="569569" y="330669"/>
                  </a:lnTo>
                  <a:lnTo>
                    <a:pt x="569569" y="140716"/>
                  </a:lnTo>
                  <a:lnTo>
                    <a:pt x="478155" y="140716"/>
                  </a:lnTo>
                  <a:lnTo>
                    <a:pt x="478155" y="98501"/>
                  </a:lnTo>
                  <a:lnTo>
                    <a:pt x="618794" y="98501"/>
                  </a:lnTo>
                  <a:lnTo>
                    <a:pt x="618794" y="70358"/>
                  </a:lnTo>
                  <a:lnTo>
                    <a:pt x="478155" y="70358"/>
                  </a:lnTo>
                  <a:lnTo>
                    <a:pt x="478155" y="28143"/>
                  </a:lnTo>
                  <a:lnTo>
                    <a:pt x="618794" y="28143"/>
                  </a:lnTo>
                  <a:lnTo>
                    <a:pt x="618794" y="0"/>
                  </a:lnTo>
                  <a:lnTo>
                    <a:pt x="478155" y="0"/>
                  </a:lnTo>
                  <a:lnTo>
                    <a:pt x="467233" y="2222"/>
                  </a:lnTo>
                  <a:lnTo>
                    <a:pt x="458292" y="8267"/>
                  </a:lnTo>
                  <a:lnTo>
                    <a:pt x="452247" y="17221"/>
                  </a:lnTo>
                  <a:lnTo>
                    <a:pt x="450024" y="28143"/>
                  </a:lnTo>
                  <a:lnTo>
                    <a:pt x="450024" y="365848"/>
                  </a:lnTo>
                  <a:lnTo>
                    <a:pt x="452247" y="376783"/>
                  </a:lnTo>
                  <a:lnTo>
                    <a:pt x="458292" y="385724"/>
                  </a:lnTo>
                  <a:lnTo>
                    <a:pt x="467233" y="391769"/>
                  </a:lnTo>
                  <a:lnTo>
                    <a:pt x="478155" y="393992"/>
                  </a:lnTo>
                  <a:lnTo>
                    <a:pt x="618794" y="393992"/>
                  </a:lnTo>
                  <a:lnTo>
                    <a:pt x="629716" y="391769"/>
                  </a:lnTo>
                  <a:lnTo>
                    <a:pt x="638657" y="385724"/>
                  </a:lnTo>
                  <a:lnTo>
                    <a:pt x="644702" y="376783"/>
                  </a:lnTo>
                  <a:lnTo>
                    <a:pt x="646912" y="365848"/>
                  </a:lnTo>
                  <a:lnTo>
                    <a:pt x="646912" y="351777"/>
                  </a:lnTo>
                  <a:lnTo>
                    <a:pt x="646912" y="309562"/>
                  </a:lnTo>
                  <a:lnTo>
                    <a:pt x="646912" y="140716"/>
                  </a:lnTo>
                  <a:lnTo>
                    <a:pt x="646912" y="98501"/>
                  </a:lnTo>
                  <a:lnTo>
                    <a:pt x="646912" y="70358"/>
                  </a:lnTo>
                  <a:lnTo>
                    <a:pt x="646912" y="281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04835" y="5033009"/>
            <a:ext cx="1513205" cy="6089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245110">
              <a:lnSpc>
                <a:spcPct val="101699"/>
              </a:lnSpc>
              <a:spcBef>
                <a:spcPts val="55"/>
              </a:spcBef>
            </a:pPr>
            <a:r>
              <a:rPr sz="1900" spc="-10" dirty="0">
                <a:latin typeface="Calibri"/>
                <a:cs typeface="Calibri"/>
              </a:rPr>
              <a:t>DATABASE ARCHITECTURE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0157459" y="3496055"/>
            <a:ext cx="1188720" cy="1188720"/>
            <a:chOff x="10157459" y="3496055"/>
            <a:chExt cx="1188720" cy="1188720"/>
          </a:xfrm>
        </p:grpSpPr>
        <p:sp>
          <p:nvSpPr>
            <p:cNvPr id="27" name="object 27"/>
            <p:cNvSpPr/>
            <p:nvPr/>
          </p:nvSpPr>
          <p:spPr>
            <a:xfrm>
              <a:off x="10157459" y="3496055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1188720" y="0"/>
                  </a:moveTo>
                  <a:lnTo>
                    <a:pt x="353314" y="0"/>
                  </a:lnTo>
                  <a:lnTo>
                    <a:pt x="305383" y="3226"/>
                  </a:lnTo>
                  <a:lnTo>
                    <a:pt x="259409" y="12624"/>
                  </a:lnTo>
                  <a:lnTo>
                    <a:pt x="215812" y="27773"/>
                  </a:lnTo>
                  <a:lnTo>
                    <a:pt x="175015" y="48250"/>
                  </a:lnTo>
                  <a:lnTo>
                    <a:pt x="137438" y="73635"/>
                  </a:lnTo>
                  <a:lnTo>
                    <a:pt x="103504" y="103505"/>
                  </a:lnTo>
                  <a:lnTo>
                    <a:pt x="73635" y="137438"/>
                  </a:lnTo>
                  <a:lnTo>
                    <a:pt x="48250" y="175015"/>
                  </a:lnTo>
                  <a:lnTo>
                    <a:pt x="27773" y="215812"/>
                  </a:lnTo>
                  <a:lnTo>
                    <a:pt x="12624" y="259409"/>
                  </a:lnTo>
                  <a:lnTo>
                    <a:pt x="3226" y="305383"/>
                  </a:lnTo>
                  <a:lnTo>
                    <a:pt x="0" y="353314"/>
                  </a:lnTo>
                  <a:lnTo>
                    <a:pt x="0" y="1188720"/>
                  </a:lnTo>
                  <a:lnTo>
                    <a:pt x="835406" y="1188720"/>
                  </a:lnTo>
                  <a:lnTo>
                    <a:pt x="883336" y="1185493"/>
                  </a:lnTo>
                  <a:lnTo>
                    <a:pt x="929310" y="1176095"/>
                  </a:lnTo>
                  <a:lnTo>
                    <a:pt x="972907" y="1160946"/>
                  </a:lnTo>
                  <a:lnTo>
                    <a:pt x="1013704" y="1140469"/>
                  </a:lnTo>
                  <a:lnTo>
                    <a:pt x="1051281" y="1115084"/>
                  </a:lnTo>
                  <a:lnTo>
                    <a:pt x="1085215" y="1085215"/>
                  </a:lnTo>
                  <a:lnTo>
                    <a:pt x="1115084" y="1051281"/>
                  </a:lnTo>
                  <a:lnTo>
                    <a:pt x="1140469" y="1013704"/>
                  </a:lnTo>
                  <a:lnTo>
                    <a:pt x="1160946" y="972907"/>
                  </a:lnTo>
                  <a:lnTo>
                    <a:pt x="1176095" y="929310"/>
                  </a:lnTo>
                  <a:lnTo>
                    <a:pt x="1185493" y="883336"/>
                  </a:lnTo>
                  <a:lnTo>
                    <a:pt x="1188720" y="835406"/>
                  </a:lnTo>
                  <a:lnTo>
                    <a:pt x="118872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40438" y="3852530"/>
              <a:ext cx="225014" cy="22513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527931" y="4105810"/>
              <a:ext cx="450215" cy="225425"/>
            </a:xfrm>
            <a:custGeom>
              <a:avLst/>
              <a:gdLst/>
              <a:ahLst/>
              <a:cxnLst/>
              <a:rect l="l" t="t" r="r" b="b"/>
              <a:pathLst>
                <a:path w="450215" h="225425">
                  <a:moveTo>
                    <a:pt x="225014" y="0"/>
                  </a:moveTo>
                  <a:lnTo>
                    <a:pt x="178605" y="3869"/>
                  </a:lnTo>
                  <a:lnTo>
                    <a:pt x="132195" y="14071"/>
                  </a:lnTo>
                  <a:lnTo>
                    <a:pt x="74184" y="36584"/>
                  </a:lnTo>
                  <a:lnTo>
                    <a:pt x="22501" y="67541"/>
                  </a:lnTo>
                  <a:lnTo>
                    <a:pt x="1538" y="99992"/>
                  </a:lnTo>
                  <a:lnTo>
                    <a:pt x="0" y="112569"/>
                  </a:lnTo>
                  <a:lnTo>
                    <a:pt x="0" y="225138"/>
                  </a:lnTo>
                  <a:lnTo>
                    <a:pt x="450028" y="225138"/>
                  </a:lnTo>
                  <a:lnTo>
                    <a:pt x="450028" y="112569"/>
                  </a:lnTo>
                  <a:lnTo>
                    <a:pt x="427527" y="67541"/>
                  </a:lnTo>
                  <a:lnTo>
                    <a:pt x="375844" y="35529"/>
                  </a:lnTo>
                  <a:lnTo>
                    <a:pt x="317832" y="14071"/>
                  </a:lnTo>
                  <a:lnTo>
                    <a:pt x="273532" y="3869"/>
                  </a:lnTo>
                  <a:lnTo>
                    <a:pt x="2250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988422" y="5033009"/>
            <a:ext cx="1527810" cy="6089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45720">
              <a:lnSpc>
                <a:spcPct val="101699"/>
              </a:lnSpc>
              <a:spcBef>
                <a:spcPts val="55"/>
              </a:spcBef>
            </a:pPr>
            <a:r>
              <a:rPr sz="1900" spc="-10" dirty="0">
                <a:latin typeface="Calibri"/>
                <a:cs typeface="Calibri"/>
              </a:rPr>
              <a:t>TRANSACTION MANAGEMENT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97173" y="533780"/>
            <a:ext cx="560705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 indent="1080135">
              <a:lnSpc>
                <a:spcPts val="3890"/>
              </a:lnSpc>
              <a:spcBef>
                <a:spcPts val="585"/>
              </a:spcBef>
            </a:pPr>
            <a:r>
              <a:rPr spc="-40" dirty="0"/>
              <a:t>Data</a:t>
            </a:r>
            <a:r>
              <a:rPr spc="-135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spc="-40" dirty="0"/>
              <a:t>Database</a:t>
            </a:r>
            <a:r>
              <a:rPr spc="-120" dirty="0"/>
              <a:t> </a:t>
            </a:r>
            <a:r>
              <a:rPr spc="-50" dirty="0"/>
              <a:t>&amp; </a:t>
            </a:r>
            <a:r>
              <a:rPr spc="-40" dirty="0"/>
              <a:t>Database</a:t>
            </a:r>
            <a:r>
              <a:rPr spc="-145" dirty="0"/>
              <a:t> </a:t>
            </a:r>
            <a:r>
              <a:rPr spc="-45" dirty="0"/>
              <a:t>Management</a:t>
            </a:r>
            <a:r>
              <a:rPr spc="-135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182880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2313432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2796539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38200" y="3279647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8200" y="3762755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38200" y="4247388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8200" y="4730496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8200" y="5213603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94080" y="1847469"/>
            <a:ext cx="10243185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latin typeface="Calibri"/>
                <a:cs typeface="Calibri"/>
              </a:rPr>
              <a:t>Data</a:t>
            </a:r>
            <a:endParaRPr sz="1800">
              <a:latin typeface="Calibri"/>
              <a:cs typeface="Calibri"/>
            </a:endParaRPr>
          </a:p>
          <a:p>
            <a:pPr marL="12700" marR="730250">
              <a:lnSpc>
                <a:spcPct val="176200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fact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figures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special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meaning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assigned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it.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Example: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customer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name,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telephone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number,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address,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purchased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etc.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1800" b="1" spc="-10" dirty="0"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collection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items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place.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45"/>
              </a:spcBef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example: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College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about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students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teachers,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classes,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subjects(All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data).</a:t>
            </a:r>
            <a:endParaRPr sz="1800">
              <a:latin typeface="Calibri"/>
              <a:cs typeface="Calibri"/>
            </a:endParaRPr>
          </a:p>
          <a:p>
            <a:pPr marL="12700" marR="288290">
              <a:lnSpc>
                <a:spcPct val="176200"/>
              </a:lnSpc>
              <a:spcBef>
                <a:spcPts val="5"/>
              </a:spcBef>
            </a:pPr>
            <a:r>
              <a:rPr sz="1800" b="1" dirty="0">
                <a:latin typeface="Calibri"/>
                <a:cs typeface="Calibri"/>
              </a:rPr>
              <a:t>DBMS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software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helps</a:t>
            </a:r>
            <a:r>
              <a:rPr sz="1800" spc="3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process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defining,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manipulating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database.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 </a:t>
            </a:r>
            <a:r>
              <a:rPr sz="1800" spc="-20" dirty="0">
                <a:latin typeface="Calibri"/>
                <a:cs typeface="Calibri"/>
              </a:rPr>
              <a:t>computerized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record-</a:t>
            </a:r>
            <a:r>
              <a:rPr sz="1800" spc="-10" dirty="0">
                <a:latin typeface="Calibri"/>
                <a:cs typeface="Calibri"/>
              </a:rPr>
              <a:t>keeping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38200" y="5696711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600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5590" y="240029"/>
            <a:ext cx="4462780" cy="6023610"/>
            <a:chOff x="275590" y="240029"/>
            <a:chExt cx="4462780" cy="6023610"/>
          </a:xfrm>
        </p:grpSpPr>
        <p:sp>
          <p:nvSpPr>
            <p:cNvPr id="3" name="object 3"/>
            <p:cNvSpPr/>
            <p:nvPr/>
          </p:nvSpPr>
          <p:spPr>
            <a:xfrm>
              <a:off x="339090" y="304037"/>
              <a:ext cx="4335780" cy="5896610"/>
            </a:xfrm>
            <a:custGeom>
              <a:avLst/>
              <a:gdLst/>
              <a:ahLst/>
              <a:cxnLst/>
              <a:rect l="l" t="t" r="r" b="b"/>
              <a:pathLst>
                <a:path w="4335780" h="5896610">
                  <a:moveTo>
                    <a:pt x="4335780" y="0"/>
                  </a:moveTo>
                  <a:lnTo>
                    <a:pt x="0" y="0"/>
                  </a:lnTo>
                  <a:lnTo>
                    <a:pt x="0" y="5896356"/>
                  </a:lnTo>
                  <a:lnTo>
                    <a:pt x="4335780" y="5896356"/>
                  </a:lnTo>
                  <a:lnTo>
                    <a:pt x="433578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5590" y="240029"/>
              <a:ext cx="4462780" cy="6023610"/>
            </a:xfrm>
            <a:custGeom>
              <a:avLst/>
              <a:gdLst/>
              <a:ahLst/>
              <a:cxnLst/>
              <a:rect l="l" t="t" r="r" b="b"/>
              <a:pathLst>
                <a:path w="4462780" h="6023610">
                  <a:moveTo>
                    <a:pt x="4411980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5896610"/>
                  </a:lnTo>
                  <a:lnTo>
                    <a:pt x="50800" y="5972810"/>
                  </a:lnTo>
                  <a:lnTo>
                    <a:pt x="4411980" y="5972810"/>
                  </a:lnTo>
                  <a:lnTo>
                    <a:pt x="4411980" y="5896876"/>
                  </a:lnTo>
                  <a:lnTo>
                    <a:pt x="4411980" y="5896610"/>
                  </a:lnTo>
                  <a:lnTo>
                    <a:pt x="4411980" y="127508"/>
                  </a:lnTo>
                  <a:lnTo>
                    <a:pt x="4335780" y="127520"/>
                  </a:lnTo>
                  <a:lnTo>
                    <a:pt x="4335780" y="5896610"/>
                  </a:lnTo>
                  <a:lnTo>
                    <a:pt x="127000" y="5896610"/>
                  </a:lnTo>
                  <a:lnTo>
                    <a:pt x="127000" y="127000"/>
                  </a:lnTo>
                  <a:lnTo>
                    <a:pt x="4411980" y="127000"/>
                  </a:lnTo>
                  <a:lnTo>
                    <a:pt x="4411980" y="50800"/>
                  </a:lnTo>
                  <a:close/>
                </a:path>
                <a:path w="4462780" h="6023610">
                  <a:moveTo>
                    <a:pt x="4462780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5998210"/>
                  </a:lnTo>
                  <a:lnTo>
                    <a:pt x="0" y="6023610"/>
                  </a:lnTo>
                  <a:lnTo>
                    <a:pt x="4462780" y="6023610"/>
                  </a:lnTo>
                  <a:lnTo>
                    <a:pt x="4462780" y="5998476"/>
                  </a:lnTo>
                  <a:lnTo>
                    <a:pt x="4462780" y="5998210"/>
                  </a:lnTo>
                  <a:lnTo>
                    <a:pt x="4462780" y="25920"/>
                  </a:lnTo>
                  <a:lnTo>
                    <a:pt x="4437380" y="25920"/>
                  </a:lnTo>
                  <a:lnTo>
                    <a:pt x="4437380" y="5998210"/>
                  </a:lnTo>
                  <a:lnTo>
                    <a:pt x="25400" y="5998210"/>
                  </a:lnTo>
                  <a:lnTo>
                    <a:pt x="25400" y="25400"/>
                  </a:lnTo>
                  <a:lnTo>
                    <a:pt x="4462780" y="25400"/>
                  </a:lnTo>
                  <a:lnTo>
                    <a:pt x="4462780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73100" y="2152903"/>
            <a:ext cx="3135630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75"/>
              </a:spcBef>
            </a:pPr>
            <a:r>
              <a:rPr sz="4800" spc="-20" dirty="0">
                <a:latin typeface="Calibri Light"/>
                <a:cs typeface="Calibri Light"/>
              </a:rPr>
              <a:t>Need</a:t>
            </a:r>
            <a:r>
              <a:rPr sz="4800" spc="-185" dirty="0">
                <a:latin typeface="Calibri Light"/>
                <a:cs typeface="Calibri Light"/>
              </a:rPr>
              <a:t> </a:t>
            </a:r>
            <a:r>
              <a:rPr sz="4800" dirty="0">
                <a:latin typeface="Calibri Light"/>
                <a:cs typeface="Calibri Light"/>
              </a:rPr>
              <a:t>of</a:t>
            </a:r>
            <a:r>
              <a:rPr sz="4800" spc="-140" dirty="0">
                <a:latin typeface="Calibri Light"/>
                <a:cs typeface="Calibri Light"/>
              </a:rPr>
              <a:t> </a:t>
            </a:r>
            <a:r>
              <a:rPr sz="4800" spc="-50" dirty="0">
                <a:latin typeface="Calibri Light"/>
                <a:cs typeface="Calibri Light"/>
              </a:rPr>
              <a:t>data </a:t>
            </a:r>
            <a:r>
              <a:rPr sz="4800" dirty="0">
                <a:latin typeface="Calibri Light"/>
                <a:cs typeface="Calibri Light"/>
              </a:rPr>
              <a:t>in</a:t>
            </a:r>
            <a:r>
              <a:rPr sz="4800" spc="-135" dirty="0">
                <a:latin typeface="Calibri Light"/>
                <a:cs typeface="Calibri Light"/>
              </a:rPr>
              <a:t> </a:t>
            </a:r>
            <a:r>
              <a:rPr sz="4800" spc="-10" dirty="0">
                <a:latin typeface="Calibri Light"/>
                <a:cs typeface="Calibri Light"/>
              </a:rPr>
              <a:t>Database system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166359" y="304800"/>
            <a:ext cx="6590030" cy="814069"/>
            <a:chOff x="5166359" y="304800"/>
            <a:chExt cx="6590030" cy="814069"/>
          </a:xfrm>
        </p:grpSpPr>
        <p:sp>
          <p:nvSpPr>
            <p:cNvPr id="7" name="object 7"/>
            <p:cNvSpPr/>
            <p:nvPr/>
          </p:nvSpPr>
          <p:spPr>
            <a:xfrm>
              <a:off x="5166359" y="304800"/>
              <a:ext cx="6590030" cy="814069"/>
            </a:xfrm>
            <a:custGeom>
              <a:avLst/>
              <a:gdLst/>
              <a:ahLst/>
              <a:cxnLst/>
              <a:rect l="l" t="t" r="r" b="b"/>
              <a:pathLst>
                <a:path w="6590030" h="814069">
                  <a:moveTo>
                    <a:pt x="6508369" y="0"/>
                  </a:moveTo>
                  <a:lnTo>
                    <a:pt x="81406" y="0"/>
                  </a:lnTo>
                  <a:lnTo>
                    <a:pt x="49720" y="6397"/>
                  </a:lnTo>
                  <a:lnTo>
                    <a:pt x="23844" y="23844"/>
                  </a:lnTo>
                  <a:lnTo>
                    <a:pt x="6397" y="49720"/>
                  </a:lnTo>
                  <a:lnTo>
                    <a:pt x="0" y="81407"/>
                  </a:lnTo>
                  <a:lnTo>
                    <a:pt x="0" y="732409"/>
                  </a:lnTo>
                  <a:lnTo>
                    <a:pt x="6397" y="764095"/>
                  </a:lnTo>
                  <a:lnTo>
                    <a:pt x="23844" y="789971"/>
                  </a:lnTo>
                  <a:lnTo>
                    <a:pt x="49720" y="807418"/>
                  </a:lnTo>
                  <a:lnTo>
                    <a:pt x="81406" y="813815"/>
                  </a:lnTo>
                  <a:lnTo>
                    <a:pt x="6508369" y="813815"/>
                  </a:lnTo>
                  <a:lnTo>
                    <a:pt x="6540055" y="807418"/>
                  </a:lnTo>
                  <a:lnTo>
                    <a:pt x="6565931" y="789971"/>
                  </a:lnTo>
                  <a:lnTo>
                    <a:pt x="6583378" y="764095"/>
                  </a:lnTo>
                  <a:lnTo>
                    <a:pt x="6589775" y="732409"/>
                  </a:lnTo>
                  <a:lnTo>
                    <a:pt x="6589775" y="81407"/>
                  </a:lnTo>
                  <a:lnTo>
                    <a:pt x="6583378" y="49720"/>
                  </a:lnTo>
                  <a:lnTo>
                    <a:pt x="6565931" y="23844"/>
                  </a:lnTo>
                  <a:lnTo>
                    <a:pt x="6540055" y="6397"/>
                  </a:lnTo>
                  <a:lnTo>
                    <a:pt x="650836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0086" y="560214"/>
              <a:ext cx="294323" cy="309343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679" rIns="0" bIns="0" rtlCol="0">
            <a:spAutoFit/>
          </a:bodyPr>
          <a:lstStyle/>
          <a:p>
            <a:pPr marL="5768975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Data-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corporate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resource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66359" y="1321308"/>
            <a:ext cx="6590030" cy="812800"/>
            <a:chOff x="5166359" y="1321308"/>
            <a:chExt cx="6590030" cy="812800"/>
          </a:xfrm>
        </p:grpSpPr>
        <p:sp>
          <p:nvSpPr>
            <p:cNvPr id="11" name="object 11"/>
            <p:cNvSpPr/>
            <p:nvPr/>
          </p:nvSpPr>
          <p:spPr>
            <a:xfrm>
              <a:off x="5166359" y="1321308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79"/>
                  </a:lnTo>
                  <a:lnTo>
                    <a:pt x="0" y="731012"/>
                  </a:lnTo>
                  <a:lnTo>
                    <a:pt x="6377" y="762678"/>
                  </a:lnTo>
                  <a:lnTo>
                    <a:pt x="23780" y="788511"/>
                  </a:lnTo>
                  <a:lnTo>
                    <a:pt x="49613" y="805914"/>
                  </a:lnTo>
                  <a:lnTo>
                    <a:pt x="81279" y="812291"/>
                  </a:lnTo>
                  <a:lnTo>
                    <a:pt x="6508496" y="812291"/>
                  </a:lnTo>
                  <a:lnTo>
                    <a:pt x="6540162" y="805914"/>
                  </a:lnTo>
                  <a:lnTo>
                    <a:pt x="6565995" y="788511"/>
                  </a:lnTo>
                  <a:lnTo>
                    <a:pt x="6583398" y="762678"/>
                  </a:lnTo>
                  <a:lnTo>
                    <a:pt x="6589775" y="731012"/>
                  </a:lnTo>
                  <a:lnTo>
                    <a:pt x="6589775" y="81279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08472" y="1553476"/>
              <a:ext cx="257810" cy="349885"/>
            </a:xfrm>
            <a:custGeom>
              <a:avLst/>
              <a:gdLst/>
              <a:ahLst/>
              <a:cxnLst/>
              <a:rect l="l" t="t" r="r" b="b"/>
              <a:pathLst>
                <a:path w="257810" h="349885">
                  <a:moveTo>
                    <a:pt x="257530" y="239268"/>
                  </a:moveTo>
                  <a:lnTo>
                    <a:pt x="247370" y="253568"/>
                  </a:lnTo>
                  <a:lnTo>
                    <a:pt x="229946" y="260946"/>
                  </a:lnTo>
                  <a:lnTo>
                    <a:pt x="229946" y="298170"/>
                  </a:lnTo>
                  <a:lnTo>
                    <a:pt x="229946" y="309206"/>
                  </a:lnTo>
                  <a:lnTo>
                    <a:pt x="226263" y="312889"/>
                  </a:lnTo>
                  <a:lnTo>
                    <a:pt x="215226" y="312889"/>
                  </a:lnTo>
                  <a:lnTo>
                    <a:pt x="211543" y="309206"/>
                  </a:lnTo>
                  <a:lnTo>
                    <a:pt x="211543" y="298170"/>
                  </a:lnTo>
                  <a:lnTo>
                    <a:pt x="215226" y="294487"/>
                  </a:lnTo>
                  <a:lnTo>
                    <a:pt x="226263" y="294487"/>
                  </a:lnTo>
                  <a:lnTo>
                    <a:pt x="229946" y="298170"/>
                  </a:lnTo>
                  <a:lnTo>
                    <a:pt x="229946" y="260946"/>
                  </a:lnTo>
                  <a:lnTo>
                    <a:pt x="219710" y="265264"/>
                  </a:lnTo>
                  <a:lnTo>
                    <a:pt x="178765" y="273177"/>
                  </a:lnTo>
                  <a:lnTo>
                    <a:pt x="128765" y="276085"/>
                  </a:lnTo>
                  <a:lnTo>
                    <a:pt x="78765" y="273177"/>
                  </a:lnTo>
                  <a:lnTo>
                    <a:pt x="37833" y="265264"/>
                  </a:lnTo>
                  <a:lnTo>
                    <a:pt x="10160" y="253568"/>
                  </a:lnTo>
                  <a:lnTo>
                    <a:pt x="0" y="239268"/>
                  </a:lnTo>
                  <a:lnTo>
                    <a:pt x="0" y="312889"/>
                  </a:lnTo>
                  <a:lnTo>
                    <a:pt x="10160" y="327190"/>
                  </a:lnTo>
                  <a:lnTo>
                    <a:pt x="37833" y="338886"/>
                  </a:lnTo>
                  <a:lnTo>
                    <a:pt x="78765" y="346798"/>
                  </a:lnTo>
                  <a:lnTo>
                    <a:pt x="128765" y="349707"/>
                  </a:lnTo>
                  <a:lnTo>
                    <a:pt x="178765" y="346798"/>
                  </a:lnTo>
                  <a:lnTo>
                    <a:pt x="219710" y="338886"/>
                  </a:lnTo>
                  <a:lnTo>
                    <a:pt x="247370" y="327190"/>
                  </a:lnTo>
                  <a:lnTo>
                    <a:pt x="257530" y="312889"/>
                  </a:lnTo>
                  <a:lnTo>
                    <a:pt x="257530" y="294487"/>
                  </a:lnTo>
                  <a:lnTo>
                    <a:pt x="257530" y="276085"/>
                  </a:lnTo>
                  <a:lnTo>
                    <a:pt x="257530" y="239268"/>
                  </a:lnTo>
                  <a:close/>
                </a:path>
                <a:path w="257810" h="349885">
                  <a:moveTo>
                    <a:pt x="257530" y="147243"/>
                  </a:moveTo>
                  <a:lnTo>
                    <a:pt x="247370" y="161531"/>
                  </a:lnTo>
                  <a:lnTo>
                    <a:pt x="229946" y="168910"/>
                  </a:lnTo>
                  <a:lnTo>
                    <a:pt x="229946" y="206146"/>
                  </a:lnTo>
                  <a:lnTo>
                    <a:pt x="229946" y="217182"/>
                  </a:lnTo>
                  <a:lnTo>
                    <a:pt x="226263" y="220865"/>
                  </a:lnTo>
                  <a:lnTo>
                    <a:pt x="215226" y="220865"/>
                  </a:lnTo>
                  <a:lnTo>
                    <a:pt x="211543" y="217182"/>
                  </a:lnTo>
                  <a:lnTo>
                    <a:pt x="211543" y="206146"/>
                  </a:lnTo>
                  <a:lnTo>
                    <a:pt x="215226" y="202463"/>
                  </a:lnTo>
                  <a:lnTo>
                    <a:pt x="226263" y="202463"/>
                  </a:lnTo>
                  <a:lnTo>
                    <a:pt x="229946" y="206146"/>
                  </a:lnTo>
                  <a:lnTo>
                    <a:pt x="229946" y="168910"/>
                  </a:lnTo>
                  <a:lnTo>
                    <a:pt x="219710" y="173240"/>
                  </a:lnTo>
                  <a:lnTo>
                    <a:pt x="178765" y="181152"/>
                  </a:lnTo>
                  <a:lnTo>
                    <a:pt x="128765" y="184048"/>
                  </a:lnTo>
                  <a:lnTo>
                    <a:pt x="78765" y="181152"/>
                  </a:lnTo>
                  <a:lnTo>
                    <a:pt x="37833" y="173240"/>
                  </a:lnTo>
                  <a:lnTo>
                    <a:pt x="10160" y="161531"/>
                  </a:lnTo>
                  <a:lnTo>
                    <a:pt x="0" y="147243"/>
                  </a:lnTo>
                  <a:lnTo>
                    <a:pt x="0" y="220865"/>
                  </a:lnTo>
                  <a:lnTo>
                    <a:pt x="10160" y="235153"/>
                  </a:lnTo>
                  <a:lnTo>
                    <a:pt x="37833" y="246862"/>
                  </a:lnTo>
                  <a:lnTo>
                    <a:pt x="78765" y="254774"/>
                  </a:lnTo>
                  <a:lnTo>
                    <a:pt x="128765" y="257670"/>
                  </a:lnTo>
                  <a:lnTo>
                    <a:pt x="178765" y="254774"/>
                  </a:lnTo>
                  <a:lnTo>
                    <a:pt x="219710" y="246862"/>
                  </a:lnTo>
                  <a:lnTo>
                    <a:pt x="247370" y="235153"/>
                  </a:lnTo>
                  <a:lnTo>
                    <a:pt x="257530" y="220865"/>
                  </a:lnTo>
                  <a:lnTo>
                    <a:pt x="257530" y="202463"/>
                  </a:lnTo>
                  <a:lnTo>
                    <a:pt x="257530" y="184048"/>
                  </a:lnTo>
                  <a:lnTo>
                    <a:pt x="257530" y="147243"/>
                  </a:lnTo>
                  <a:close/>
                </a:path>
                <a:path w="257810" h="349885">
                  <a:moveTo>
                    <a:pt x="257530" y="55219"/>
                  </a:moveTo>
                  <a:lnTo>
                    <a:pt x="247370" y="69507"/>
                  </a:lnTo>
                  <a:lnTo>
                    <a:pt x="229946" y="76885"/>
                  </a:lnTo>
                  <a:lnTo>
                    <a:pt x="229946" y="114109"/>
                  </a:lnTo>
                  <a:lnTo>
                    <a:pt x="229946" y="125158"/>
                  </a:lnTo>
                  <a:lnTo>
                    <a:pt x="226263" y="128841"/>
                  </a:lnTo>
                  <a:lnTo>
                    <a:pt x="215226" y="128841"/>
                  </a:lnTo>
                  <a:lnTo>
                    <a:pt x="211543" y="125158"/>
                  </a:lnTo>
                  <a:lnTo>
                    <a:pt x="211543" y="114109"/>
                  </a:lnTo>
                  <a:lnTo>
                    <a:pt x="215226" y="110439"/>
                  </a:lnTo>
                  <a:lnTo>
                    <a:pt x="226263" y="110439"/>
                  </a:lnTo>
                  <a:lnTo>
                    <a:pt x="229946" y="114109"/>
                  </a:lnTo>
                  <a:lnTo>
                    <a:pt x="229946" y="76885"/>
                  </a:lnTo>
                  <a:lnTo>
                    <a:pt x="219710" y="81216"/>
                  </a:lnTo>
                  <a:lnTo>
                    <a:pt x="178765" y="89128"/>
                  </a:lnTo>
                  <a:lnTo>
                    <a:pt x="128765" y="92024"/>
                  </a:lnTo>
                  <a:lnTo>
                    <a:pt x="78765" y="89128"/>
                  </a:lnTo>
                  <a:lnTo>
                    <a:pt x="37833" y="81216"/>
                  </a:lnTo>
                  <a:lnTo>
                    <a:pt x="10160" y="69507"/>
                  </a:lnTo>
                  <a:lnTo>
                    <a:pt x="0" y="55219"/>
                  </a:lnTo>
                  <a:lnTo>
                    <a:pt x="0" y="128841"/>
                  </a:lnTo>
                  <a:lnTo>
                    <a:pt x="10160" y="143129"/>
                  </a:lnTo>
                  <a:lnTo>
                    <a:pt x="37833" y="154838"/>
                  </a:lnTo>
                  <a:lnTo>
                    <a:pt x="78765" y="162750"/>
                  </a:lnTo>
                  <a:lnTo>
                    <a:pt x="128765" y="165646"/>
                  </a:lnTo>
                  <a:lnTo>
                    <a:pt x="178765" y="162750"/>
                  </a:lnTo>
                  <a:lnTo>
                    <a:pt x="219710" y="154838"/>
                  </a:lnTo>
                  <a:lnTo>
                    <a:pt x="247370" y="143129"/>
                  </a:lnTo>
                  <a:lnTo>
                    <a:pt x="257530" y="128841"/>
                  </a:lnTo>
                  <a:lnTo>
                    <a:pt x="257530" y="110439"/>
                  </a:lnTo>
                  <a:lnTo>
                    <a:pt x="257530" y="92024"/>
                  </a:lnTo>
                  <a:lnTo>
                    <a:pt x="257530" y="55219"/>
                  </a:lnTo>
                  <a:close/>
                </a:path>
                <a:path w="257810" h="349885">
                  <a:moveTo>
                    <a:pt x="257530" y="36817"/>
                  </a:moveTo>
                  <a:lnTo>
                    <a:pt x="247421" y="22479"/>
                  </a:lnTo>
                  <a:lnTo>
                    <a:pt x="219824" y="10782"/>
                  </a:lnTo>
                  <a:lnTo>
                    <a:pt x="178892" y="2895"/>
                  </a:lnTo>
                  <a:lnTo>
                    <a:pt x="128765" y="0"/>
                  </a:lnTo>
                  <a:lnTo>
                    <a:pt x="78651" y="2895"/>
                  </a:lnTo>
                  <a:lnTo>
                    <a:pt x="37719" y="10782"/>
                  </a:lnTo>
                  <a:lnTo>
                    <a:pt x="10121" y="22479"/>
                  </a:lnTo>
                  <a:lnTo>
                    <a:pt x="0" y="36817"/>
                  </a:lnTo>
                  <a:lnTo>
                    <a:pt x="10121" y="51142"/>
                  </a:lnTo>
                  <a:lnTo>
                    <a:pt x="37719" y="62839"/>
                  </a:lnTo>
                  <a:lnTo>
                    <a:pt x="78651" y="70726"/>
                  </a:lnTo>
                  <a:lnTo>
                    <a:pt x="128765" y="73621"/>
                  </a:lnTo>
                  <a:lnTo>
                    <a:pt x="178892" y="70726"/>
                  </a:lnTo>
                  <a:lnTo>
                    <a:pt x="219824" y="62839"/>
                  </a:lnTo>
                  <a:lnTo>
                    <a:pt x="247421" y="51142"/>
                  </a:lnTo>
                  <a:lnTo>
                    <a:pt x="257530" y="36817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79946" y="1557654"/>
            <a:ext cx="15989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Data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Availability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6359" y="2337816"/>
            <a:ext cx="6590030" cy="812800"/>
            <a:chOff x="5166359" y="2337816"/>
            <a:chExt cx="6590030" cy="812800"/>
          </a:xfrm>
        </p:grpSpPr>
        <p:sp>
          <p:nvSpPr>
            <p:cNvPr id="15" name="object 15"/>
            <p:cNvSpPr/>
            <p:nvPr/>
          </p:nvSpPr>
          <p:spPr>
            <a:xfrm>
              <a:off x="5166359" y="2337816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80"/>
                  </a:lnTo>
                  <a:lnTo>
                    <a:pt x="0" y="731012"/>
                  </a:lnTo>
                  <a:lnTo>
                    <a:pt x="6377" y="762678"/>
                  </a:lnTo>
                  <a:lnTo>
                    <a:pt x="23780" y="788511"/>
                  </a:lnTo>
                  <a:lnTo>
                    <a:pt x="49613" y="805914"/>
                  </a:lnTo>
                  <a:lnTo>
                    <a:pt x="81279" y="812292"/>
                  </a:lnTo>
                  <a:lnTo>
                    <a:pt x="6508496" y="812292"/>
                  </a:lnTo>
                  <a:lnTo>
                    <a:pt x="6540162" y="805914"/>
                  </a:lnTo>
                  <a:lnTo>
                    <a:pt x="6565995" y="788511"/>
                  </a:lnTo>
                  <a:lnTo>
                    <a:pt x="6583398" y="762678"/>
                  </a:lnTo>
                  <a:lnTo>
                    <a:pt x="6589775" y="731012"/>
                  </a:lnTo>
                  <a:lnTo>
                    <a:pt x="6589775" y="81280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7326" y="2563077"/>
              <a:ext cx="299841" cy="36304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179946" y="2573781"/>
            <a:ext cx="259334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Maintaining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Complex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66359" y="3354323"/>
            <a:ext cx="6590030" cy="812800"/>
            <a:chOff x="5166359" y="3354323"/>
            <a:chExt cx="6590030" cy="812800"/>
          </a:xfrm>
        </p:grpSpPr>
        <p:sp>
          <p:nvSpPr>
            <p:cNvPr id="19" name="object 19"/>
            <p:cNvSpPr/>
            <p:nvPr/>
          </p:nvSpPr>
          <p:spPr>
            <a:xfrm>
              <a:off x="5166359" y="3354323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79"/>
                  </a:lnTo>
                  <a:lnTo>
                    <a:pt x="0" y="731012"/>
                  </a:lnTo>
                  <a:lnTo>
                    <a:pt x="6377" y="762678"/>
                  </a:lnTo>
                  <a:lnTo>
                    <a:pt x="23780" y="788511"/>
                  </a:lnTo>
                  <a:lnTo>
                    <a:pt x="49613" y="805914"/>
                  </a:lnTo>
                  <a:lnTo>
                    <a:pt x="81279" y="812292"/>
                  </a:lnTo>
                  <a:lnTo>
                    <a:pt x="6508496" y="812292"/>
                  </a:lnTo>
                  <a:lnTo>
                    <a:pt x="6540162" y="805914"/>
                  </a:lnTo>
                  <a:lnTo>
                    <a:pt x="6565995" y="788511"/>
                  </a:lnTo>
                  <a:lnTo>
                    <a:pt x="6583398" y="762678"/>
                  </a:lnTo>
                  <a:lnTo>
                    <a:pt x="6589775" y="731012"/>
                  </a:lnTo>
                  <a:lnTo>
                    <a:pt x="6589775" y="81279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34900" y="3664710"/>
              <a:ext cx="405130" cy="193675"/>
            </a:xfrm>
            <a:custGeom>
              <a:avLst/>
              <a:gdLst/>
              <a:ahLst/>
              <a:cxnLst/>
              <a:rect l="l" t="t" r="r" b="b"/>
              <a:pathLst>
                <a:path w="405129" h="193675">
                  <a:moveTo>
                    <a:pt x="96574" y="0"/>
                  </a:moveTo>
                  <a:lnTo>
                    <a:pt x="58979" y="7592"/>
                  </a:lnTo>
                  <a:lnTo>
                    <a:pt x="28282" y="28298"/>
                  </a:lnTo>
                  <a:lnTo>
                    <a:pt x="7588" y="59012"/>
                  </a:lnTo>
                  <a:lnTo>
                    <a:pt x="0" y="96627"/>
                  </a:lnTo>
                  <a:lnTo>
                    <a:pt x="7588" y="134243"/>
                  </a:lnTo>
                  <a:lnTo>
                    <a:pt x="28282" y="164957"/>
                  </a:lnTo>
                  <a:lnTo>
                    <a:pt x="58979" y="185663"/>
                  </a:lnTo>
                  <a:lnTo>
                    <a:pt x="96574" y="193255"/>
                  </a:lnTo>
                  <a:lnTo>
                    <a:pt x="123061" y="189618"/>
                  </a:lnTo>
                  <a:lnTo>
                    <a:pt x="146701" y="179336"/>
                  </a:lnTo>
                  <a:lnTo>
                    <a:pt x="166548" y="163361"/>
                  </a:lnTo>
                  <a:lnTo>
                    <a:pt x="181652" y="142641"/>
                  </a:lnTo>
                  <a:lnTo>
                    <a:pt x="211544" y="142641"/>
                  </a:lnTo>
                  <a:lnTo>
                    <a:pt x="229940" y="124235"/>
                  </a:lnTo>
                  <a:lnTo>
                    <a:pt x="55185" y="124235"/>
                  </a:lnTo>
                  <a:lnTo>
                    <a:pt x="44471" y="122057"/>
                  </a:lnTo>
                  <a:lnTo>
                    <a:pt x="35698" y="116126"/>
                  </a:lnTo>
                  <a:lnTo>
                    <a:pt x="29770" y="107347"/>
                  </a:lnTo>
                  <a:lnTo>
                    <a:pt x="27592" y="96627"/>
                  </a:lnTo>
                  <a:lnTo>
                    <a:pt x="29770" y="85908"/>
                  </a:lnTo>
                  <a:lnTo>
                    <a:pt x="35698" y="77129"/>
                  </a:lnTo>
                  <a:lnTo>
                    <a:pt x="44471" y="71198"/>
                  </a:lnTo>
                  <a:lnTo>
                    <a:pt x="55185" y="69019"/>
                  </a:lnTo>
                  <a:lnTo>
                    <a:pt x="382620" y="69019"/>
                  </a:lnTo>
                  <a:lnTo>
                    <a:pt x="367904" y="50614"/>
                  </a:lnTo>
                  <a:lnTo>
                    <a:pt x="181652" y="50614"/>
                  </a:lnTo>
                  <a:lnTo>
                    <a:pt x="166548" y="29894"/>
                  </a:lnTo>
                  <a:lnTo>
                    <a:pt x="146701" y="13919"/>
                  </a:lnTo>
                  <a:lnTo>
                    <a:pt x="123061" y="3637"/>
                  </a:lnTo>
                  <a:lnTo>
                    <a:pt x="96574" y="0"/>
                  </a:lnTo>
                  <a:close/>
                </a:path>
                <a:path w="405129" h="193675">
                  <a:moveTo>
                    <a:pt x="382620" y="69019"/>
                  </a:moveTo>
                  <a:lnTo>
                    <a:pt x="55185" y="69019"/>
                  </a:lnTo>
                  <a:lnTo>
                    <a:pt x="65899" y="71198"/>
                  </a:lnTo>
                  <a:lnTo>
                    <a:pt x="74673" y="77129"/>
                  </a:lnTo>
                  <a:lnTo>
                    <a:pt x="80601" y="85908"/>
                  </a:lnTo>
                  <a:lnTo>
                    <a:pt x="82778" y="96627"/>
                  </a:lnTo>
                  <a:lnTo>
                    <a:pt x="80601" y="107347"/>
                  </a:lnTo>
                  <a:lnTo>
                    <a:pt x="74673" y="116126"/>
                  </a:lnTo>
                  <a:lnTo>
                    <a:pt x="65899" y="122057"/>
                  </a:lnTo>
                  <a:lnTo>
                    <a:pt x="55185" y="124235"/>
                  </a:lnTo>
                  <a:lnTo>
                    <a:pt x="229940" y="124235"/>
                  </a:lnTo>
                  <a:lnTo>
                    <a:pt x="248335" y="142641"/>
                  </a:lnTo>
                  <a:lnTo>
                    <a:pt x="278227" y="112732"/>
                  </a:lnTo>
                  <a:lnTo>
                    <a:pt x="391817" y="112732"/>
                  </a:lnTo>
                  <a:lnTo>
                    <a:pt x="404694" y="96627"/>
                  </a:lnTo>
                  <a:lnTo>
                    <a:pt x="382620" y="69019"/>
                  </a:lnTo>
                  <a:close/>
                </a:path>
                <a:path w="405129" h="193675">
                  <a:moveTo>
                    <a:pt x="338011" y="112732"/>
                  </a:moveTo>
                  <a:lnTo>
                    <a:pt x="278227" y="112732"/>
                  </a:lnTo>
                  <a:lnTo>
                    <a:pt x="308119" y="142641"/>
                  </a:lnTo>
                  <a:lnTo>
                    <a:pt x="338011" y="112732"/>
                  </a:lnTo>
                  <a:close/>
                </a:path>
                <a:path w="405129" h="193675">
                  <a:moveTo>
                    <a:pt x="391817" y="112732"/>
                  </a:moveTo>
                  <a:lnTo>
                    <a:pt x="338011" y="112732"/>
                  </a:lnTo>
                  <a:lnTo>
                    <a:pt x="367904" y="142641"/>
                  </a:lnTo>
                  <a:lnTo>
                    <a:pt x="391817" y="112732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79946" y="3590035"/>
            <a:ext cx="39541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Data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independence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efficient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access.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166359" y="4369308"/>
            <a:ext cx="6590030" cy="814069"/>
            <a:chOff x="5166359" y="4369308"/>
            <a:chExt cx="6590030" cy="814069"/>
          </a:xfrm>
        </p:grpSpPr>
        <p:sp>
          <p:nvSpPr>
            <p:cNvPr id="23" name="object 23"/>
            <p:cNvSpPr/>
            <p:nvPr/>
          </p:nvSpPr>
          <p:spPr>
            <a:xfrm>
              <a:off x="5166359" y="4369308"/>
              <a:ext cx="6590030" cy="814069"/>
            </a:xfrm>
            <a:custGeom>
              <a:avLst/>
              <a:gdLst/>
              <a:ahLst/>
              <a:cxnLst/>
              <a:rect l="l" t="t" r="r" b="b"/>
              <a:pathLst>
                <a:path w="6590030" h="814070">
                  <a:moveTo>
                    <a:pt x="6508369" y="0"/>
                  </a:moveTo>
                  <a:lnTo>
                    <a:pt x="81406" y="0"/>
                  </a:lnTo>
                  <a:lnTo>
                    <a:pt x="49720" y="6397"/>
                  </a:lnTo>
                  <a:lnTo>
                    <a:pt x="23844" y="23844"/>
                  </a:lnTo>
                  <a:lnTo>
                    <a:pt x="6397" y="49720"/>
                  </a:lnTo>
                  <a:lnTo>
                    <a:pt x="0" y="81407"/>
                  </a:lnTo>
                  <a:lnTo>
                    <a:pt x="0" y="732409"/>
                  </a:lnTo>
                  <a:lnTo>
                    <a:pt x="6397" y="764095"/>
                  </a:lnTo>
                  <a:lnTo>
                    <a:pt x="23844" y="789971"/>
                  </a:lnTo>
                  <a:lnTo>
                    <a:pt x="49720" y="807418"/>
                  </a:lnTo>
                  <a:lnTo>
                    <a:pt x="81406" y="813816"/>
                  </a:lnTo>
                  <a:lnTo>
                    <a:pt x="6508369" y="813816"/>
                  </a:lnTo>
                  <a:lnTo>
                    <a:pt x="6540055" y="807418"/>
                  </a:lnTo>
                  <a:lnTo>
                    <a:pt x="6565931" y="789971"/>
                  </a:lnTo>
                  <a:lnTo>
                    <a:pt x="6583378" y="764095"/>
                  </a:lnTo>
                  <a:lnTo>
                    <a:pt x="6589775" y="732409"/>
                  </a:lnTo>
                  <a:lnTo>
                    <a:pt x="6589775" y="81407"/>
                  </a:lnTo>
                  <a:lnTo>
                    <a:pt x="6583378" y="49720"/>
                  </a:lnTo>
                  <a:lnTo>
                    <a:pt x="6565931" y="23844"/>
                  </a:lnTo>
                  <a:lnTo>
                    <a:pt x="6540055" y="6397"/>
                  </a:lnTo>
                  <a:lnTo>
                    <a:pt x="650836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508481" y="4608562"/>
              <a:ext cx="257810" cy="337185"/>
            </a:xfrm>
            <a:custGeom>
              <a:avLst/>
              <a:gdLst/>
              <a:ahLst/>
              <a:cxnLst/>
              <a:rect l="l" t="t" r="r" b="b"/>
              <a:pathLst>
                <a:path w="257810" h="337185">
                  <a:moveTo>
                    <a:pt x="128766" y="0"/>
                  </a:moveTo>
                  <a:lnTo>
                    <a:pt x="91171" y="7618"/>
                  </a:lnTo>
                  <a:lnTo>
                    <a:pt x="60474" y="28394"/>
                  </a:lnTo>
                  <a:lnTo>
                    <a:pt x="39779" y="59213"/>
                  </a:lnTo>
                  <a:lnTo>
                    <a:pt x="32191" y="96958"/>
                  </a:lnTo>
                  <a:lnTo>
                    <a:pt x="32191" y="150054"/>
                  </a:lnTo>
                  <a:lnTo>
                    <a:pt x="0" y="152363"/>
                  </a:lnTo>
                  <a:lnTo>
                    <a:pt x="0" y="327811"/>
                  </a:lnTo>
                  <a:lnTo>
                    <a:pt x="128766" y="337045"/>
                  </a:lnTo>
                  <a:lnTo>
                    <a:pt x="257532" y="327811"/>
                  </a:lnTo>
                  <a:lnTo>
                    <a:pt x="257532" y="290875"/>
                  </a:lnTo>
                  <a:lnTo>
                    <a:pt x="119568" y="290875"/>
                  </a:lnTo>
                  <a:lnTo>
                    <a:pt x="119568" y="266404"/>
                  </a:lnTo>
                  <a:lnTo>
                    <a:pt x="112232" y="262487"/>
                  </a:lnTo>
                  <a:lnTo>
                    <a:pt x="106404" y="256535"/>
                  </a:lnTo>
                  <a:lnTo>
                    <a:pt x="102560" y="248939"/>
                  </a:lnTo>
                  <a:lnTo>
                    <a:pt x="101173" y="240087"/>
                  </a:lnTo>
                  <a:lnTo>
                    <a:pt x="103350" y="229331"/>
                  </a:lnTo>
                  <a:lnTo>
                    <a:pt x="109279" y="220522"/>
                  </a:lnTo>
                  <a:lnTo>
                    <a:pt x="118052" y="214571"/>
                  </a:lnTo>
                  <a:lnTo>
                    <a:pt x="128766" y="212385"/>
                  </a:lnTo>
                  <a:lnTo>
                    <a:pt x="257532" y="212385"/>
                  </a:lnTo>
                  <a:lnTo>
                    <a:pt x="257532" y="152363"/>
                  </a:lnTo>
                  <a:lnTo>
                    <a:pt x="225341" y="150054"/>
                  </a:lnTo>
                  <a:lnTo>
                    <a:pt x="225341" y="148207"/>
                  </a:lnTo>
                  <a:lnTo>
                    <a:pt x="59784" y="148207"/>
                  </a:lnTo>
                  <a:lnTo>
                    <a:pt x="59784" y="96958"/>
                  </a:lnTo>
                  <a:lnTo>
                    <a:pt x="65195" y="69970"/>
                  </a:lnTo>
                  <a:lnTo>
                    <a:pt x="79961" y="47959"/>
                  </a:lnTo>
                  <a:lnTo>
                    <a:pt x="101885" y="33134"/>
                  </a:lnTo>
                  <a:lnTo>
                    <a:pt x="128766" y="27702"/>
                  </a:lnTo>
                  <a:lnTo>
                    <a:pt x="196035" y="27702"/>
                  </a:lnTo>
                  <a:lnTo>
                    <a:pt x="166361" y="7618"/>
                  </a:lnTo>
                  <a:lnTo>
                    <a:pt x="128766" y="0"/>
                  </a:lnTo>
                  <a:close/>
                </a:path>
                <a:path w="257810" h="337185">
                  <a:moveTo>
                    <a:pt x="257532" y="212385"/>
                  </a:moveTo>
                  <a:lnTo>
                    <a:pt x="128766" y="212385"/>
                  </a:lnTo>
                  <a:lnTo>
                    <a:pt x="139480" y="214571"/>
                  </a:lnTo>
                  <a:lnTo>
                    <a:pt x="148253" y="220522"/>
                  </a:lnTo>
                  <a:lnTo>
                    <a:pt x="154182" y="229331"/>
                  </a:lnTo>
                  <a:lnTo>
                    <a:pt x="156359" y="240087"/>
                  </a:lnTo>
                  <a:lnTo>
                    <a:pt x="154972" y="248679"/>
                  </a:lnTo>
                  <a:lnTo>
                    <a:pt x="151128" y="256189"/>
                  </a:lnTo>
                  <a:lnTo>
                    <a:pt x="145300" y="262227"/>
                  </a:lnTo>
                  <a:lnTo>
                    <a:pt x="137964" y="266404"/>
                  </a:lnTo>
                  <a:lnTo>
                    <a:pt x="137964" y="290875"/>
                  </a:lnTo>
                  <a:lnTo>
                    <a:pt x="257532" y="290875"/>
                  </a:lnTo>
                  <a:lnTo>
                    <a:pt x="257532" y="212385"/>
                  </a:lnTo>
                  <a:close/>
                </a:path>
                <a:path w="257810" h="337185">
                  <a:moveTo>
                    <a:pt x="128766" y="143129"/>
                  </a:moveTo>
                  <a:lnTo>
                    <a:pt x="59784" y="148207"/>
                  </a:lnTo>
                  <a:lnTo>
                    <a:pt x="197748" y="148207"/>
                  </a:lnTo>
                  <a:lnTo>
                    <a:pt x="128766" y="143129"/>
                  </a:lnTo>
                  <a:close/>
                </a:path>
                <a:path w="257810" h="337185">
                  <a:moveTo>
                    <a:pt x="196035" y="27702"/>
                  </a:moveTo>
                  <a:lnTo>
                    <a:pt x="128766" y="27702"/>
                  </a:lnTo>
                  <a:lnTo>
                    <a:pt x="155647" y="33134"/>
                  </a:lnTo>
                  <a:lnTo>
                    <a:pt x="177571" y="47959"/>
                  </a:lnTo>
                  <a:lnTo>
                    <a:pt x="192337" y="69970"/>
                  </a:lnTo>
                  <a:lnTo>
                    <a:pt x="197748" y="96958"/>
                  </a:lnTo>
                  <a:lnTo>
                    <a:pt x="197748" y="148207"/>
                  </a:lnTo>
                  <a:lnTo>
                    <a:pt x="225341" y="148207"/>
                  </a:lnTo>
                  <a:lnTo>
                    <a:pt x="225341" y="96958"/>
                  </a:lnTo>
                  <a:lnTo>
                    <a:pt x="217753" y="59213"/>
                  </a:lnTo>
                  <a:lnTo>
                    <a:pt x="197058" y="28394"/>
                  </a:lnTo>
                  <a:lnTo>
                    <a:pt x="196035" y="27702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79946" y="4606290"/>
            <a:ext cx="26517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integrity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security.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166359" y="5385815"/>
            <a:ext cx="6590030" cy="812800"/>
            <a:chOff x="5166359" y="5385815"/>
            <a:chExt cx="6590030" cy="812800"/>
          </a:xfrm>
        </p:grpSpPr>
        <p:sp>
          <p:nvSpPr>
            <p:cNvPr id="27" name="object 27"/>
            <p:cNvSpPr/>
            <p:nvPr/>
          </p:nvSpPr>
          <p:spPr>
            <a:xfrm>
              <a:off x="5166359" y="5385815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80"/>
                  </a:lnTo>
                  <a:lnTo>
                    <a:pt x="0" y="731062"/>
                  </a:lnTo>
                  <a:lnTo>
                    <a:pt x="6377" y="762678"/>
                  </a:lnTo>
                  <a:lnTo>
                    <a:pt x="23780" y="788498"/>
                  </a:lnTo>
                  <a:lnTo>
                    <a:pt x="49613" y="805907"/>
                  </a:lnTo>
                  <a:lnTo>
                    <a:pt x="81279" y="812292"/>
                  </a:lnTo>
                  <a:lnTo>
                    <a:pt x="6508496" y="812292"/>
                  </a:lnTo>
                  <a:lnTo>
                    <a:pt x="6540162" y="805907"/>
                  </a:lnTo>
                  <a:lnTo>
                    <a:pt x="6565995" y="788498"/>
                  </a:lnTo>
                  <a:lnTo>
                    <a:pt x="6583398" y="762678"/>
                  </a:lnTo>
                  <a:lnTo>
                    <a:pt x="6589775" y="731062"/>
                  </a:lnTo>
                  <a:lnTo>
                    <a:pt x="6589775" y="81280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62493" y="5617979"/>
              <a:ext cx="349885" cy="349885"/>
            </a:xfrm>
            <a:custGeom>
              <a:avLst/>
              <a:gdLst/>
              <a:ahLst/>
              <a:cxnLst/>
              <a:rect l="l" t="t" r="r" b="b"/>
              <a:pathLst>
                <a:path w="349885" h="349885">
                  <a:moveTo>
                    <a:pt x="174754" y="0"/>
                  </a:moveTo>
                  <a:lnTo>
                    <a:pt x="128276" y="6241"/>
                  </a:lnTo>
                  <a:lnTo>
                    <a:pt x="86525" y="23858"/>
                  </a:lnTo>
                  <a:lnTo>
                    <a:pt x="51161" y="51189"/>
                  </a:lnTo>
                  <a:lnTo>
                    <a:pt x="23845" y="86573"/>
                  </a:lnTo>
                  <a:lnTo>
                    <a:pt x="6238" y="128347"/>
                  </a:lnTo>
                  <a:lnTo>
                    <a:pt x="0" y="174850"/>
                  </a:lnTo>
                  <a:lnTo>
                    <a:pt x="6238" y="221353"/>
                  </a:lnTo>
                  <a:lnTo>
                    <a:pt x="23845" y="263128"/>
                  </a:lnTo>
                  <a:lnTo>
                    <a:pt x="51161" y="298511"/>
                  </a:lnTo>
                  <a:lnTo>
                    <a:pt x="86525" y="325842"/>
                  </a:lnTo>
                  <a:lnTo>
                    <a:pt x="128276" y="343459"/>
                  </a:lnTo>
                  <a:lnTo>
                    <a:pt x="174754" y="349701"/>
                  </a:lnTo>
                  <a:lnTo>
                    <a:pt x="221232" y="343459"/>
                  </a:lnTo>
                  <a:lnTo>
                    <a:pt x="262983" y="325842"/>
                  </a:lnTo>
                  <a:lnTo>
                    <a:pt x="298347" y="298511"/>
                  </a:lnTo>
                  <a:lnTo>
                    <a:pt x="325663" y="263128"/>
                  </a:lnTo>
                  <a:lnTo>
                    <a:pt x="343270" y="221353"/>
                  </a:lnTo>
                  <a:lnTo>
                    <a:pt x="347039" y="193255"/>
                  </a:lnTo>
                  <a:lnTo>
                    <a:pt x="45988" y="193255"/>
                  </a:lnTo>
                  <a:lnTo>
                    <a:pt x="45988" y="156445"/>
                  </a:lnTo>
                  <a:lnTo>
                    <a:pt x="347039" y="156445"/>
                  </a:lnTo>
                  <a:lnTo>
                    <a:pt x="343270" y="128347"/>
                  </a:lnTo>
                  <a:lnTo>
                    <a:pt x="325663" y="86573"/>
                  </a:lnTo>
                  <a:lnTo>
                    <a:pt x="298347" y="51189"/>
                  </a:lnTo>
                  <a:lnTo>
                    <a:pt x="262983" y="23858"/>
                  </a:lnTo>
                  <a:lnTo>
                    <a:pt x="221232" y="6241"/>
                  </a:lnTo>
                  <a:lnTo>
                    <a:pt x="174754" y="0"/>
                  </a:lnTo>
                  <a:close/>
                </a:path>
                <a:path w="349885" h="349885">
                  <a:moveTo>
                    <a:pt x="347039" y="156445"/>
                  </a:moveTo>
                  <a:lnTo>
                    <a:pt x="303520" y="156445"/>
                  </a:lnTo>
                  <a:lnTo>
                    <a:pt x="303520" y="193255"/>
                  </a:lnTo>
                  <a:lnTo>
                    <a:pt x="347039" y="193255"/>
                  </a:lnTo>
                  <a:lnTo>
                    <a:pt x="349508" y="174850"/>
                  </a:lnTo>
                  <a:lnTo>
                    <a:pt x="347039" y="15644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179946" y="5622442"/>
            <a:ext cx="41503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Concurrent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access,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recovery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crashes.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1480820">
              <a:lnSpc>
                <a:spcPct val="100000"/>
              </a:lnSpc>
              <a:spcBef>
                <a:spcPts val="105"/>
              </a:spcBef>
            </a:pPr>
            <a:r>
              <a:rPr sz="4100" spc="-25" dirty="0"/>
              <a:t>Benefits</a:t>
            </a:r>
            <a:r>
              <a:rPr sz="4100" spc="-155" dirty="0"/>
              <a:t> </a:t>
            </a:r>
            <a:r>
              <a:rPr sz="4100" dirty="0"/>
              <a:t>of</a:t>
            </a:r>
            <a:r>
              <a:rPr sz="4100" spc="-125" dirty="0"/>
              <a:t> </a:t>
            </a:r>
            <a:r>
              <a:rPr sz="4100" spc="-35" dirty="0"/>
              <a:t>Database</a:t>
            </a:r>
            <a:r>
              <a:rPr sz="4100" spc="-155" dirty="0"/>
              <a:t> </a:t>
            </a:r>
            <a:r>
              <a:rPr sz="4100" spc="-60" dirty="0"/>
              <a:t>System</a:t>
            </a:r>
            <a:r>
              <a:rPr sz="4100" spc="-170" dirty="0"/>
              <a:t> </a:t>
            </a:r>
            <a:r>
              <a:rPr sz="4100" spc="-10" dirty="0"/>
              <a:t>over</a:t>
            </a:r>
            <a:r>
              <a:rPr sz="4100" spc="-145" dirty="0"/>
              <a:t> </a:t>
            </a:r>
            <a:r>
              <a:rPr sz="4100" dirty="0"/>
              <a:t>File</a:t>
            </a:r>
            <a:r>
              <a:rPr sz="4100" spc="-155" dirty="0"/>
              <a:t> </a:t>
            </a:r>
            <a:r>
              <a:rPr sz="4100" spc="-10" dirty="0"/>
              <a:t>System</a:t>
            </a:r>
            <a:endParaRPr sz="4100"/>
          </a:p>
        </p:txBody>
      </p:sp>
      <p:sp>
        <p:nvSpPr>
          <p:cNvPr id="3" name="object 3"/>
          <p:cNvSpPr/>
          <p:nvPr/>
        </p:nvSpPr>
        <p:spPr>
          <a:xfrm>
            <a:off x="475135" y="630173"/>
            <a:ext cx="1124585" cy="847725"/>
          </a:xfrm>
          <a:custGeom>
            <a:avLst/>
            <a:gdLst/>
            <a:ahLst/>
            <a:cxnLst/>
            <a:rect l="l" t="t" r="r" b="b"/>
            <a:pathLst>
              <a:path w="1124585" h="847725">
                <a:moveTo>
                  <a:pt x="191576" y="847343"/>
                </a:moveTo>
                <a:lnTo>
                  <a:pt x="150288" y="824102"/>
                </a:lnTo>
                <a:lnTo>
                  <a:pt x="66756" y="679241"/>
                </a:lnTo>
                <a:lnTo>
                  <a:pt x="23861" y="604853"/>
                </a:lnTo>
                <a:lnTo>
                  <a:pt x="8058" y="577447"/>
                </a:lnTo>
                <a:lnTo>
                  <a:pt x="5800" y="573531"/>
                </a:lnTo>
                <a:lnTo>
                  <a:pt x="1450" y="562098"/>
                </a:lnTo>
                <a:lnTo>
                  <a:pt x="0" y="549401"/>
                </a:lnTo>
                <a:lnTo>
                  <a:pt x="1450" y="536705"/>
                </a:lnTo>
                <a:lnTo>
                  <a:pt x="5800" y="525272"/>
                </a:lnTo>
                <a:lnTo>
                  <a:pt x="89332" y="380410"/>
                </a:lnTo>
                <a:lnTo>
                  <a:pt x="132227" y="306022"/>
                </a:lnTo>
                <a:lnTo>
                  <a:pt x="148031" y="278616"/>
                </a:lnTo>
                <a:lnTo>
                  <a:pt x="179561" y="253269"/>
                </a:lnTo>
                <a:lnTo>
                  <a:pt x="191576" y="251460"/>
                </a:lnTo>
                <a:lnTo>
                  <a:pt x="358640" y="251460"/>
                </a:lnTo>
                <a:lnTo>
                  <a:pt x="444430" y="251460"/>
                </a:lnTo>
                <a:lnTo>
                  <a:pt x="476036" y="251460"/>
                </a:lnTo>
                <a:lnTo>
                  <a:pt x="480552" y="251460"/>
                </a:lnTo>
                <a:lnTo>
                  <a:pt x="492080" y="253269"/>
                </a:lnTo>
                <a:lnTo>
                  <a:pt x="503770" y="258222"/>
                </a:lnTo>
                <a:lnTo>
                  <a:pt x="514170" y="265604"/>
                </a:lnTo>
                <a:lnTo>
                  <a:pt x="521827" y="274700"/>
                </a:lnTo>
                <a:lnTo>
                  <a:pt x="605359" y="419562"/>
                </a:lnTo>
                <a:lnTo>
                  <a:pt x="648254" y="493950"/>
                </a:lnTo>
                <a:lnTo>
                  <a:pt x="664057" y="521356"/>
                </a:lnTo>
                <a:lnTo>
                  <a:pt x="666315" y="525272"/>
                </a:lnTo>
                <a:lnTo>
                  <a:pt x="670186" y="536705"/>
                </a:lnTo>
                <a:lnTo>
                  <a:pt x="671477" y="549401"/>
                </a:lnTo>
                <a:lnTo>
                  <a:pt x="670186" y="562098"/>
                </a:lnTo>
                <a:lnTo>
                  <a:pt x="666315" y="573531"/>
                </a:lnTo>
                <a:lnTo>
                  <a:pt x="582782" y="718393"/>
                </a:lnTo>
                <a:lnTo>
                  <a:pt x="539888" y="792781"/>
                </a:lnTo>
                <a:lnTo>
                  <a:pt x="524084" y="820187"/>
                </a:lnTo>
                <a:lnTo>
                  <a:pt x="492080" y="845534"/>
                </a:lnTo>
                <a:lnTo>
                  <a:pt x="480552" y="847343"/>
                </a:lnTo>
                <a:lnTo>
                  <a:pt x="191576" y="847343"/>
                </a:lnTo>
                <a:close/>
              </a:path>
              <a:path w="1124585" h="847725">
                <a:moveTo>
                  <a:pt x="733358" y="484631"/>
                </a:moveTo>
                <a:lnTo>
                  <a:pt x="699716" y="465709"/>
                </a:lnTo>
                <a:lnTo>
                  <a:pt x="631646" y="347866"/>
                </a:lnTo>
                <a:lnTo>
                  <a:pt x="596692" y="287353"/>
                </a:lnTo>
                <a:lnTo>
                  <a:pt x="583814" y="265058"/>
                </a:lnTo>
                <a:lnTo>
                  <a:pt x="581974" y="261874"/>
                </a:lnTo>
                <a:lnTo>
                  <a:pt x="578423" y="252618"/>
                </a:lnTo>
                <a:lnTo>
                  <a:pt x="577240" y="242316"/>
                </a:lnTo>
                <a:lnTo>
                  <a:pt x="578423" y="232013"/>
                </a:lnTo>
                <a:lnTo>
                  <a:pt x="581974" y="222758"/>
                </a:lnTo>
                <a:lnTo>
                  <a:pt x="650043" y="104915"/>
                </a:lnTo>
                <a:lnTo>
                  <a:pt x="684998" y="44402"/>
                </a:lnTo>
                <a:lnTo>
                  <a:pt x="705560" y="11519"/>
                </a:lnTo>
                <a:lnTo>
                  <a:pt x="733358" y="0"/>
                </a:lnTo>
                <a:lnTo>
                  <a:pt x="869504" y="0"/>
                </a:lnTo>
                <a:lnTo>
                  <a:pt x="939417" y="0"/>
                </a:lnTo>
                <a:lnTo>
                  <a:pt x="965174" y="0"/>
                </a:lnTo>
                <a:lnTo>
                  <a:pt x="968854" y="0"/>
                </a:lnTo>
                <a:lnTo>
                  <a:pt x="978256" y="1474"/>
                </a:lnTo>
                <a:lnTo>
                  <a:pt x="1070571" y="136765"/>
                </a:lnTo>
                <a:lnTo>
                  <a:pt x="1105522" y="197278"/>
                </a:lnTo>
                <a:lnTo>
                  <a:pt x="1118398" y="219573"/>
                </a:lnTo>
                <a:lnTo>
                  <a:pt x="1120238" y="222758"/>
                </a:lnTo>
                <a:lnTo>
                  <a:pt x="1123381" y="232013"/>
                </a:lnTo>
                <a:lnTo>
                  <a:pt x="1124429" y="242315"/>
                </a:lnTo>
                <a:lnTo>
                  <a:pt x="1123381" y="252618"/>
                </a:lnTo>
                <a:lnTo>
                  <a:pt x="1120238" y="261874"/>
                </a:lnTo>
                <a:lnTo>
                  <a:pt x="1052176" y="379716"/>
                </a:lnTo>
                <a:lnTo>
                  <a:pt x="1017225" y="440229"/>
                </a:lnTo>
                <a:lnTo>
                  <a:pt x="1004348" y="462524"/>
                </a:lnTo>
                <a:lnTo>
                  <a:pt x="1002509" y="465709"/>
                </a:lnTo>
                <a:lnTo>
                  <a:pt x="996250" y="473112"/>
                </a:lnTo>
                <a:lnTo>
                  <a:pt x="987777" y="479123"/>
                </a:lnTo>
                <a:lnTo>
                  <a:pt x="978256" y="483157"/>
                </a:lnTo>
                <a:lnTo>
                  <a:pt x="968854" y="484631"/>
                </a:lnTo>
                <a:lnTo>
                  <a:pt x="733358" y="484631"/>
                </a:lnTo>
                <a:close/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304544" y="2828544"/>
            <a:ext cx="1099185" cy="1097280"/>
            <a:chOff x="1304544" y="2828544"/>
            <a:chExt cx="1099185" cy="1097280"/>
          </a:xfrm>
        </p:grpSpPr>
        <p:sp>
          <p:nvSpPr>
            <p:cNvPr id="5" name="object 5"/>
            <p:cNvSpPr/>
            <p:nvPr/>
          </p:nvSpPr>
          <p:spPr>
            <a:xfrm>
              <a:off x="1304544" y="2828544"/>
              <a:ext cx="1099185" cy="1097280"/>
            </a:xfrm>
            <a:custGeom>
              <a:avLst/>
              <a:gdLst/>
              <a:ahLst/>
              <a:cxnLst/>
              <a:rect l="l" t="t" r="r" b="b"/>
              <a:pathLst>
                <a:path w="1099185" h="1097279">
                  <a:moveTo>
                    <a:pt x="549401" y="0"/>
                  </a:moveTo>
                  <a:lnTo>
                    <a:pt x="502000" y="2013"/>
                  </a:lnTo>
                  <a:lnTo>
                    <a:pt x="455718" y="7945"/>
                  </a:lnTo>
                  <a:lnTo>
                    <a:pt x="410720" y="17629"/>
                  </a:lnTo>
                  <a:lnTo>
                    <a:pt x="367171" y="30902"/>
                  </a:lnTo>
                  <a:lnTo>
                    <a:pt x="325236" y="47598"/>
                  </a:lnTo>
                  <a:lnTo>
                    <a:pt x="285080" y="67554"/>
                  </a:lnTo>
                  <a:lnTo>
                    <a:pt x="246868" y="90604"/>
                  </a:lnTo>
                  <a:lnTo>
                    <a:pt x="210764" y="116583"/>
                  </a:lnTo>
                  <a:lnTo>
                    <a:pt x="176935" y="145328"/>
                  </a:lnTo>
                  <a:lnTo>
                    <a:pt x="145544" y="176674"/>
                  </a:lnTo>
                  <a:lnTo>
                    <a:pt x="116758" y="210455"/>
                  </a:lnTo>
                  <a:lnTo>
                    <a:pt x="90740" y="246508"/>
                  </a:lnTo>
                  <a:lnTo>
                    <a:pt x="67656" y="284667"/>
                  </a:lnTo>
                  <a:lnTo>
                    <a:pt x="47670" y="324768"/>
                  </a:lnTo>
                  <a:lnTo>
                    <a:pt x="30949" y="366646"/>
                  </a:lnTo>
                  <a:lnTo>
                    <a:pt x="17656" y="410137"/>
                  </a:lnTo>
                  <a:lnTo>
                    <a:pt x="7957" y="455076"/>
                  </a:lnTo>
                  <a:lnTo>
                    <a:pt x="2016" y="501298"/>
                  </a:lnTo>
                  <a:lnTo>
                    <a:pt x="0" y="548639"/>
                  </a:lnTo>
                  <a:lnTo>
                    <a:pt x="2016" y="595981"/>
                  </a:lnTo>
                  <a:lnTo>
                    <a:pt x="7957" y="642203"/>
                  </a:lnTo>
                  <a:lnTo>
                    <a:pt x="17656" y="687142"/>
                  </a:lnTo>
                  <a:lnTo>
                    <a:pt x="30949" y="730633"/>
                  </a:lnTo>
                  <a:lnTo>
                    <a:pt x="47670" y="772511"/>
                  </a:lnTo>
                  <a:lnTo>
                    <a:pt x="67656" y="812612"/>
                  </a:lnTo>
                  <a:lnTo>
                    <a:pt x="90740" y="850771"/>
                  </a:lnTo>
                  <a:lnTo>
                    <a:pt x="116758" y="886824"/>
                  </a:lnTo>
                  <a:lnTo>
                    <a:pt x="145544" y="920605"/>
                  </a:lnTo>
                  <a:lnTo>
                    <a:pt x="176935" y="951951"/>
                  </a:lnTo>
                  <a:lnTo>
                    <a:pt x="210764" y="980696"/>
                  </a:lnTo>
                  <a:lnTo>
                    <a:pt x="246868" y="1006675"/>
                  </a:lnTo>
                  <a:lnTo>
                    <a:pt x="285080" y="1029725"/>
                  </a:lnTo>
                  <a:lnTo>
                    <a:pt x="325236" y="1049681"/>
                  </a:lnTo>
                  <a:lnTo>
                    <a:pt x="367171" y="1066377"/>
                  </a:lnTo>
                  <a:lnTo>
                    <a:pt x="410720" y="1079650"/>
                  </a:lnTo>
                  <a:lnTo>
                    <a:pt x="455718" y="1089334"/>
                  </a:lnTo>
                  <a:lnTo>
                    <a:pt x="502000" y="1095266"/>
                  </a:lnTo>
                  <a:lnTo>
                    <a:pt x="549401" y="1097279"/>
                  </a:lnTo>
                  <a:lnTo>
                    <a:pt x="596803" y="1095266"/>
                  </a:lnTo>
                  <a:lnTo>
                    <a:pt x="643085" y="1089334"/>
                  </a:lnTo>
                  <a:lnTo>
                    <a:pt x="688083" y="1079650"/>
                  </a:lnTo>
                  <a:lnTo>
                    <a:pt x="731632" y="1066377"/>
                  </a:lnTo>
                  <a:lnTo>
                    <a:pt x="773567" y="1049681"/>
                  </a:lnTo>
                  <a:lnTo>
                    <a:pt x="813723" y="1029725"/>
                  </a:lnTo>
                  <a:lnTo>
                    <a:pt x="851935" y="1006675"/>
                  </a:lnTo>
                  <a:lnTo>
                    <a:pt x="888039" y="980696"/>
                  </a:lnTo>
                  <a:lnTo>
                    <a:pt x="921868" y="951951"/>
                  </a:lnTo>
                  <a:lnTo>
                    <a:pt x="953259" y="920605"/>
                  </a:lnTo>
                  <a:lnTo>
                    <a:pt x="982045" y="886824"/>
                  </a:lnTo>
                  <a:lnTo>
                    <a:pt x="1008063" y="850771"/>
                  </a:lnTo>
                  <a:lnTo>
                    <a:pt x="1031147" y="812612"/>
                  </a:lnTo>
                  <a:lnTo>
                    <a:pt x="1051133" y="772511"/>
                  </a:lnTo>
                  <a:lnTo>
                    <a:pt x="1067854" y="730633"/>
                  </a:lnTo>
                  <a:lnTo>
                    <a:pt x="1081147" y="687142"/>
                  </a:lnTo>
                  <a:lnTo>
                    <a:pt x="1090846" y="642203"/>
                  </a:lnTo>
                  <a:lnTo>
                    <a:pt x="1096787" y="595981"/>
                  </a:lnTo>
                  <a:lnTo>
                    <a:pt x="1098804" y="548639"/>
                  </a:lnTo>
                  <a:lnTo>
                    <a:pt x="1096787" y="501298"/>
                  </a:lnTo>
                  <a:lnTo>
                    <a:pt x="1090846" y="455076"/>
                  </a:lnTo>
                  <a:lnTo>
                    <a:pt x="1081147" y="410137"/>
                  </a:lnTo>
                  <a:lnTo>
                    <a:pt x="1067854" y="366646"/>
                  </a:lnTo>
                  <a:lnTo>
                    <a:pt x="1051133" y="324768"/>
                  </a:lnTo>
                  <a:lnTo>
                    <a:pt x="1031147" y="284667"/>
                  </a:lnTo>
                  <a:lnTo>
                    <a:pt x="1008063" y="246508"/>
                  </a:lnTo>
                  <a:lnTo>
                    <a:pt x="982045" y="210455"/>
                  </a:lnTo>
                  <a:lnTo>
                    <a:pt x="953259" y="176674"/>
                  </a:lnTo>
                  <a:lnTo>
                    <a:pt x="921868" y="145328"/>
                  </a:lnTo>
                  <a:lnTo>
                    <a:pt x="888039" y="116583"/>
                  </a:lnTo>
                  <a:lnTo>
                    <a:pt x="851935" y="90604"/>
                  </a:lnTo>
                  <a:lnTo>
                    <a:pt x="813723" y="67554"/>
                  </a:lnTo>
                  <a:lnTo>
                    <a:pt x="773567" y="47598"/>
                  </a:lnTo>
                  <a:lnTo>
                    <a:pt x="731632" y="30902"/>
                  </a:lnTo>
                  <a:lnTo>
                    <a:pt x="688083" y="17629"/>
                  </a:lnTo>
                  <a:lnTo>
                    <a:pt x="643085" y="7945"/>
                  </a:lnTo>
                  <a:lnTo>
                    <a:pt x="596803" y="2013"/>
                  </a:lnTo>
                  <a:lnTo>
                    <a:pt x="54940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28089" y="3148202"/>
              <a:ext cx="447675" cy="458470"/>
            </a:xfrm>
            <a:custGeom>
              <a:avLst/>
              <a:gdLst/>
              <a:ahLst/>
              <a:cxnLst/>
              <a:rect l="l" t="t" r="r" b="b"/>
              <a:pathLst>
                <a:path w="447675" h="458470">
                  <a:moveTo>
                    <a:pt x="175031" y="2654"/>
                  </a:moveTo>
                  <a:lnTo>
                    <a:pt x="77787" y="2654"/>
                  </a:lnTo>
                  <a:lnTo>
                    <a:pt x="77787" y="379742"/>
                  </a:lnTo>
                  <a:lnTo>
                    <a:pt x="175031" y="379742"/>
                  </a:lnTo>
                  <a:lnTo>
                    <a:pt x="175031" y="2654"/>
                  </a:lnTo>
                  <a:close/>
                </a:path>
                <a:path w="447675" h="458470">
                  <a:moveTo>
                    <a:pt x="311150" y="132689"/>
                  </a:moveTo>
                  <a:lnTo>
                    <a:pt x="213918" y="132689"/>
                  </a:lnTo>
                  <a:lnTo>
                    <a:pt x="213918" y="379742"/>
                  </a:lnTo>
                  <a:lnTo>
                    <a:pt x="311150" y="379742"/>
                  </a:lnTo>
                  <a:lnTo>
                    <a:pt x="311150" y="132689"/>
                  </a:lnTo>
                  <a:close/>
                </a:path>
                <a:path w="447675" h="458470">
                  <a:moveTo>
                    <a:pt x="440804" y="121373"/>
                  </a:moveTo>
                  <a:lnTo>
                    <a:pt x="405409" y="156870"/>
                  </a:lnTo>
                  <a:lnTo>
                    <a:pt x="248996" y="0"/>
                  </a:lnTo>
                  <a:lnTo>
                    <a:pt x="230708" y="18326"/>
                  </a:lnTo>
                  <a:lnTo>
                    <a:pt x="387121" y="175209"/>
                  </a:lnTo>
                  <a:lnTo>
                    <a:pt x="351739" y="210705"/>
                  </a:lnTo>
                  <a:lnTo>
                    <a:pt x="440804" y="210705"/>
                  </a:lnTo>
                  <a:lnTo>
                    <a:pt x="440804" y="121373"/>
                  </a:lnTo>
                  <a:close/>
                </a:path>
                <a:path w="447675" h="458470">
                  <a:moveTo>
                    <a:pt x="447281" y="418541"/>
                  </a:moveTo>
                  <a:lnTo>
                    <a:pt x="38900" y="418541"/>
                  </a:lnTo>
                  <a:lnTo>
                    <a:pt x="38900" y="2628"/>
                  </a:lnTo>
                  <a:lnTo>
                    <a:pt x="0" y="2628"/>
                  </a:lnTo>
                  <a:lnTo>
                    <a:pt x="0" y="418541"/>
                  </a:lnTo>
                  <a:lnTo>
                    <a:pt x="0" y="457962"/>
                  </a:lnTo>
                  <a:lnTo>
                    <a:pt x="447281" y="457962"/>
                  </a:lnTo>
                  <a:lnTo>
                    <a:pt x="447281" y="418541"/>
                  </a:lnTo>
                  <a:close/>
                </a:path>
                <a:path w="447675" h="458470">
                  <a:moveTo>
                    <a:pt x="447281" y="249720"/>
                  </a:moveTo>
                  <a:lnTo>
                    <a:pt x="350050" y="249720"/>
                  </a:lnTo>
                  <a:lnTo>
                    <a:pt x="350050" y="379742"/>
                  </a:lnTo>
                  <a:lnTo>
                    <a:pt x="447281" y="379742"/>
                  </a:lnTo>
                  <a:lnTo>
                    <a:pt x="447281" y="2497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963879" y="4247133"/>
            <a:ext cx="1779905" cy="4876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509270" marR="5080" indent="-497205">
              <a:lnSpc>
                <a:spcPct val="102000"/>
              </a:lnSpc>
              <a:spcBef>
                <a:spcPts val="60"/>
              </a:spcBef>
            </a:pPr>
            <a:r>
              <a:rPr sz="1500" b="1" spc="-10" dirty="0">
                <a:latin typeface="Calibri"/>
                <a:cs typeface="Calibri"/>
              </a:rPr>
              <a:t>REDUNDANCY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CAN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spc="-25" dirty="0">
                <a:latin typeface="Calibri"/>
                <a:cs typeface="Calibri"/>
              </a:rPr>
              <a:t>BE </a:t>
            </a:r>
            <a:r>
              <a:rPr sz="1500" b="1" spc="-10" dirty="0">
                <a:latin typeface="Calibri"/>
                <a:cs typeface="Calibri"/>
              </a:rPr>
              <a:t>REDUCED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19855" y="2828544"/>
            <a:ext cx="1097280" cy="1097280"/>
            <a:chOff x="3419855" y="2828544"/>
            <a:chExt cx="1097280" cy="1097280"/>
          </a:xfrm>
        </p:grpSpPr>
        <p:sp>
          <p:nvSpPr>
            <p:cNvPr id="9" name="object 9"/>
            <p:cNvSpPr/>
            <p:nvPr/>
          </p:nvSpPr>
          <p:spPr>
            <a:xfrm>
              <a:off x="3419855" y="2828544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40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40" y="1097279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80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89755" y="3131467"/>
              <a:ext cx="560070" cy="494030"/>
            </a:xfrm>
            <a:custGeom>
              <a:avLst/>
              <a:gdLst/>
              <a:ahLst/>
              <a:cxnLst/>
              <a:rect l="l" t="t" r="r" b="b"/>
              <a:pathLst>
                <a:path w="560070" h="494029">
                  <a:moveTo>
                    <a:pt x="276642" y="0"/>
                  </a:moveTo>
                  <a:lnTo>
                    <a:pt x="3289" y="454991"/>
                  </a:lnTo>
                  <a:lnTo>
                    <a:pt x="0" y="464780"/>
                  </a:lnTo>
                  <a:lnTo>
                    <a:pt x="693" y="474725"/>
                  </a:lnTo>
                  <a:lnTo>
                    <a:pt x="5062" y="483684"/>
                  </a:lnTo>
                  <a:lnTo>
                    <a:pt x="12803" y="490517"/>
                  </a:lnTo>
                  <a:lnTo>
                    <a:pt x="16747" y="492792"/>
                  </a:lnTo>
                  <a:lnTo>
                    <a:pt x="21238" y="494001"/>
                  </a:lnTo>
                  <a:lnTo>
                    <a:pt x="533798" y="494001"/>
                  </a:lnTo>
                  <a:lnTo>
                    <a:pt x="543912" y="491946"/>
                  </a:lnTo>
                  <a:lnTo>
                    <a:pt x="552168" y="486364"/>
                  </a:lnTo>
                  <a:lnTo>
                    <a:pt x="557723" y="478092"/>
                  </a:lnTo>
                  <a:lnTo>
                    <a:pt x="559735" y="467967"/>
                  </a:lnTo>
                  <a:lnTo>
                    <a:pt x="559735" y="463411"/>
                  </a:lnTo>
                  <a:lnTo>
                    <a:pt x="558544" y="458935"/>
                  </a:lnTo>
                  <a:lnTo>
                    <a:pt x="523183" y="397387"/>
                  </a:lnTo>
                  <a:lnTo>
                    <a:pt x="215449" y="397387"/>
                  </a:lnTo>
                  <a:lnTo>
                    <a:pt x="187898" y="369820"/>
                  </a:lnTo>
                  <a:lnTo>
                    <a:pt x="252228" y="305455"/>
                  </a:lnTo>
                  <a:lnTo>
                    <a:pt x="187898" y="241089"/>
                  </a:lnTo>
                  <a:lnTo>
                    <a:pt x="215449" y="213522"/>
                  </a:lnTo>
                  <a:lnTo>
                    <a:pt x="417573" y="213522"/>
                  </a:lnTo>
                  <a:lnTo>
                    <a:pt x="302328" y="12883"/>
                  </a:lnTo>
                  <a:lnTo>
                    <a:pt x="295522" y="5121"/>
                  </a:lnTo>
                  <a:lnTo>
                    <a:pt x="286580" y="727"/>
                  </a:lnTo>
                  <a:lnTo>
                    <a:pt x="276642" y="0"/>
                  </a:lnTo>
                  <a:close/>
                </a:path>
                <a:path w="560070" h="494029">
                  <a:moveTo>
                    <a:pt x="279780" y="333021"/>
                  </a:moveTo>
                  <a:lnTo>
                    <a:pt x="215449" y="397387"/>
                  </a:lnTo>
                  <a:lnTo>
                    <a:pt x="344110" y="397387"/>
                  </a:lnTo>
                  <a:lnTo>
                    <a:pt x="279780" y="333021"/>
                  </a:lnTo>
                  <a:close/>
                </a:path>
                <a:path w="560070" h="494029">
                  <a:moveTo>
                    <a:pt x="417573" y="213522"/>
                  </a:moveTo>
                  <a:lnTo>
                    <a:pt x="344110" y="213522"/>
                  </a:lnTo>
                  <a:lnTo>
                    <a:pt x="371661" y="241089"/>
                  </a:lnTo>
                  <a:lnTo>
                    <a:pt x="307331" y="305455"/>
                  </a:lnTo>
                  <a:lnTo>
                    <a:pt x="371661" y="369820"/>
                  </a:lnTo>
                  <a:lnTo>
                    <a:pt x="344110" y="397387"/>
                  </a:lnTo>
                  <a:lnTo>
                    <a:pt x="523183" y="397387"/>
                  </a:lnTo>
                  <a:lnTo>
                    <a:pt x="417573" y="213522"/>
                  </a:lnTo>
                  <a:close/>
                </a:path>
                <a:path w="560070" h="494029">
                  <a:moveTo>
                    <a:pt x="344110" y="213522"/>
                  </a:moveTo>
                  <a:lnTo>
                    <a:pt x="215449" y="213522"/>
                  </a:lnTo>
                  <a:lnTo>
                    <a:pt x="279780" y="277888"/>
                  </a:lnTo>
                  <a:lnTo>
                    <a:pt x="344110" y="21352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128010" y="4247133"/>
            <a:ext cx="1682114" cy="4876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3695" marR="5080" indent="-341630">
              <a:lnSpc>
                <a:spcPct val="102000"/>
              </a:lnSpc>
              <a:spcBef>
                <a:spcPts val="60"/>
              </a:spcBef>
            </a:pPr>
            <a:r>
              <a:rPr sz="1500" b="1" spc="-10" dirty="0">
                <a:latin typeface="Calibri"/>
                <a:cs typeface="Calibri"/>
              </a:rPr>
              <a:t>INCONSISTENCY</a:t>
            </a:r>
            <a:r>
              <a:rPr sz="1500" b="1" spc="5" dirty="0">
                <a:latin typeface="Calibri"/>
                <a:cs typeface="Calibri"/>
              </a:rPr>
              <a:t> </a:t>
            </a:r>
            <a:r>
              <a:rPr sz="1500" b="1" spc="-25" dirty="0">
                <a:latin typeface="Calibri"/>
                <a:cs typeface="Calibri"/>
              </a:rPr>
              <a:t>CAN </a:t>
            </a:r>
            <a:r>
              <a:rPr sz="1500" b="1" dirty="0">
                <a:latin typeface="Calibri"/>
                <a:cs typeface="Calibri"/>
              </a:rPr>
              <a:t>BE</a:t>
            </a:r>
            <a:r>
              <a:rPr sz="1500" b="1" spc="-2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AVOIDED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535167" y="2828544"/>
            <a:ext cx="1097280" cy="1097280"/>
            <a:chOff x="5535167" y="2828544"/>
            <a:chExt cx="1097280" cy="1097280"/>
          </a:xfrm>
        </p:grpSpPr>
        <p:sp>
          <p:nvSpPr>
            <p:cNvPr id="13" name="object 13"/>
            <p:cNvSpPr/>
            <p:nvPr/>
          </p:nvSpPr>
          <p:spPr>
            <a:xfrm>
              <a:off x="5535167" y="2828544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79" h="1097279">
                  <a:moveTo>
                    <a:pt x="548640" y="0"/>
                  </a:moveTo>
                  <a:lnTo>
                    <a:pt x="501298" y="2013"/>
                  </a:lnTo>
                  <a:lnTo>
                    <a:pt x="455076" y="7945"/>
                  </a:lnTo>
                  <a:lnTo>
                    <a:pt x="410137" y="17629"/>
                  </a:lnTo>
                  <a:lnTo>
                    <a:pt x="366646" y="30902"/>
                  </a:lnTo>
                  <a:lnTo>
                    <a:pt x="324768" y="47598"/>
                  </a:lnTo>
                  <a:lnTo>
                    <a:pt x="284667" y="67554"/>
                  </a:lnTo>
                  <a:lnTo>
                    <a:pt x="246508" y="90604"/>
                  </a:lnTo>
                  <a:lnTo>
                    <a:pt x="210455" y="116583"/>
                  </a:lnTo>
                  <a:lnTo>
                    <a:pt x="176674" y="145328"/>
                  </a:lnTo>
                  <a:lnTo>
                    <a:pt x="145328" y="176674"/>
                  </a:lnTo>
                  <a:lnTo>
                    <a:pt x="116583" y="210455"/>
                  </a:lnTo>
                  <a:lnTo>
                    <a:pt x="90604" y="246508"/>
                  </a:lnTo>
                  <a:lnTo>
                    <a:pt x="67554" y="284667"/>
                  </a:lnTo>
                  <a:lnTo>
                    <a:pt x="47598" y="324768"/>
                  </a:lnTo>
                  <a:lnTo>
                    <a:pt x="30902" y="366646"/>
                  </a:lnTo>
                  <a:lnTo>
                    <a:pt x="17629" y="410137"/>
                  </a:lnTo>
                  <a:lnTo>
                    <a:pt x="7945" y="455076"/>
                  </a:lnTo>
                  <a:lnTo>
                    <a:pt x="2013" y="501298"/>
                  </a:lnTo>
                  <a:lnTo>
                    <a:pt x="0" y="548639"/>
                  </a:lnTo>
                  <a:lnTo>
                    <a:pt x="2013" y="595981"/>
                  </a:lnTo>
                  <a:lnTo>
                    <a:pt x="7945" y="642203"/>
                  </a:lnTo>
                  <a:lnTo>
                    <a:pt x="17629" y="687142"/>
                  </a:lnTo>
                  <a:lnTo>
                    <a:pt x="30902" y="730633"/>
                  </a:lnTo>
                  <a:lnTo>
                    <a:pt x="47598" y="772511"/>
                  </a:lnTo>
                  <a:lnTo>
                    <a:pt x="67554" y="812612"/>
                  </a:lnTo>
                  <a:lnTo>
                    <a:pt x="90604" y="850771"/>
                  </a:lnTo>
                  <a:lnTo>
                    <a:pt x="116583" y="886824"/>
                  </a:lnTo>
                  <a:lnTo>
                    <a:pt x="145328" y="920605"/>
                  </a:lnTo>
                  <a:lnTo>
                    <a:pt x="176674" y="951951"/>
                  </a:lnTo>
                  <a:lnTo>
                    <a:pt x="210455" y="980696"/>
                  </a:lnTo>
                  <a:lnTo>
                    <a:pt x="246508" y="1006675"/>
                  </a:lnTo>
                  <a:lnTo>
                    <a:pt x="284667" y="1029725"/>
                  </a:lnTo>
                  <a:lnTo>
                    <a:pt x="324768" y="1049681"/>
                  </a:lnTo>
                  <a:lnTo>
                    <a:pt x="366646" y="1066377"/>
                  </a:lnTo>
                  <a:lnTo>
                    <a:pt x="410137" y="1079650"/>
                  </a:lnTo>
                  <a:lnTo>
                    <a:pt x="455076" y="1089334"/>
                  </a:lnTo>
                  <a:lnTo>
                    <a:pt x="501298" y="1095266"/>
                  </a:lnTo>
                  <a:lnTo>
                    <a:pt x="548640" y="1097279"/>
                  </a:lnTo>
                  <a:lnTo>
                    <a:pt x="595981" y="1095266"/>
                  </a:lnTo>
                  <a:lnTo>
                    <a:pt x="642203" y="1089334"/>
                  </a:lnTo>
                  <a:lnTo>
                    <a:pt x="687142" y="1079650"/>
                  </a:lnTo>
                  <a:lnTo>
                    <a:pt x="730633" y="1066377"/>
                  </a:lnTo>
                  <a:lnTo>
                    <a:pt x="772511" y="1049681"/>
                  </a:lnTo>
                  <a:lnTo>
                    <a:pt x="812612" y="1029725"/>
                  </a:lnTo>
                  <a:lnTo>
                    <a:pt x="850771" y="1006675"/>
                  </a:lnTo>
                  <a:lnTo>
                    <a:pt x="886824" y="980696"/>
                  </a:lnTo>
                  <a:lnTo>
                    <a:pt x="920605" y="951951"/>
                  </a:lnTo>
                  <a:lnTo>
                    <a:pt x="951951" y="920605"/>
                  </a:lnTo>
                  <a:lnTo>
                    <a:pt x="980696" y="886824"/>
                  </a:lnTo>
                  <a:lnTo>
                    <a:pt x="1006675" y="850771"/>
                  </a:lnTo>
                  <a:lnTo>
                    <a:pt x="1029725" y="812612"/>
                  </a:lnTo>
                  <a:lnTo>
                    <a:pt x="1049681" y="772511"/>
                  </a:lnTo>
                  <a:lnTo>
                    <a:pt x="1066377" y="730633"/>
                  </a:lnTo>
                  <a:lnTo>
                    <a:pt x="1079650" y="687142"/>
                  </a:lnTo>
                  <a:lnTo>
                    <a:pt x="1089334" y="642203"/>
                  </a:lnTo>
                  <a:lnTo>
                    <a:pt x="1095266" y="595981"/>
                  </a:lnTo>
                  <a:lnTo>
                    <a:pt x="1097280" y="548639"/>
                  </a:lnTo>
                  <a:lnTo>
                    <a:pt x="1095266" y="501298"/>
                  </a:lnTo>
                  <a:lnTo>
                    <a:pt x="1089334" y="455076"/>
                  </a:lnTo>
                  <a:lnTo>
                    <a:pt x="1079650" y="410137"/>
                  </a:lnTo>
                  <a:lnTo>
                    <a:pt x="1066377" y="366646"/>
                  </a:lnTo>
                  <a:lnTo>
                    <a:pt x="1049681" y="324768"/>
                  </a:lnTo>
                  <a:lnTo>
                    <a:pt x="1029725" y="284667"/>
                  </a:lnTo>
                  <a:lnTo>
                    <a:pt x="1006675" y="246508"/>
                  </a:lnTo>
                  <a:lnTo>
                    <a:pt x="980696" y="210455"/>
                  </a:lnTo>
                  <a:lnTo>
                    <a:pt x="951951" y="176674"/>
                  </a:lnTo>
                  <a:lnTo>
                    <a:pt x="920605" y="145328"/>
                  </a:lnTo>
                  <a:lnTo>
                    <a:pt x="886824" y="116583"/>
                  </a:lnTo>
                  <a:lnTo>
                    <a:pt x="850771" y="90604"/>
                  </a:lnTo>
                  <a:lnTo>
                    <a:pt x="812612" y="67554"/>
                  </a:lnTo>
                  <a:lnTo>
                    <a:pt x="772511" y="47598"/>
                  </a:lnTo>
                  <a:lnTo>
                    <a:pt x="730633" y="30902"/>
                  </a:lnTo>
                  <a:lnTo>
                    <a:pt x="687142" y="17629"/>
                  </a:lnTo>
                  <a:lnTo>
                    <a:pt x="642203" y="7945"/>
                  </a:lnTo>
                  <a:lnTo>
                    <a:pt x="595981" y="2013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02896" y="3131349"/>
              <a:ext cx="364490" cy="494665"/>
            </a:xfrm>
            <a:custGeom>
              <a:avLst/>
              <a:gdLst/>
              <a:ahLst/>
              <a:cxnLst/>
              <a:rect l="l" t="t" r="r" b="b"/>
              <a:pathLst>
                <a:path w="364489" h="494664">
                  <a:moveTo>
                    <a:pt x="363893" y="338086"/>
                  </a:moveTo>
                  <a:lnTo>
                    <a:pt x="349529" y="358279"/>
                  </a:lnTo>
                  <a:lnTo>
                    <a:pt x="324904" y="368706"/>
                  </a:lnTo>
                  <a:lnTo>
                    <a:pt x="324904" y="421309"/>
                  </a:lnTo>
                  <a:lnTo>
                    <a:pt x="324904" y="436905"/>
                  </a:lnTo>
                  <a:lnTo>
                    <a:pt x="319697" y="442112"/>
                  </a:lnTo>
                  <a:lnTo>
                    <a:pt x="304101" y="442112"/>
                  </a:lnTo>
                  <a:lnTo>
                    <a:pt x="298907" y="436905"/>
                  </a:lnTo>
                  <a:lnTo>
                    <a:pt x="298907" y="421309"/>
                  </a:lnTo>
                  <a:lnTo>
                    <a:pt x="304101" y="416102"/>
                  </a:lnTo>
                  <a:lnTo>
                    <a:pt x="319697" y="416102"/>
                  </a:lnTo>
                  <a:lnTo>
                    <a:pt x="324904" y="421309"/>
                  </a:lnTo>
                  <a:lnTo>
                    <a:pt x="324904" y="368706"/>
                  </a:lnTo>
                  <a:lnTo>
                    <a:pt x="310438" y="374815"/>
                  </a:lnTo>
                  <a:lnTo>
                    <a:pt x="252590" y="385991"/>
                  </a:lnTo>
                  <a:lnTo>
                    <a:pt x="181940" y="390105"/>
                  </a:lnTo>
                  <a:lnTo>
                    <a:pt x="111302" y="385991"/>
                  </a:lnTo>
                  <a:lnTo>
                    <a:pt x="53441" y="374815"/>
                  </a:lnTo>
                  <a:lnTo>
                    <a:pt x="14351" y="358279"/>
                  </a:lnTo>
                  <a:lnTo>
                    <a:pt x="0" y="338086"/>
                  </a:lnTo>
                  <a:lnTo>
                    <a:pt x="0" y="442112"/>
                  </a:lnTo>
                  <a:lnTo>
                    <a:pt x="14351" y="462305"/>
                  </a:lnTo>
                  <a:lnTo>
                    <a:pt x="53441" y="478840"/>
                  </a:lnTo>
                  <a:lnTo>
                    <a:pt x="111302" y="490016"/>
                  </a:lnTo>
                  <a:lnTo>
                    <a:pt x="181940" y="494118"/>
                  </a:lnTo>
                  <a:lnTo>
                    <a:pt x="252590" y="490016"/>
                  </a:lnTo>
                  <a:lnTo>
                    <a:pt x="310438" y="478840"/>
                  </a:lnTo>
                  <a:lnTo>
                    <a:pt x="349529" y="462305"/>
                  </a:lnTo>
                  <a:lnTo>
                    <a:pt x="363893" y="442112"/>
                  </a:lnTo>
                  <a:lnTo>
                    <a:pt x="363893" y="416102"/>
                  </a:lnTo>
                  <a:lnTo>
                    <a:pt x="363893" y="390105"/>
                  </a:lnTo>
                  <a:lnTo>
                    <a:pt x="363893" y="338086"/>
                  </a:lnTo>
                  <a:close/>
                </a:path>
                <a:path w="364489" h="494664">
                  <a:moveTo>
                    <a:pt x="363893" y="208051"/>
                  </a:moveTo>
                  <a:lnTo>
                    <a:pt x="349529" y="228257"/>
                  </a:lnTo>
                  <a:lnTo>
                    <a:pt x="324904" y="238683"/>
                  </a:lnTo>
                  <a:lnTo>
                    <a:pt x="324904" y="291274"/>
                  </a:lnTo>
                  <a:lnTo>
                    <a:pt x="324904" y="306882"/>
                  </a:lnTo>
                  <a:lnTo>
                    <a:pt x="319697" y="312077"/>
                  </a:lnTo>
                  <a:lnTo>
                    <a:pt x="304101" y="312077"/>
                  </a:lnTo>
                  <a:lnTo>
                    <a:pt x="298907" y="306882"/>
                  </a:lnTo>
                  <a:lnTo>
                    <a:pt x="298907" y="291274"/>
                  </a:lnTo>
                  <a:lnTo>
                    <a:pt x="304101" y="286080"/>
                  </a:lnTo>
                  <a:lnTo>
                    <a:pt x="319697" y="286080"/>
                  </a:lnTo>
                  <a:lnTo>
                    <a:pt x="324904" y="291274"/>
                  </a:lnTo>
                  <a:lnTo>
                    <a:pt x="324904" y="238683"/>
                  </a:lnTo>
                  <a:lnTo>
                    <a:pt x="310438" y="244792"/>
                  </a:lnTo>
                  <a:lnTo>
                    <a:pt x="252590" y="255968"/>
                  </a:lnTo>
                  <a:lnTo>
                    <a:pt x="181940" y="260070"/>
                  </a:lnTo>
                  <a:lnTo>
                    <a:pt x="111302" y="255968"/>
                  </a:lnTo>
                  <a:lnTo>
                    <a:pt x="53441" y="244792"/>
                  </a:lnTo>
                  <a:lnTo>
                    <a:pt x="14351" y="228257"/>
                  </a:lnTo>
                  <a:lnTo>
                    <a:pt x="0" y="208051"/>
                  </a:lnTo>
                  <a:lnTo>
                    <a:pt x="0" y="312077"/>
                  </a:lnTo>
                  <a:lnTo>
                    <a:pt x="14351" y="332270"/>
                  </a:lnTo>
                  <a:lnTo>
                    <a:pt x="53441" y="348818"/>
                  </a:lnTo>
                  <a:lnTo>
                    <a:pt x="111302" y="359994"/>
                  </a:lnTo>
                  <a:lnTo>
                    <a:pt x="181940" y="364096"/>
                  </a:lnTo>
                  <a:lnTo>
                    <a:pt x="252590" y="359994"/>
                  </a:lnTo>
                  <a:lnTo>
                    <a:pt x="310438" y="348818"/>
                  </a:lnTo>
                  <a:lnTo>
                    <a:pt x="349529" y="332270"/>
                  </a:lnTo>
                  <a:lnTo>
                    <a:pt x="363893" y="312077"/>
                  </a:lnTo>
                  <a:lnTo>
                    <a:pt x="363893" y="286080"/>
                  </a:lnTo>
                  <a:lnTo>
                    <a:pt x="363893" y="260070"/>
                  </a:lnTo>
                  <a:lnTo>
                    <a:pt x="363893" y="208051"/>
                  </a:lnTo>
                  <a:close/>
                </a:path>
                <a:path w="364489" h="494664">
                  <a:moveTo>
                    <a:pt x="363893" y="78028"/>
                  </a:moveTo>
                  <a:lnTo>
                    <a:pt x="349529" y="98221"/>
                  </a:lnTo>
                  <a:lnTo>
                    <a:pt x="324904" y="108648"/>
                  </a:lnTo>
                  <a:lnTo>
                    <a:pt x="324904" y="161239"/>
                  </a:lnTo>
                  <a:lnTo>
                    <a:pt x="324904" y="176847"/>
                  </a:lnTo>
                  <a:lnTo>
                    <a:pt x="319697" y="182054"/>
                  </a:lnTo>
                  <a:lnTo>
                    <a:pt x="304101" y="182054"/>
                  </a:lnTo>
                  <a:lnTo>
                    <a:pt x="298907" y="176847"/>
                  </a:lnTo>
                  <a:lnTo>
                    <a:pt x="298907" y="161239"/>
                  </a:lnTo>
                  <a:lnTo>
                    <a:pt x="304101" y="156044"/>
                  </a:lnTo>
                  <a:lnTo>
                    <a:pt x="319697" y="156044"/>
                  </a:lnTo>
                  <a:lnTo>
                    <a:pt x="324904" y="161239"/>
                  </a:lnTo>
                  <a:lnTo>
                    <a:pt x="324904" y="108648"/>
                  </a:lnTo>
                  <a:lnTo>
                    <a:pt x="310438" y="114757"/>
                  </a:lnTo>
                  <a:lnTo>
                    <a:pt x="252590" y="125933"/>
                  </a:lnTo>
                  <a:lnTo>
                    <a:pt x="181940" y="130035"/>
                  </a:lnTo>
                  <a:lnTo>
                    <a:pt x="111302" y="125933"/>
                  </a:lnTo>
                  <a:lnTo>
                    <a:pt x="53441" y="114757"/>
                  </a:lnTo>
                  <a:lnTo>
                    <a:pt x="14351" y="98221"/>
                  </a:lnTo>
                  <a:lnTo>
                    <a:pt x="0" y="78028"/>
                  </a:lnTo>
                  <a:lnTo>
                    <a:pt x="0" y="182054"/>
                  </a:lnTo>
                  <a:lnTo>
                    <a:pt x="14351" y="202247"/>
                  </a:lnTo>
                  <a:lnTo>
                    <a:pt x="53441" y="218782"/>
                  </a:lnTo>
                  <a:lnTo>
                    <a:pt x="111302" y="229958"/>
                  </a:lnTo>
                  <a:lnTo>
                    <a:pt x="181940" y="234061"/>
                  </a:lnTo>
                  <a:lnTo>
                    <a:pt x="252590" y="229958"/>
                  </a:lnTo>
                  <a:lnTo>
                    <a:pt x="310438" y="218782"/>
                  </a:lnTo>
                  <a:lnTo>
                    <a:pt x="349529" y="202247"/>
                  </a:lnTo>
                  <a:lnTo>
                    <a:pt x="363893" y="182054"/>
                  </a:lnTo>
                  <a:lnTo>
                    <a:pt x="363893" y="156044"/>
                  </a:lnTo>
                  <a:lnTo>
                    <a:pt x="363893" y="130035"/>
                  </a:lnTo>
                  <a:lnTo>
                    <a:pt x="363893" y="78028"/>
                  </a:lnTo>
                  <a:close/>
                </a:path>
                <a:path w="364489" h="494664">
                  <a:moveTo>
                    <a:pt x="363893" y="52019"/>
                  </a:moveTo>
                  <a:lnTo>
                    <a:pt x="349592" y="31775"/>
                  </a:lnTo>
                  <a:lnTo>
                    <a:pt x="310603" y="15240"/>
                  </a:lnTo>
                  <a:lnTo>
                    <a:pt x="252768" y="4089"/>
                  </a:lnTo>
                  <a:lnTo>
                    <a:pt x="181940" y="0"/>
                  </a:lnTo>
                  <a:lnTo>
                    <a:pt x="111125" y="4089"/>
                  </a:lnTo>
                  <a:lnTo>
                    <a:pt x="53289" y="15240"/>
                  </a:lnTo>
                  <a:lnTo>
                    <a:pt x="14300" y="31775"/>
                  </a:lnTo>
                  <a:lnTo>
                    <a:pt x="0" y="52019"/>
                  </a:lnTo>
                  <a:lnTo>
                    <a:pt x="14300" y="72263"/>
                  </a:lnTo>
                  <a:lnTo>
                    <a:pt x="53289" y="88798"/>
                  </a:lnTo>
                  <a:lnTo>
                    <a:pt x="111125" y="99949"/>
                  </a:lnTo>
                  <a:lnTo>
                    <a:pt x="181940" y="104025"/>
                  </a:lnTo>
                  <a:lnTo>
                    <a:pt x="252768" y="99949"/>
                  </a:lnTo>
                  <a:lnTo>
                    <a:pt x="310603" y="88798"/>
                  </a:lnTo>
                  <a:lnTo>
                    <a:pt x="349592" y="72263"/>
                  </a:lnTo>
                  <a:lnTo>
                    <a:pt x="363893" y="5201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06746" y="4247133"/>
            <a:ext cx="17532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latin typeface="Calibri"/>
                <a:cs typeface="Calibri"/>
              </a:rPr>
              <a:t>DATA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CAN</a:t>
            </a:r>
            <a:r>
              <a:rPr sz="1500" b="1" spc="-30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BE</a:t>
            </a:r>
            <a:r>
              <a:rPr sz="1500" b="1" spc="-15" dirty="0">
                <a:latin typeface="Calibri"/>
                <a:cs typeface="Calibri"/>
              </a:rPr>
              <a:t> </a:t>
            </a:r>
            <a:r>
              <a:rPr sz="1500" b="1" spc="-10" dirty="0">
                <a:latin typeface="Calibri"/>
                <a:cs typeface="Calibri"/>
              </a:rPr>
              <a:t>SHARED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648956" y="2828544"/>
            <a:ext cx="1099185" cy="1097280"/>
            <a:chOff x="7648956" y="2828544"/>
            <a:chExt cx="1099185" cy="1097280"/>
          </a:xfrm>
        </p:grpSpPr>
        <p:sp>
          <p:nvSpPr>
            <p:cNvPr id="17" name="object 17"/>
            <p:cNvSpPr/>
            <p:nvPr/>
          </p:nvSpPr>
          <p:spPr>
            <a:xfrm>
              <a:off x="7648956" y="2828544"/>
              <a:ext cx="1099185" cy="1097280"/>
            </a:xfrm>
            <a:custGeom>
              <a:avLst/>
              <a:gdLst/>
              <a:ahLst/>
              <a:cxnLst/>
              <a:rect l="l" t="t" r="r" b="b"/>
              <a:pathLst>
                <a:path w="1099184" h="1097279">
                  <a:moveTo>
                    <a:pt x="549401" y="0"/>
                  </a:moveTo>
                  <a:lnTo>
                    <a:pt x="502000" y="2013"/>
                  </a:lnTo>
                  <a:lnTo>
                    <a:pt x="455718" y="7945"/>
                  </a:lnTo>
                  <a:lnTo>
                    <a:pt x="410720" y="17629"/>
                  </a:lnTo>
                  <a:lnTo>
                    <a:pt x="367171" y="30902"/>
                  </a:lnTo>
                  <a:lnTo>
                    <a:pt x="325236" y="47598"/>
                  </a:lnTo>
                  <a:lnTo>
                    <a:pt x="285080" y="67554"/>
                  </a:lnTo>
                  <a:lnTo>
                    <a:pt x="246868" y="90604"/>
                  </a:lnTo>
                  <a:lnTo>
                    <a:pt x="210764" y="116583"/>
                  </a:lnTo>
                  <a:lnTo>
                    <a:pt x="176935" y="145328"/>
                  </a:lnTo>
                  <a:lnTo>
                    <a:pt x="145544" y="176674"/>
                  </a:lnTo>
                  <a:lnTo>
                    <a:pt x="116758" y="210455"/>
                  </a:lnTo>
                  <a:lnTo>
                    <a:pt x="90740" y="246508"/>
                  </a:lnTo>
                  <a:lnTo>
                    <a:pt x="67656" y="284667"/>
                  </a:lnTo>
                  <a:lnTo>
                    <a:pt x="47670" y="324768"/>
                  </a:lnTo>
                  <a:lnTo>
                    <a:pt x="30949" y="366646"/>
                  </a:lnTo>
                  <a:lnTo>
                    <a:pt x="17656" y="410137"/>
                  </a:lnTo>
                  <a:lnTo>
                    <a:pt x="7957" y="455076"/>
                  </a:lnTo>
                  <a:lnTo>
                    <a:pt x="2016" y="501298"/>
                  </a:lnTo>
                  <a:lnTo>
                    <a:pt x="0" y="548639"/>
                  </a:lnTo>
                  <a:lnTo>
                    <a:pt x="2016" y="595981"/>
                  </a:lnTo>
                  <a:lnTo>
                    <a:pt x="7957" y="642203"/>
                  </a:lnTo>
                  <a:lnTo>
                    <a:pt x="17656" y="687142"/>
                  </a:lnTo>
                  <a:lnTo>
                    <a:pt x="30949" y="730633"/>
                  </a:lnTo>
                  <a:lnTo>
                    <a:pt x="47670" y="772511"/>
                  </a:lnTo>
                  <a:lnTo>
                    <a:pt x="67656" y="812612"/>
                  </a:lnTo>
                  <a:lnTo>
                    <a:pt x="90740" y="850771"/>
                  </a:lnTo>
                  <a:lnTo>
                    <a:pt x="116758" y="886824"/>
                  </a:lnTo>
                  <a:lnTo>
                    <a:pt x="145544" y="920605"/>
                  </a:lnTo>
                  <a:lnTo>
                    <a:pt x="176935" y="951951"/>
                  </a:lnTo>
                  <a:lnTo>
                    <a:pt x="210764" y="980696"/>
                  </a:lnTo>
                  <a:lnTo>
                    <a:pt x="246868" y="1006675"/>
                  </a:lnTo>
                  <a:lnTo>
                    <a:pt x="285080" y="1029725"/>
                  </a:lnTo>
                  <a:lnTo>
                    <a:pt x="325236" y="1049681"/>
                  </a:lnTo>
                  <a:lnTo>
                    <a:pt x="367171" y="1066377"/>
                  </a:lnTo>
                  <a:lnTo>
                    <a:pt x="410720" y="1079650"/>
                  </a:lnTo>
                  <a:lnTo>
                    <a:pt x="455718" y="1089334"/>
                  </a:lnTo>
                  <a:lnTo>
                    <a:pt x="502000" y="1095266"/>
                  </a:lnTo>
                  <a:lnTo>
                    <a:pt x="549401" y="1097279"/>
                  </a:lnTo>
                  <a:lnTo>
                    <a:pt x="596803" y="1095266"/>
                  </a:lnTo>
                  <a:lnTo>
                    <a:pt x="643085" y="1089334"/>
                  </a:lnTo>
                  <a:lnTo>
                    <a:pt x="688083" y="1079650"/>
                  </a:lnTo>
                  <a:lnTo>
                    <a:pt x="731632" y="1066377"/>
                  </a:lnTo>
                  <a:lnTo>
                    <a:pt x="773567" y="1049681"/>
                  </a:lnTo>
                  <a:lnTo>
                    <a:pt x="813723" y="1029725"/>
                  </a:lnTo>
                  <a:lnTo>
                    <a:pt x="851935" y="1006675"/>
                  </a:lnTo>
                  <a:lnTo>
                    <a:pt x="888039" y="980696"/>
                  </a:lnTo>
                  <a:lnTo>
                    <a:pt x="921868" y="951951"/>
                  </a:lnTo>
                  <a:lnTo>
                    <a:pt x="953259" y="920605"/>
                  </a:lnTo>
                  <a:lnTo>
                    <a:pt x="982045" y="886824"/>
                  </a:lnTo>
                  <a:lnTo>
                    <a:pt x="1008063" y="850771"/>
                  </a:lnTo>
                  <a:lnTo>
                    <a:pt x="1031147" y="812612"/>
                  </a:lnTo>
                  <a:lnTo>
                    <a:pt x="1051133" y="772511"/>
                  </a:lnTo>
                  <a:lnTo>
                    <a:pt x="1067854" y="730633"/>
                  </a:lnTo>
                  <a:lnTo>
                    <a:pt x="1081147" y="687142"/>
                  </a:lnTo>
                  <a:lnTo>
                    <a:pt x="1090846" y="642203"/>
                  </a:lnTo>
                  <a:lnTo>
                    <a:pt x="1096787" y="595981"/>
                  </a:lnTo>
                  <a:lnTo>
                    <a:pt x="1098803" y="548639"/>
                  </a:lnTo>
                  <a:lnTo>
                    <a:pt x="1096787" y="501298"/>
                  </a:lnTo>
                  <a:lnTo>
                    <a:pt x="1090846" y="455076"/>
                  </a:lnTo>
                  <a:lnTo>
                    <a:pt x="1081147" y="410137"/>
                  </a:lnTo>
                  <a:lnTo>
                    <a:pt x="1067854" y="366646"/>
                  </a:lnTo>
                  <a:lnTo>
                    <a:pt x="1051133" y="324768"/>
                  </a:lnTo>
                  <a:lnTo>
                    <a:pt x="1031147" y="284667"/>
                  </a:lnTo>
                  <a:lnTo>
                    <a:pt x="1008063" y="246508"/>
                  </a:lnTo>
                  <a:lnTo>
                    <a:pt x="982045" y="210455"/>
                  </a:lnTo>
                  <a:lnTo>
                    <a:pt x="953259" y="176674"/>
                  </a:lnTo>
                  <a:lnTo>
                    <a:pt x="921868" y="145328"/>
                  </a:lnTo>
                  <a:lnTo>
                    <a:pt x="888039" y="116583"/>
                  </a:lnTo>
                  <a:lnTo>
                    <a:pt x="851935" y="90604"/>
                  </a:lnTo>
                  <a:lnTo>
                    <a:pt x="813723" y="67554"/>
                  </a:lnTo>
                  <a:lnTo>
                    <a:pt x="773567" y="47598"/>
                  </a:lnTo>
                  <a:lnTo>
                    <a:pt x="731632" y="30902"/>
                  </a:lnTo>
                  <a:lnTo>
                    <a:pt x="688083" y="17629"/>
                  </a:lnTo>
                  <a:lnTo>
                    <a:pt x="643085" y="7945"/>
                  </a:lnTo>
                  <a:lnTo>
                    <a:pt x="596803" y="2013"/>
                  </a:lnTo>
                  <a:lnTo>
                    <a:pt x="54940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17889" y="3141100"/>
              <a:ext cx="363220" cy="474980"/>
            </a:xfrm>
            <a:custGeom>
              <a:avLst/>
              <a:gdLst/>
              <a:ahLst/>
              <a:cxnLst/>
              <a:rect l="l" t="t" r="r" b="b"/>
              <a:pathLst>
                <a:path w="363220" h="474979">
                  <a:moveTo>
                    <a:pt x="181503" y="0"/>
                  </a:moveTo>
                  <a:lnTo>
                    <a:pt x="138471" y="6959"/>
                  </a:lnTo>
                  <a:lnTo>
                    <a:pt x="101102" y="26339"/>
                  </a:lnTo>
                  <a:lnTo>
                    <a:pt x="71637" y="55892"/>
                  </a:lnTo>
                  <a:lnTo>
                    <a:pt x="52314" y="93373"/>
                  </a:lnTo>
                  <a:lnTo>
                    <a:pt x="45375" y="136533"/>
                  </a:lnTo>
                  <a:lnTo>
                    <a:pt x="45375" y="211301"/>
                  </a:lnTo>
                  <a:lnTo>
                    <a:pt x="0" y="214552"/>
                  </a:lnTo>
                  <a:lnTo>
                    <a:pt x="0" y="461612"/>
                  </a:lnTo>
                  <a:lnTo>
                    <a:pt x="181503" y="474615"/>
                  </a:lnTo>
                  <a:lnTo>
                    <a:pt x="363007" y="461612"/>
                  </a:lnTo>
                  <a:lnTo>
                    <a:pt x="363007" y="409599"/>
                  </a:lnTo>
                  <a:lnTo>
                    <a:pt x="168539" y="409599"/>
                  </a:lnTo>
                  <a:lnTo>
                    <a:pt x="168539" y="375141"/>
                  </a:lnTo>
                  <a:lnTo>
                    <a:pt x="158198" y="369625"/>
                  </a:lnTo>
                  <a:lnTo>
                    <a:pt x="149983" y="361244"/>
                  </a:lnTo>
                  <a:lnTo>
                    <a:pt x="144565" y="350547"/>
                  </a:lnTo>
                  <a:lnTo>
                    <a:pt x="142610" y="338082"/>
                  </a:lnTo>
                  <a:lnTo>
                    <a:pt x="145679" y="322935"/>
                  </a:lnTo>
                  <a:lnTo>
                    <a:pt x="154035" y="310531"/>
                  </a:lnTo>
                  <a:lnTo>
                    <a:pt x="166402" y="302151"/>
                  </a:lnTo>
                  <a:lnTo>
                    <a:pt x="181503" y="299072"/>
                  </a:lnTo>
                  <a:lnTo>
                    <a:pt x="363007" y="299072"/>
                  </a:lnTo>
                  <a:lnTo>
                    <a:pt x="363007" y="214552"/>
                  </a:lnTo>
                  <a:lnTo>
                    <a:pt x="317631" y="211301"/>
                  </a:lnTo>
                  <a:lnTo>
                    <a:pt x="317631" y="208700"/>
                  </a:lnTo>
                  <a:lnTo>
                    <a:pt x="84269" y="208700"/>
                  </a:lnTo>
                  <a:lnTo>
                    <a:pt x="84269" y="136533"/>
                  </a:lnTo>
                  <a:lnTo>
                    <a:pt x="91896" y="98529"/>
                  </a:lnTo>
                  <a:lnTo>
                    <a:pt x="112710" y="67535"/>
                  </a:lnTo>
                  <a:lnTo>
                    <a:pt x="143612" y="46659"/>
                  </a:lnTo>
                  <a:lnTo>
                    <a:pt x="181503" y="39009"/>
                  </a:lnTo>
                  <a:lnTo>
                    <a:pt x="274537" y="39009"/>
                  </a:lnTo>
                  <a:lnTo>
                    <a:pt x="261904" y="26339"/>
                  </a:lnTo>
                  <a:lnTo>
                    <a:pt x="224535" y="6959"/>
                  </a:lnTo>
                  <a:lnTo>
                    <a:pt x="181503" y="0"/>
                  </a:lnTo>
                  <a:close/>
                </a:path>
                <a:path w="363220" h="474979">
                  <a:moveTo>
                    <a:pt x="363007" y="299072"/>
                  </a:moveTo>
                  <a:lnTo>
                    <a:pt x="181503" y="299072"/>
                  </a:lnTo>
                  <a:lnTo>
                    <a:pt x="196605" y="302151"/>
                  </a:lnTo>
                  <a:lnTo>
                    <a:pt x="208972" y="310531"/>
                  </a:lnTo>
                  <a:lnTo>
                    <a:pt x="217328" y="322935"/>
                  </a:lnTo>
                  <a:lnTo>
                    <a:pt x="220397" y="338082"/>
                  </a:lnTo>
                  <a:lnTo>
                    <a:pt x="218442" y="350181"/>
                  </a:lnTo>
                  <a:lnTo>
                    <a:pt x="213024" y="360756"/>
                  </a:lnTo>
                  <a:lnTo>
                    <a:pt x="204809" y="369259"/>
                  </a:lnTo>
                  <a:lnTo>
                    <a:pt x="194468" y="375141"/>
                  </a:lnTo>
                  <a:lnTo>
                    <a:pt x="194468" y="409599"/>
                  </a:lnTo>
                  <a:lnTo>
                    <a:pt x="363007" y="409599"/>
                  </a:lnTo>
                  <a:lnTo>
                    <a:pt x="363007" y="299072"/>
                  </a:lnTo>
                  <a:close/>
                </a:path>
                <a:path w="363220" h="474979">
                  <a:moveTo>
                    <a:pt x="181503" y="201549"/>
                  </a:moveTo>
                  <a:lnTo>
                    <a:pt x="84269" y="208700"/>
                  </a:lnTo>
                  <a:lnTo>
                    <a:pt x="278738" y="208700"/>
                  </a:lnTo>
                  <a:lnTo>
                    <a:pt x="181503" y="201549"/>
                  </a:lnTo>
                  <a:close/>
                </a:path>
                <a:path w="363220" h="474979">
                  <a:moveTo>
                    <a:pt x="274537" y="39009"/>
                  </a:moveTo>
                  <a:lnTo>
                    <a:pt x="181503" y="39009"/>
                  </a:lnTo>
                  <a:lnTo>
                    <a:pt x="219394" y="46659"/>
                  </a:lnTo>
                  <a:lnTo>
                    <a:pt x="250297" y="67535"/>
                  </a:lnTo>
                  <a:lnTo>
                    <a:pt x="271111" y="98529"/>
                  </a:lnTo>
                  <a:lnTo>
                    <a:pt x="278738" y="136533"/>
                  </a:lnTo>
                  <a:lnTo>
                    <a:pt x="278738" y="208700"/>
                  </a:lnTo>
                  <a:lnTo>
                    <a:pt x="317631" y="208700"/>
                  </a:lnTo>
                  <a:lnTo>
                    <a:pt x="317631" y="136533"/>
                  </a:lnTo>
                  <a:lnTo>
                    <a:pt x="310693" y="93373"/>
                  </a:lnTo>
                  <a:lnTo>
                    <a:pt x="291370" y="55892"/>
                  </a:lnTo>
                  <a:lnTo>
                    <a:pt x="274537" y="390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08342" y="4247133"/>
            <a:ext cx="1783080" cy="7188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 indent="-1905" algn="ctr">
              <a:lnSpc>
                <a:spcPct val="101699"/>
              </a:lnSpc>
              <a:spcBef>
                <a:spcPts val="70"/>
              </a:spcBef>
            </a:pPr>
            <a:r>
              <a:rPr sz="1500" b="1" spc="-10" dirty="0">
                <a:latin typeface="Calibri"/>
                <a:cs typeface="Calibri"/>
              </a:rPr>
              <a:t>SECURITY RESTRICTIONS</a:t>
            </a:r>
            <a:r>
              <a:rPr sz="1500" b="1" dirty="0">
                <a:latin typeface="Calibri"/>
                <a:cs typeface="Calibri"/>
              </a:rPr>
              <a:t> CAN</a:t>
            </a:r>
            <a:r>
              <a:rPr sz="1500" b="1" spc="-10" dirty="0">
                <a:latin typeface="Calibri"/>
                <a:cs typeface="Calibri"/>
              </a:rPr>
              <a:t> </a:t>
            </a:r>
            <a:r>
              <a:rPr sz="1500" b="1" spc="-35" dirty="0">
                <a:latin typeface="Calibri"/>
                <a:cs typeface="Calibri"/>
              </a:rPr>
              <a:t>BE </a:t>
            </a:r>
            <a:r>
              <a:rPr sz="1500" b="1" spc="-10" dirty="0">
                <a:latin typeface="Calibri"/>
                <a:cs typeface="Calibri"/>
              </a:rPr>
              <a:t>APPLIED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764268" y="2828544"/>
            <a:ext cx="1099185" cy="1097280"/>
            <a:chOff x="9764268" y="2828544"/>
            <a:chExt cx="1099185" cy="1097280"/>
          </a:xfrm>
        </p:grpSpPr>
        <p:sp>
          <p:nvSpPr>
            <p:cNvPr id="21" name="object 21"/>
            <p:cNvSpPr/>
            <p:nvPr/>
          </p:nvSpPr>
          <p:spPr>
            <a:xfrm>
              <a:off x="9764268" y="2828544"/>
              <a:ext cx="1099185" cy="1097280"/>
            </a:xfrm>
            <a:custGeom>
              <a:avLst/>
              <a:gdLst/>
              <a:ahLst/>
              <a:cxnLst/>
              <a:rect l="l" t="t" r="r" b="b"/>
              <a:pathLst>
                <a:path w="1099184" h="1097279">
                  <a:moveTo>
                    <a:pt x="549401" y="0"/>
                  </a:moveTo>
                  <a:lnTo>
                    <a:pt x="502000" y="2013"/>
                  </a:lnTo>
                  <a:lnTo>
                    <a:pt x="455718" y="7945"/>
                  </a:lnTo>
                  <a:lnTo>
                    <a:pt x="410720" y="17629"/>
                  </a:lnTo>
                  <a:lnTo>
                    <a:pt x="367171" y="30902"/>
                  </a:lnTo>
                  <a:lnTo>
                    <a:pt x="325236" y="47598"/>
                  </a:lnTo>
                  <a:lnTo>
                    <a:pt x="285080" y="67554"/>
                  </a:lnTo>
                  <a:lnTo>
                    <a:pt x="246868" y="90604"/>
                  </a:lnTo>
                  <a:lnTo>
                    <a:pt x="210764" y="116583"/>
                  </a:lnTo>
                  <a:lnTo>
                    <a:pt x="176935" y="145328"/>
                  </a:lnTo>
                  <a:lnTo>
                    <a:pt x="145544" y="176674"/>
                  </a:lnTo>
                  <a:lnTo>
                    <a:pt x="116758" y="210455"/>
                  </a:lnTo>
                  <a:lnTo>
                    <a:pt x="90740" y="246508"/>
                  </a:lnTo>
                  <a:lnTo>
                    <a:pt x="67656" y="284667"/>
                  </a:lnTo>
                  <a:lnTo>
                    <a:pt x="47670" y="324768"/>
                  </a:lnTo>
                  <a:lnTo>
                    <a:pt x="30949" y="366646"/>
                  </a:lnTo>
                  <a:lnTo>
                    <a:pt x="17656" y="410137"/>
                  </a:lnTo>
                  <a:lnTo>
                    <a:pt x="7957" y="455076"/>
                  </a:lnTo>
                  <a:lnTo>
                    <a:pt x="2016" y="501298"/>
                  </a:lnTo>
                  <a:lnTo>
                    <a:pt x="0" y="548639"/>
                  </a:lnTo>
                  <a:lnTo>
                    <a:pt x="2016" y="595981"/>
                  </a:lnTo>
                  <a:lnTo>
                    <a:pt x="7957" y="642203"/>
                  </a:lnTo>
                  <a:lnTo>
                    <a:pt x="17656" y="687142"/>
                  </a:lnTo>
                  <a:lnTo>
                    <a:pt x="30949" y="730633"/>
                  </a:lnTo>
                  <a:lnTo>
                    <a:pt x="47670" y="772511"/>
                  </a:lnTo>
                  <a:lnTo>
                    <a:pt x="67656" y="812612"/>
                  </a:lnTo>
                  <a:lnTo>
                    <a:pt x="90740" y="850771"/>
                  </a:lnTo>
                  <a:lnTo>
                    <a:pt x="116758" y="886824"/>
                  </a:lnTo>
                  <a:lnTo>
                    <a:pt x="145544" y="920605"/>
                  </a:lnTo>
                  <a:lnTo>
                    <a:pt x="176935" y="951951"/>
                  </a:lnTo>
                  <a:lnTo>
                    <a:pt x="210764" y="980696"/>
                  </a:lnTo>
                  <a:lnTo>
                    <a:pt x="246868" y="1006675"/>
                  </a:lnTo>
                  <a:lnTo>
                    <a:pt x="285080" y="1029725"/>
                  </a:lnTo>
                  <a:lnTo>
                    <a:pt x="325236" y="1049681"/>
                  </a:lnTo>
                  <a:lnTo>
                    <a:pt x="367171" y="1066377"/>
                  </a:lnTo>
                  <a:lnTo>
                    <a:pt x="410720" y="1079650"/>
                  </a:lnTo>
                  <a:lnTo>
                    <a:pt x="455718" y="1089334"/>
                  </a:lnTo>
                  <a:lnTo>
                    <a:pt x="502000" y="1095266"/>
                  </a:lnTo>
                  <a:lnTo>
                    <a:pt x="549401" y="1097279"/>
                  </a:lnTo>
                  <a:lnTo>
                    <a:pt x="596803" y="1095266"/>
                  </a:lnTo>
                  <a:lnTo>
                    <a:pt x="643085" y="1089334"/>
                  </a:lnTo>
                  <a:lnTo>
                    <a:pt x="688083" y="1079650"/>
                  </a:lnTo>
                  <a:lnTo>
                    <a:pt x="731632" y="1066377"/>
                  </a:lnTo>
                  <a:lnTo>
                    <a:pt x="773567" y="1049681"/>
                  </a:lnTo>
                  <a:lnTo>
                    <a:pt x="813723" y="1029725"/>
                  </a:lnTo>
                  <a:lnTo>
                    <a:pt x="851935" y="1006675"/>
                  </a:lnTo>
                  <a:lnTo>
                    <a:pt x="888039" y="980696"/>
                  </a:lnTo>
                  <a:lnTo>
                    <a:pt x="921868" y="951951"/>
                  </a:lnTo>
                  <a:lnTo>
                    <a:pt x="953259" y="920605"/>
                  </a:lnTo>
                  <a:lnTo>
                    <a:pt x="982045" y="886824"/>
                  </a:lnTo>
                  <a:lnTo>
                    <a:pt x="1008063" y="850771"/>
                  </a:lnTo>
                  <a:lnTo>
                    <a:pt x="1031147" y="812612"/>
                  </a:lnTo>
                  <a:lnTo>
                    <a:pt x="1051133" y="772511"/>
                  </a:lnTo>
                  <a:lnTo>
                    <a:pt x="1067854" y="730633"/>
                  </a:lnTo>
                  <a:lnTo>
                    <a:pt x="1081147" y="687142"/>
                  </a:lnTo>
                  <a:lnTo>
                    <a:pt x="1090846" y="642203"/>
                  </a:lnTo>
                  <a:lnTo>
                    <a:pt x="1096787" y="595981"/>
                  </a:lnTo>
                  <a:lnTo>
                    <a:pt x="1098803" y="548639"/>
                  </a:lnTo>
                  <a:lnTo>
                    <a:pt x="1096787" y="501298"/>
                  </a:lnTo>
                  <a:lnTo>
                    <a:pt x="1090846" y="455076"/>
                  </a:lnTo>
                  <a:lnTo>
                    <a:pt x="1081147" y="410137"/>
                  </a:lnTo>
                  <a:lnTo>
                    <a:pt x="1067854" y="366646"/>
                  </a:lnTo>
                  <a:lnTo>
                    <a:pt x="1051133" y="324768"/>
                  </a:lnTo>
                  <a:lnTo>
                    <a:pt x="1031147" y="284667"/>
                  </a:lnTo>
                  <a:lnTo>
                    <a:pt x="1008063" y="246508"/>
                  </a:lnTo>
                  <a:lnTo>
                    <a:pt x="982045" y="210455"/>
                  </a:lnTo>
                  <a:lnTo>
                    <a:pt x="953259" y="176674"/>
                  </a:lnTo>
                  <a:lnTo>
                    <a:pt x="921868" y="145328"/>
                  </a:lnTo>
                  <a:lnTo>
                    <a:pt x="888039" y="116583"/>
                  </a:lnTo>
                  <a:lnTo>
                    <a:pt x="851935" y="90604"/>
                  </a:lnTo>
                  <a:lnTo>
                    <a:pt x="813723" y="67554"/>
                  </a:lnTo>
                  <a:lnTo>
                    <a:pt x="773567" y="47598"/>
                  </a:lnTo>
                  <a:lnTo>
                    <a:pt x="731632" y="30902"/>
                  </a:lnTo>
                  <a:lnTo>
                    <a:pt x="688083" y="17629"/>
                  </a:lnTo>
                  <a:lnTo>
                    <a:pt x="643085" y="7945"/>
                  </a:lnTo>
                  <a:lnTo>
                    <a:pt x="596803" y="2013"/>
                  </a:lnTo>
                  <a:lnTo>
                    <a:pt x="549401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181818" y="3164441"/>
              <a:ext cx="266065" cy="170815"/>
            </a:xfrm>
            <a:custGeom>
              <a:avLst/>
              <a:gdLst/>
              <a:ahLst/>
              <a:cxnLst/>
              <a:rect l="l" t="t" r="r" b="b"/>
              <a:pathLst>
                <a:path w="266065" h="170814">
                  <a:moveTo>
                    <a:pt x="132886" y="0"/>
                  </a:moveTo>
                  <a:lnTo>
                    <a:pt x="90884" y="6794"/>
                  </a:lnTo>
                  <a:lnTo>
                    <a:pt x="54406" y="25716"/>
                  </a:lnTo>
                  <a:lnTo>
                    <a:pt x="25639" y="54568"/>
                  </a:lnTo>
                  <a:lnTo>
                    <a:pt x="6774" y="91155"/>
                  </a:lnTo>
                  <a:lnTo>
                    <a:pt x="0" y="133282"/>
                  </a:lnTo>
                  <a:lnTo>
                    <a:pt x="588" y="146334"/>
                  </a:lnTo>
                  <a:lnTo>
                    <a:pt x="1620" y="152787"/>
                  </a:lnTo>
                  <a:lnTo>
                    <a:pt x="35306" y="145802"/>
                  </a:lnTo>
                  <a:lnTo>
                    <a:pt x="69275" y="146537"/>
                  </a:lnTo>
                  <a:lnTo>
                    <a:pt x="102233" y="154818"/>
                  </a:lnTo>
                  <a:lnTo>
                    <a:pt x="132886" y="170471"/>
                  </a:lnTo>
                  <a:lnTo>
                    <a:pt x="163539" y="154818"/>
                  </a:lnTo>
                  <a:lnTo>
                    <a:pt x="196498" y="146537"/>
                  </a:lnTo>
                  <a:lnTo>
                    <a:pt x="230467" y="145802"/>
                  </a:lnTo>
                  <a:lnTo>
                    <a:pt x="264153" y="152787"/>
                  </a:lnTo>
                  <a:lnTo>
                    <a:pt x="265724" y="139816"/>
                  </a:lnTo>
                  <a:lnTo>
                    <a:pt x="258998" y="91155"/>
                  </a:lnTo>
                  <a:lnTo>
                    <a:pt x="240133" y="54568"/>
                  </a:lnTo>
                  <a:lnTo>
                    <a:pt x="211367" y="25716"/>
                  </a:lnTo>
                  <a:lnTo>
                    <a:pt x="174888" y="6794"/>
                  </a:lnTo>
                  <a:lnTo>
                    <a:pt x="1328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99501" y="3329126"/>
              <a:ext cx="431955" cy="266564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571481" y="4247133"/>
            <a:ext cx="1487170" cy="48768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222885" marR="5080" indent="-210820">
              <a:lnSpc>
                <a:spcPct val="102000"/>
              </a:lnSpc>
              <a:spcBef>
                <a:spcPts val="60"/>
              </a:spcBef>
            </a:pPr>
            <a:r>
              <a:rPr sz="1500" b="1" dirty="0">
                <a:latin typeface="Calibri"/>
                <a:cs typeface="Calibri"/>
              </a:rPr>
              <a:t>INTEGRITY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dirty="0">
                <a:latin typeface="Calibri"/>
                <a:cs typeface="Calibri"/>
              </a:rPr>
              <a:t>CAN</a:t>
            </a:r>
            <a:r>
              <a:rPr sz="1500" b="1" spc="-45" dirty="0">
                <a:latin typeface="Calibri"/>
                <a:cs typeface="Calibri"/>
              </a:rPr>
              <a:t> </a:t>
            </a:r>
            <a:r>
              <a:rPr sz="1500" b="1" spc="-25" dirty="0">
                <a:latin typeface="Calibri"/>
                <a:cs typeface="Calibri"/>
              </a:rPr>
              <a:t>BE </a:t>
            </a:r>
            <a:r>
              <a:rPr sz="1500" b="1" spc="-10" dirty="0">
                <a:latin typeface="Calibri"/>
                <a:cs typeface="Calibri"/>
              </a:rPr>
              <a:t>MAINTAINED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30962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Applications</a:t>
            </a:r>
            <a:r>
              <a:rPr sz="4400" spc="-155" dirty="0"/>
              <a:t> </a:t>
            </a:r>
            <a:r>
              <a:rPr sz="4400" dirty="0"/>
              <a:t>of</a:t>
            </a:r>
            <a:r>
              <a:rPr sz="4400" spc="-130" dirty="0"/>
              <a:t> </a:t>
            </a:r>
            <a:r>
              <a:rPr sz="4400" spc="-20" dirty="0"/>
              <a:t>DBMS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31850" y="1895601"/>
            <a:ext cx="10528300" cy="772160"/>
            <a:chOff x="831850" y="1895601"/>
            <a:chExt cx="10528300" cy="772160"/>
          </a:xfrm>
        </p:grpSpPr>
        <p:sp>
          <p:nvSpPr>
            <p:cNvPr id="4" name="object 4"/>
            <p:cNvSpPr/>
            <p:nvPr/>
          </p:nvSpPr>
          <p:spPr>
            <a:xfrm>
              <a:off x="838200" y="2182367"/>
              <a:ext cx="10515600" cy="478790"/>
            </a:xfrm>
            <a:custGeom>
              <a:avLst/>
              <a:gdLst/>
              <a:ahLst/>
              <a:cxnLst/>
              <a:rect l="l" t="t" r="r" b="b"/>
              <a:pathLst>
                <a:path w="10515600" h="478789">
                  <a:moveTo>
                    <a:pt x="0" y="478536"/>
                  </a:moveTo>
                  <a:lnTo>
                    <a:pt x="10515600" y="478536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78536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63980" y="1901951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2"/>
                  </a:lnTo>
                  <a:lnTo>
                    <a:pt x="7267448" y="560832"/>
                  </a:lnTo>
                  <a:lnTo>
                    <a:pt x="7303805" y="553477"/>
                  </a:lnTo>
                  <a:lnTo>
                    <a:pt x="7333519" y="533431"/>
                  </a:lnTo>
                  <a:lnTo>
                    <a:pt x="7353565" y="503717"/>
                  </a:lnTo>
                  <a:lnTo>
                    <a:pt x="7360920" y="467360"/>
                  </a:lnTo>
                  <a:lnTo>
                    <a:pt x="7360920" y="93472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3980" y="1901951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2"/>
                  </a:lnTo>
                  <a:lnTo>
                    <a:pt x="7360920" y="467360"/>
                  </a:lnTo>
                  <a:lnTo>
                    <a:pt x="7353565" y="503717"/>
                  </a:lnTo>
                  <a:lnTo>
                    <a:pt x="7333519" y="533431"/>
                  </a:lnTo>
                  <a:lnTo>
                    <a:pt x="7303805" y="553477"/>
                  </a:lnTo>
                  <a:lnTo>
                    <a:pt x="7267448" y="560832"/>
                  </a:lnTo>
                  <a:lnTo>
                    <a:pt x="93472" y="560832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31850" y="2756661"/>
            <a:ext cx="10528300" cy="773430"/>
            <a:chOff x="831850" y="2756661"/>
            <a:chExt cx="10528300" cy="773430"/>
          </a:xfrm>
        </p:grpSpPr>
        <p:sp>
          <p:nvSpPr>
            <p:cNvPr id="8" name="object 8"/>
            <p:cNvSpPr/>
            <p:nvPr/>
          </p:nvSpPr>
          <p:spPr>
            <a:xfrm>
              <a:off x="838200" y="3043427"/>
              <a:ext cx="10515600" cy="480059"/>
            </a:xfrm>
            <a:custGeom>
              <a:avLst/>
              <a:gdLst/>
              <a:ahLst/>
              <a:cxnLst/>
              <a:rect l="l" t="t" r="r" b="b"/>
              <a:pathLst>
                <a:path w="10515600" h="480060">
                  <a:moveTo>
                    <a:pt x="0" y="480060"/>
                  </a:moveTo>
                  <a:lnTo>
                    <a:pt x="10515600" y="480060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80060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63980" y="2763011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2"/>
                  </a:lnTo>
                  <a:lnTo>
                    <a:pt x="7267448" y="560832"/>
                  </a:lnTo>
                  <a:lnTo>
                    <a:pt x="7303805" y="553477"/>
                  </a:lnTo>
                  <a:lnTo>
                    <a:pt x="7333519" y="533431"/>
                  </a:lnTo>
                  <a:lnTo>
                    <a:pt x="7353565" y="503717"/>
                  </a:lnTo>
                  <a:lnTo>
                    <a:pt x="7360920" y="467360"/>
                  </a:lnTo>
                  <a:lnTo>
                    <a:pt x="7360920" y="93472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63980" y="2763011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2"/>
                  </a:lnTo>
                  <a:lnTo>
                    <a:pt x="7360920" y="467360"/>
                  </a:lnTo>
                  <a:lnTo>
                    <a:pt x="7353565" y="503717"/>
                  </a:lnTo>
                  <a:lnTo>
                    <a:pt x="7333519" y="533431"/>
                  </a:lnTo>
                  <a:lnTo>
                    <a:pt x="7303805" y="553477"/>
                  </a:lnTo>
                  <a:lnTo>
                    <a:pt x="7267448" y="560832"/>
                  </a:lnTo>
                  <a:lnTo>
                    <a:pt x="93472" y="560832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31850" y="3619246"/>
            <a:ext cx="10528300" cy="772160"/>
            <a:chOff x="831850" y="3619246"/>
            <a:chExt cx="10528300" cy="772160"/>
          </a:xfrm>
        </p:grpSpPr>
        <p:sp>
          <p:nvSpPr>
            <p:cNvPr id="12" name="object 12"/>
            <p:cNvSpPr/>
            <p:nvPr/>
          </p:nvSpPr>
          <p:spPr>
            <a:xfrm>
              <a:off x="838200" y="3906012"/>
              <a:ext cx="10515600" cy="478790"/>
            </a:xfrm>
            <a:custGeom>
              <a:avLst/>
              <a:gdLst/>
              <a:ahLst/>
              <a:cxnLst/>
              <a:rect l="l" t="t" r="r" b="b"/>
              <a:pathLst>
                <a:path w="10515600" h="478789">
                  <a:moveTo>
                    <a:pt x="0" y="478536"/>
                  </a:moveTo>
                  <a:lnTo>
                    <a:pt x="10515600" y="478536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78536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63980" y="3625596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1"/>
                  </a:lnTo>
                  <a:lnTo>
                    <a:pt x="0" y="467359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1"/>
                  </a:lnTo>
                  <a:lnTo>
                    <a:pt x="7267448" y="560831"/>
                  </a:lnTo>
                  <a:lnTo>
                    <a:pt x="7303805" y="553477"/>
                  </a:lnTo>
                  <a:lnTo>
                    <a:pt x="7333519" y="533431"/>
                  </a:lnTo>
                  <a:lnTo>
                    <a:pt x="7353565" y="503717"/>
                  </a:lnTo>
                  <a:lnTo>
                    <a:pt x="7360920" y="467359"/>
                  </a:lnTo>
                  <a:lnTo>
                    <a:pt x="7360920" y="93471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63980" y="3625596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1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1"/>
                  </a:lnTo>
                  <a:lnTo>
                    <a:pt x="7360920" y="467359"/>
                  </a:lnTo>
                  <a:lnTo>
                    <a:pt x="7353565" y="503717"/>
                  </a:lnTo>
                  <a:lnTo>
                    <a:pt x="7333519" y="533431"/>
                  </a:lnTo>
                  <a:lnTo>
                    <a:pt x="7303805" y="553477"/>
                  </a:lnTo>
                  <a:lnTo>
                    <a:pt x="7267448" y="560831"/>
                  </a:lnTo>
                  <a:lnTo>
                    <a:pt x="93472" y="560831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59"/>
                  </a:lnTo>
                  <a:lnTo>
                    <a:pt x="0" y="934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1850" y="4480305"/>
            <a:ext cx="10528300" cy="773430"/>
            <a:chOff x="831850" y="4480305"/>
            <a:chExt cx="10528300" cy="773430"/>
          </a:xfrm>
        </p:grpSpPr>
        <p:sp>
          <p:nvSpPr>
            <p:cNvPr id="16" name="object 16"/>
            <p:cNvSpPr/>
            <p:nvPr/>
          </p:nvSpPr>
          <p:spPr>
            <a:xfrm>
              <a:off x="838200" y="4767071"/>
              <a:ext cx="10515600" cy="480059"/>
            </a:xfrm>
            <a:custGeom>
              <a:avLst/>
              <a:gdLst/>
              <a:ahLst/>
              <a:cxnLst/>
              <a:rect l="l" t="t" r="r" b="b"/>
              <a:pathLst>
                <a:path w="10515600" h="480060">
                  <a:moveTo>
                    <a:pt x="0" y="480059"/>
                  </a:moveTo>
                  <a:lnTo>
                    <a:pt x="10515600" y="480059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80059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63980" y="4486655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2"/>
                  </a:lnTo>
                  <a:lnTo>
                    <a:pt x="7267448" y="560832"/>
                  </a:lnTo>
                  <a:lnTo>
                    <a:pt x="7303805" y="553477"/>
                  </a:lnTo>
                  <a:lnTo>
                    <a:pt x="7333519" y="533431"/>
                  </a:lnTo>
                  <a:lnTo>
                    <a:pt x="7353565" y="503717"/>
                  </a:lnTo>
                  <a:lnTo>
                    <a:pt x="7360920" y="467360"/>
                  </a:lnTo>
                  <a:lnTo>
                    <a:pt x="7360920" y="93472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63980" y="4486655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2"/>
                  </a:lnTo>
                  <a:lnTo>
                    <a:pt x="7360920" y="467360"/>
                  </a:lnTo>
                  <a:lnTo>
                    <a:pt x="7353565" y="503717"/>
                  </a:lnTo>
                  <a:lnTo>
                    <a:pt x="7333519" y="533431"/>
                  </a:lnTo>
                  <a:lnTo>
                    <a:pt x="7303805" y="553477"/>
                  </a:lnTo>
                  <a:lnTo>
                    <a:pt x="7267448" y="560832"/>
                  </a:lnTo>
                  <a:lnTo>
                    <a:pt x="93472" y="560832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831850" y="5342890"/>
            <a:ext cx="10528300" cy="772160"/>
            <a:chOff x="831850" y="5342890"/>
            <a:chExt cx="10528300" cy="772160"/>
          </a:xfrm>
        </p:grpSpPr>
        <p:sp>
          <p:nvSpPr>
            <p:cNvPr id="20" name="object 20"/>
            <p:cNvSpPr/>
            <p:nvPr/>
          </p:nvSpPr>
          <p:spPr>
            <a:xfrm>
              <a:off x="838200" y="5629656"/>
              <a:ext cx="10515600" cy="478790"/>
            </a:xfrm>
            <a:custGeom>
              <a:avLst/>
              <a:gdLst/>
              <a:ahLst/>
              <a:cxnLst/>
              <a:rect l="l" t="t" r="r" b="b"/>
              <a:pathLst>
                <a:path w="10515600" h="478789">
                  <a:moveTo>
                    <a:pt x="0" y="478536"/>
                  </a:moveTo>
                  <a:lnTo>
                    <a:pt x="10515600" y="478536"/>
                  </a:lnTo>
                  <a:lnTo>
                    <a:pt x="10515600" y="0"/>
                  </a:lnTo>
                  <a:lnTo>
                    <a:pt x="0" y="0"/>
                  </a:lnTo>
                  <a:lnTo>
                    <a:pt x="0" y="478536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63980" y="5349240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7267448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54" y="503744"/>
                  </a:lnTo>
                  <a:lnTo>
                    <a:pt x="27400" y="533455"/>
                  </a:lnTo>
                  <a:lnTo>
                    <a:pt x="57114" y="553486"/>
                  </a:lnTo>
                  <a:lnTo>
                    <a:pt x="93472" y="560832"/>
                  </a:lnTo>
                  <a:lnTo>
                    <a:pt x="7267448" y="560832"/>
                  </a:lnTo>
                  <a:lnTo>
                    <a:pt x="7303805" y="553486"/>
                  </a:lnTo>
                  <a:lnTo>
                    <a:pt x="7333519" y="533455"/>
                  </a:lnTo>
                  <a:lnTo>
                    <a:pt x="7353565" y="503744"/>
                  </a:lnTo>
                  <a:lnTo>
                    <a:pt x="7360920" y="467360"/>
                  </a:lnTo>
                  <a:lnTo>
                    <a:pt x="7360920" y="93472"/>
                  </a:lnTo>
                  <a:lnTo>
                    <a:pt x="7353565" y="57114"/>
                  </a:lnTo>
                  <a:lnTo>
                    <a:pt x="7333519" y="27400"/>
                  </a:lnTo>
                  <a:lnTo>
                    <a:pt x="7303805" y="7354"/>
                  </a:lnTo>
                  <a:lnTo>
                    <a:pt x="726744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63980" y="5349240"/>
              <a:ext cx="7360920" cy="561340"/>
            </a:xfrm>
            <a:custGeom>
              <a:avLst/>
              <a:gdLst/>
              <a:ahLst/>
              <a:cxnLst/>
              <a:rect l="l" t="t" r="r" b="b"/>
              <a:pathLst>
                <a:path w="7360920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7267448" y="0"/>
                  </a:lnTo>
                  <a:lnTo>
                    <a:pt x="7303805" y="7354"/>
                  </a:lnTo>
                  <a:lnTo>
                    <a:pt x="7333519" y="27400"/>
                  </a:lnTo>
                  <a:lnTo>
                    <a:pt x="7353565" y="57114"/>
                  </a:lnTo>
                  <a:lnTo>
                    <a:pt x="7360920" y="93472"/>
                  </a:lnTo>
                  <a:lnTo>
                    <a:pt x="7360920" y="467360"/>
                  </a:lnTo>
                  <a:lnTo>
                    <a:pt x="7353565" y="503744"/>
                  </a:lnTo>
                  <a:lnTo>
                    <a:pt x="7333519" y="533455"/>
                  </a:lnTo>
                  <a:lnTo>
                    <a:pt x="7303805" y="553486"/>
                  </a:lnTo>
                  <a:lnTo>
                    <a:pt x="7267448" y="560832"/>
                  </a:lnTo>
                  <a:lnTo>
                    <a:pt x="93472" y="560832"/>
                  </a:lnTo>
                  <a:lnTo>
                    <a:pt x="57114" y="553486"/>
                  </a:lnTo>
                  <a:lnTo>
                    <a:pt x="27400" y="533455"/>
                  </a:lnTo>
                  <a:lnTo>
                    <a:pt x="7354" y="503744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656969" y="1996186"/>
            <a:ext cx="2001520" cy="3763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TELECOM</a:t>
            </a:r>
            <a:endParaRPr sz="1900">
              <a:latin typeface="Calibri"/>
              <a:cs typeface="Calibri"/>
            </a:endParaRPr>
          </a:p>
          <a:p>
            <a:pPr marL="12700" marR="234315">
              <a:lnSpc>
                <a:spcPct val="297700"/>
              </a:lnSpc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INDUSTRY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BANKING</a:t>
            </a:r>
            <a:r>
              <a:rPr sz="19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EDUCATION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SECTOR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ONLINE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SHOPPING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6885940" cy="6858000"/>
          </a:xfrm>
          <a:custGeom>
            <a:avLst/>
            <a:gdLst/>
            <a:ahLst/>
            <a:cxnLst/>
            <a:rect l="l" t="t" r="r" b="b"/>
            <a:pathLst>
              <a:path w="6885940" h="6858000">
                <a:moveTo>
                  <a:pt x="6885432" y="0"/>
                </a:moveTo>
                <a:lnTo>
                  <a:pt x="0" y="0"/>
                </a:lnTo>
                <a:lnTo>
                  <a:pt x="0" y="6858000"/>
                </a:lnTo>
                <a:lnTo>
                  <a:pt x="6885432" y="6858000"/>
                </a:lnTo>
                <a:lnTo>
                  <a:pt x="688543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03172" y="615441"/>
            <a:ext cx="457962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dirty="0">
                <a:solidFill>
                  <a:srgbClr val="FFFFFF"/>
                </a:solidFill>
              </a:rPr>
              <a:t>Three</a:t>
            </a:r>
            <a:r>
              <a:rPr sz="4400" spc="-70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levels</a:t>
            </a:r>
            <a:r>
              <a:rPr sz="4400" spc="-35" dirty="0">
                <a:solidFill>
                  <a:srgbClr val="FFFFFF"/>
                </a:solidFill>
              </a:rPr>
              <a:t> </a:t>
            </a:r>
            <a:r>
              <a:rPr sz="4400" dirty="0">
                <a:solidFill>
                  <a:srgbClr val="FFFFFF"/>
                </a:solidFill>
              </a:rPr>
              <a:t>of</a:t>
            </a:r>
            <a:r>
              <a:rPr sz="4400" spc="915" dirty="0">
                <a:solidFill>
                  <a:srgbClr val="FFFFFF"/>
                </a:solidFill>
              </a:rPr>
              <a:t> </a:t>
            </a:r>
            <a:r>
              <a:rPr sz="4400" spc="-30" dirty="0">
                <a:solidFill>
                  <a:srgbClr val="FFFFFF"/>
                </a:solidFill>
              </a:rPr>
              <a:t>Data </a:t>
            </a:r>
            <a:r>
              <a:rPr sz="4400" spc="-10" dirty="0">
                <a:solidFill>
                  <a:srgbClr val="FFFFFF"/>
                </a:solidFill>
              </a:rPr>
              <a:t>Abstraction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762762" y="826769"/>
            <a:ext cx="0" cy="914400"/>
          </a:xfrm>
          <a:custGeom>
            <a:avLst/>
            <a:gdLst/>
            <a:ahLst/>
            <a:cxnLst/>
            <a:rect l="l" t="t" r="r" b="b"/>
            <a:pathLst>
              <a:path h="914400">
                <a:moveTo>
                  <a:pt x="0" y="914400"/>
                </a:moveTo>
                <a:lnTo>
                  <a:pt x="0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 descr="Data Abstraction and Data Independence - GeeksforGeek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7559" y="408431"/>
            <a:ext cx="4514088" cy="5992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4127" y="2500883"/>
            <a:ext cx="5081016" cy="11140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127" y="3695700"/>
            <a:ext cx="5081016" cy="11125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4127" y="4888991"/>
            <a:ext cx="5081016" cy="111404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72667" y="2594813"/>
            <a:ext cx="4624070" cy="32321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60960">
              <a:lnSpc>
                <a:spcPts val="3080"/>
              </a:lnSpc>
              <a:spcBef>
                <a:spcPts val="434"/>
              </a:spcBef>
            </a:pP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level: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lowest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abstraction.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ts val="3070"/>
              </a:lnSpc>
              <a:spcBef>
                <a:spcPts val="3254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Logical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level: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middle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3-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abstraction.</a:t>
            </a:r>
            <a:endParaRPr sz="2800">
              <a:latin typeface="Calibri"/>
              <a:cs typeface="Calibri"/>
            </a:endParaRPr>
          </a:p>
          <a:p>
            <a:pPr marL="12700" marR="26670">
              <a:lnSpc>
                <a:spcPts val="3070"/>
              </a:lnSpc>
              <a:spcBef>
                <a:spcPts val="326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2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level:</a:t>
            </a:r>
            <a:r>
              <a:rPr sz="2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Highest</a:t>
            </a:r>
            <a:r>
              <a:rPr sz="2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abstraction.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333880" y="447548"/>
            <a:ext cx="4308475" cy="1443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indent="644525">
              <a:lnSpc>
                <a:spcPts val="5290"/>
              </a:lnSpc>
              <a:spcBef>
                <a:spcPts val="760"/>
              </a:spcBef>
            </a:pPr>
            <a:r>
              <a:rPr sz="4900" spc="-35" dirty="0"/>
              <a:t>Schema</a:t>
            </a:r>
            <a:r>
              <a:rPr sz="4900" spc="-245" dirty="0"/>
              <a:t> </a:t>
            </a:r>
            <a:r>
              <a:rPr sz="4900" spc="-25" dirty="0"/>
              <a:t>and </a:t>
            </a:r>
            <a:r>
              <a:rPr sz="4900" spc="-50" dirty="0"/>
              <a:t>Instance</a:t>
            </a:r>
            <a:r>
              <a:rPr sz="4900" spc="-180" dirty="0"/>
              <a:t> </a:t>
            </a:r>
            <a:r>
              <a:rPr sz="4900" dirty="0"/>
              <a:t>in</a:t>
            </a:r>
            <a:r>
              <a:rPr sz="4900" spc="-165" dirty="0"/>
              <a:t> </a:t>
            </a:r>
            <a:r>
              <a:rPr sz="4900" spc="-20" dirty="0"/>
              <a:t>DBMS</a:t>
            </a:r>
            <a:endParaRPr sz="4900"/>
          </a:p>
        </p:txBody>
      </p:sp>
      <p:sp>
        <p:nvSpPr>
          <p:cNvPr id="3" name="object 3"/>
          <p:cNvSpPr/>
          <p:nvPr/>
        </p:nvSpPr>
        <p:spPr>
          <a:xfrm>
            <a:off x="6603492" y="0"/>
            <a:ext cx="1737360" cy="960119"/>
          </a:xfrm>
          <a:custGeom>
            <a:avLst/>
            <a:gdLst/>
            <a:ahLst/>
            <a:cxnLst/>
            <a:rect l="l" t="t" r="r" b="b"/>
            <a:pathLst>
              <a:path w="1737359" h="960119">
                <a:moveTo>
                  <a:pt x="1737359" y="0"/>
                </a:moveTo>
                <a:lnTo>
                  <a:pt x="1490090" y="0"/>
                </a:lnTo>
                <a:lnTo>
                  <a:pt x="123825" y="790701"/>
                </a:lnTo>
                <a:lnTo>
                  <a:pt x="123825" y="0"/>
                </a:lnTo>
                <a:lnTo>
                  <a:pt x="0" y="0"/>
                </a:lnTo>
                <a:lnTo>
                  <a:pt x="0" y="898144"/>
                </a:lnTo>
                <a:lnTo>
                  <a:pt x="4859" y="922293"/>
                </a:lnTo>
                <a:lnTo>
                  <a:pt x="18113" y="941990"/>
                </a:lnTo>
                <a:lnTo>
                  <a:pt x="37772" y="955258"/>
                </a:lnTo>
                <a:lnTo>
                  <a:pt x="61849" y="960120"/>
                </a:lnTo>
                <a:lnTo>
                  <a:pt x="69976" y="959598"/>
                </a:lnTo>
                <a:lnTo>
                  <a:pt x="77914" y="958040"/>
                </a:lnTo>
                <a:lnTo>
                  <a:pt x="85566" y="955458"/>
                </a:lnTo>
                <a:lnTo>
                  <a:pt x="92836" y="951864"/>
                </a:lnTo>
                <a:lnTo>
                  <a:pt x="1737359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567416" y="0"/>
            <a:ext cx="1155700" cy="591820"/>
          </a:xfrm>
          <a:custGeom>
            <a:avLst/>
            <a:gdLst/>
            <a:ahLst/>
            <a:cxnLst/>
            <a:rect l="l" t="t" r="r" b="b"/>
            <a:pathLst>
              <a:path w="1155700" h="591820">
                <a:moveTo>
                  <a:pt x="1153794" y="0"/>
                </a:moveTo>
                <a:lnTo>
                  <a:pt x="1397" y="0"/>
                </a:lnTo>
                <a:lnTo>
                  <a:pt x="0" y="13461"/>
                </a:lnTo>
                <a:lnTo>
                  <a:pt x="1914" y="60856"/>
                </a:lnTo>
                <a:lnTo>
                  <a:pt x="7559" y="107195"/>
                </a:lnTo>
                <a:lnTo>
                  <a:pt x="16784" y="152330"/>
                </a:lnTo>
                <a:lnTo>
                  <a:pt x="29443" y="196112"/>
                </a:lnTo>
                <a:lnTo>
                  <a:pt x="45386" y="238392"/>
                </a:lnTo>
                <a:lnTo>
                  <a:pt x="64465" y="279023"/>
                </a:lnTo>
                <a:lnTo>
                  <a:pt x="86530" y="317854"/>
                </a:lnTo>
                <a:lnTo>
                  <a:pt x="111434" y="354738"/>
                </a:lnTo>
                <a:lnTo>
                  <a:pt x="139028" y="389526"/>
                </a:lnTo>
                <a:lnTo>
                  <a:pt x="169163" y="422068"/>
                </a:lnTo>
                <a:lnTo>
                  <a:pt x="201691" y="452217"/>
                </a:lnTo>
                <a:lnTo>
                  <a:pt x="236463" y="479824"/>
                </a:lnTo>
                <a:lnTo>
                  <a:pt x="273331" y="504739"/>
                </a:lnTo>
                <a:lnTo>
                  <a:pt x="312145" y="526815"/>
                </a:lnTo>
                <a:lnTo>
                  <a:pt x="352758" y="545903"/>
                </a:lnTo>
                <a:lnTo>
                  <a:pt x="395020" y="561854"/>
                </a:lnTo>
                <a:lnTo>
                  <a:pt x="438784" y="574518"/>
                </a:lnTo>
                <a:lnTo>
                  <a:pt x="483900" y="583749"/>
                </a:lnTo>
                <a:lnTo>
                  <a:pt x="530220" y="589396"/>
                </a:lnTo>
                <a:lnTo>
                  <a:pt x="577595" y="591312"/>
                </a:lnTo>
                <a:lnTo>
                  <a:pt x="624971" y="589396"/>
                </a:lnTo>
                <a:lnTo>
                  <a:pt x="671291" y="583749"/>
                </a:lnTo>
                <a:lnTo>
                  <a:pt x="716407" y="574518"/>
                </a:lnTo>
                <a:lnTo>
                  <a:pt x="760171" y="561854"/>
                </a:lnTo>
                <a:lnTo>
                  <a:pt x="802433" y="545903"/>
                </a:lnTo>
                <a:lnTo>
                  <a:pt x="843046" y="526815"/>
                </a:lnTo>
                <a:lnTo>
                  <a:pt x="881860" y="504739"/>
                </a:lnTo>
                <a:lnTo>
                  <a:pt x="918728" y="479824"/>
                </a:lnTo>
                <a:lnTo>
                  <a:pt x="953500" y="452217"/>
                </a:lnTo>
                <a:lnTo>
                  <a:pt x="986027" y="422068"/>
                </a:lnTo>
                <a:lnTo>
                  <a:pt x="1016163" y="389526"/>
                </a:lnTo>
                <a:lnTo>
                  <a:pt x="1043757" y="354738"/>
                </a:lnTo>
                <a:lnTo>
                  <a:pt x="1068661" y="317854"/>
                </a:lnTo>
                <a:lnTo>
                  <a:pt x="1090726" y="279023"/>
                </a:lnTo>
                <a:lnTo>
                  <a:pt x="1109805" y="238392"/>
                </a:lnTo>
                <a:lnTo>
                  <a:pt x="1125748" y="196112"/>
                </a:lnTo>
                <a:lnTo>
                  <a:pt x="1138407" y="152330"/>
                </a:lnTo>
                <a:lnTo>
                  <a:pt x="1147632" y="107195"/>
                </a:lnTo>
                <a:lnTo>
                  <a:pt x="1153277" y="60856"/>
                </a:lnTo>
                <a:lnTo>
                  <a:pt x="1155191" y="13461"/>
                </a:lnTo>
                <a:lnTo>
                  <a:pt x="1153794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33559" y="1633244"/>
            <a:ext cx="2388556" cy="322473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12031980" y="2916935"/>
            <a:ext cx="160020" cy="551815"/>
          </a:xfrm>
          <a:custGeom>
            <a:avLst/>
            <a:gdLst/>
            <a:ahLst/>
            <a:cxnLst/>
            <a:rect l="l" t="t" r="r" b="b"/>
            <a:pathLst>
              <a:path w="160020" h="551814">
                <a:moveTo>
                  <a:pt x="160020" y="0"/>
                </a:moveTo>
                <a:lnTo>
                  <a:pt x="101820" y="41699"/>
                </a:lnTo>
                <a:lnTo>
                  <a:pt x="67168" y="79680"/>
                </a:lnTo>
                <a:lnTo>
                  <a:pt x="38909" y="122840"/>
                </a:lnTo>
                <a:lnTo>
                  <a:pt x="17794" y="170424"/>
                </a:lnTo>
                <a:lnTo>
                  <a:pt x="4573" y="221677"/>
                </a:lnTo>
                <a:lnTo>
                  <a:pt x="0" y="275843"/>
                </a:lnTo>
                <a:lnTo>
                  <a:pt x="4573" y="330010"/>
                </a:lnTo>
                <a:lnTo>
                  <a:pt x="17794" y="381263"/>
                </a:lnTo>
                <a:lnTo>
                  <a:pt x="38909" y="428847"/>
                </a:lnTo>
                <a:lnTo>
                  <a:pt x="67168" y="472007"/>
                </a:lnTo>
                <a:lnTo>
                  <a:pt x="101820" y="509988"/>
                </a:lnTo>
                <a:lnTo>
                  <a:pt x="142113" y="542036"/>
                </a:lnTo>
                <a:lnTo>
                  <a:pt x="160020" y="551688"/>
                </a:lnTo>
                <a:lnTo>
                  <a:pt x="16002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6647688" y="5718073"/>
            <a:ext cx="2272665" cy="1140460"/>
            <a:chOff x="6647688" y="5718073"/>
            <a:chExt cx="2272665" cy="1140460"/>
          </a:xfrm>
        </p:grpSpPr>
        <p:sp>
          <p:nvSpPr>
            <p:cNvPr id="8" name="object 8"/>
            <p:cNvSpPr/>
            <p:nvPr/>
          </p:nvSpPr>
          <p:spPr>
            <a:xfrm>
              <a:off x="7149883" y="5718073"/>
              <a:ext cx="1770380" cy="1140460"/>
            </a:xfrm>
            <a:custGeom>
              <a:avLst/>
              <a:gdLst/>
              <a:ahLst/>
              <a:cxnLst/>
              <a:rect l="l" t="t" r="r" b="b"/>
              <a:pathLst>
                <a:path w="1770379" h="1140459">
                  <a:moveTo>
                    <a:pt x="1560284" y="762914"/>
                  </a:moveTo>
                  <a:lnTo>
                    <a:pt x="1517771" y="786525"/>
                  </a:lnTo>
                  <a:lnTo>
                    <a:pt x="1504325" y="832397"/>
                  </a:lnTo>
                  <a:lnTo>
                    <a:pt x="1511770" y="856487"/>
                  </a:lnTo>
                  <a:lnTo>
                    <a:pt x="1534102" y="896313"/>
                  </a:lnTo>
                  <a:lnTo>
                    <a:pt x="1555172" y="936788"/>
                  </a:lnTo>
                  <a:lnTo>
                    <a:pt x="1574957" y="977880"/>
                  </a:lnTo>
                  <a:lnTo>
                    <a:pt x="1593431" y="1019557"/>
                  </a:lnTo>
                  <a:lnTo>
                    <a:pt x="1635722" y="1139925"/>
                  </a:lnTo>
                  <a:lnTo>
                    <a:pt x="1770088" y="1139925"/>
                  </a:lnTo>
                  <a:lnTo>
                    <a:pt x="1710271" y="969987"/>
                  </a:lnTo>
                  <a:lnTo>
                    <a:pt x="1690205" y="924671"/>
                  </a:lnTo>
                  <a:lnTo>
                    <a:pt x="1668710" y="879992"/>
                  </a:lnTo>
                  <a:lnTo>
                    <a:pt x="1645835" y="835985"/>
                  </a:lnTo>
                  <a:lnTo>
                    <a:pt x="1621625" y="792683"/>
                  </a:lnTo>
                  <a:lnTo>
                    <a:pt x="1578013" y="763388"/>
                  </a:lnTo>
                  <a:lnTo>
                    <a:pt x="1560284" y="762914"/>
                  </a:lnTo>
                  <a:close/>
                </a:path>
                <a:path w="1770379" h="1140459">
                  <a:moveTo>
                    <a:pt x="932269" y="161264"/>
                  </a:moveTo>
                  <a:lnTo>
                    <a:pt x="882352" y="180520"/>
                  </a:lnTo>
                  <a:lnTo>
                    <a:pt x="864660" y="220451"/>
                  </a:lnTo>
                  <a:lnTo>
                    <a:pt x="867737" y="244617"/>
                  </a:lnTo>
                  <a:lnTo>
                    <a:pt x="879650" y="265864"/>
                  </a:lnTo>
                  <a:lnTo>
                    <a:pt x="899503" y="281444"/>
                  </a:lnTo>
                  <a:lnTo>
                    <a:pt x="945753" y="305713"/>
                  </a:lnTo>
                  <a:lnTo>
                    <a:pt x="991077" y="331585"/>
                  </a:lnTo>
                  <a:lnTo>
                    <a:pt x="1035434" y="359031"/>
                  </a:lnTo>
                  <a:lnTo>
                    <a:pt x="1078784" y="388026"/>
                  </a:lnTo>
                  <a:lnTo>
                    <a:pt x="1121089" y="418540"/>
                  </a:lnTo>
                  <a:lnTo>
                    <a:pt x="1162307" y="450548"/>
                  </a:lnTo>
                  <a:lnTo>
                    <a:pt x="1202398" y="484022"/>
                  </a:lnTo>
                  <a:lnTo>
                    <a:pt x="1211618" y="490545"/>
                  </a:lnTo>
                  <a:lnTo>
                    <a:pt x="1221766" y="495288"/>
                  </a:lnTo>
                  <a:lnTo>
                    <a:pt x="1232581" y="498158"/>
                  </a:lnTo>
                  <a:lnTo>
                    <a:pt x="1243800" y="499059"/>
                  </a:lnTo>
                  <a:lnTo>
                    <a:pt x="1244181" y="499059"/>
                  </a:lnTo>
                  <a:lnTo>
                    <a:pt x="1282418" y="486373"/>
                  </a:lnTo>
                  <a:lnTo>
                    <a:pt x="1304713" y="455018"/>
                  </a:lnTo>
                  <a:lnTo>
                    <a:pt x="1307554" y="430868"/>
                  </a:lnTo>
                  <a:lnTo>
                    <a:pt x="1301157" y="407415"/>
                  </a:lnTo>
                  <a:lnTo>
                    <a:pt x="1247651" y="355690"/>
                  </a:lnTo>
                  <a:lnTo>
                    <a:pt x="1208649" y="325056"/>
                  </a:lnTo>
                  <a:lnTo>
                    <a:pt x="1168736" y="295659"/>
                  </a:lnTo>
                  <a:lnTo>
                    <a:pt x="1127944" y="267519"/>
                  </a:lnTo>
                  <a:lnTo>
                    <a:pt x="1086308" y="240654"/>
                  </a:lnTo>
                  <a:lnTo>
                    <a:pt x="1043859" y="215086"/>
                  </a:lnTo>
                  <a:lnTo>
                    <a:pt x="1000629" y="190835"/>
                  </a:lnTo>
                  <a:lnTo>
                    <a:pt x="956653" y="167919"/>
                  </a:lnTo>
                  <a:lnTo>
                    <a:pt x="940524" y="161810"/>
                  </a:lnTo>
                  <a:lnTo>
                    <a:pt x="932269" y="161264"/>
                  </a:lnTo>
                  <a:close/>
                </a:path>
                <a:path w="1770379" h="1140459">
                  <a:moveTo>
                    <a:pt x="482206" y="127039"/>
                  </a:moveTo>
                  <a:lnTo>
                    <a:pt x="228443" y="127039"/>
                  </a:lnTo>
                  <a:lnTo>
                    <a:pt x="280557" y="127354"/>
                  </a:lnTo>
                  <a:lnTo>
                    <a:pt x="332630" y="129512"/>
                  </a:lnTo>
                  <a:lnTo>
                    <a:pt x="384614" y="133513"/>
                  </a:lnTo>
                  <a:lnTo>
                    <a:pt x="436461" y="139357"/>
                  </a:lnTo>
                  <a:lnTo>
                    <a:pt x="440497" y="139852"/>
                  </a:lnTo>
                  <a:lnTo>
                    <a:pt x="444701" y="139852"/>
                  </a:lnTo>
                  <a:lnTo>
                    <a:pt x="467800" y="135719"/>
                  </a:lnTo>
                  <a:lnTo>
                    <a:pt x="482206" y="127039"/>
                  </a:lnTo>
                  <a:close/>
                </a:path>
                <a:path w="1770379" h="1140459">
                  <a:moveTo>
                    <a:pt x="255359" y="0"/>
                  </a:moveTo>
                  <a:lnTo>
                    <a:pt x="205833" y="469"/>
                  </a:lnTo>
                  <a:lnTo>
                    <a:pt x="156331" y="2468"/>
                  </a:lnTo>
                  <a:lnTo>
                    <a:pt x="106876" y="5998"/>
                  </a:lnTo>
                  <a:lnTo>
                    <a:pt x="57493" y="11061"/>
                  </a:lnTo>
                  <a:lnTo>
                    <a:pt x="55969" y="11188"/>
                  </a:lnTo>
                  <a:lnTo>
                    <a:pt x="11503" y="36815"/>
                  </a:lnTo>
                  <a:lnTo>
                    <a:pt x="0" y="84150"/>
                  </a:lnTo>
                  <a:lnTo>
                    <a:pt x="8648" y="107725"/>
                  </a:lnTo>
                  <a:lnTo>
                    <a:pt x="25156" y="125610"/>
                  </a:lnTo>
                  <a:lnTo>
                    <a:pt x="47165" y="135992"/>
                  </a:lnTo>
                  <a:lnTo>
                    <a:pt x="72352" y="137159"/>
                  </a:lnTo>
                  <a:lnTo>
                    <a:pt x="124292" y="131942"/>
                  </a:lnTo>
                  <a:lnTo>
                    <a:pt x="176339" y="128569"/>
                  </a:lnTo>
                  <a:lnTo>
                    <a:pt x="228443" y="127039"/>
                  </a:lnTo>
                  <a:lnTo>
                    <a:pt x="482206" y="127039"/>
                  </a:lnTo>
                  <a:lnTo>
                    <a:pt x="487150" y="124061"/>
                  </a:lnTo>
                  <a:lnTo>
                    <a:pt x="501190" y="106367"/>
                  </a:lnTo>
                  <a:lnTo>
                    <a:pt x="508216" y="84150"/>
                  </a:lnTo>
                  <a:lnTo>
                    <a:pt x="506301" y="59035"/>
                  </a:lnTo>
                  <a:lnTo>
                    <a:pt x="476944" y="21412"/>
                  </a:lnTo>
                  <a:lnTo>
                    <a:pt x="403788" y="7788"/>
                  </a:lnTo>
                  <a:lnTo>
                    <a:pt x="354372" y="3662"/>
                  </a:lnTo>
                  <a:lnTo>
                    <a:pt x="304883" y="1067"/>
                  </a:lnTo>
                  <a:lnTo>
                    <a:pt x="25535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7688" y="6259068"/>
              <a:ext cx="1565275" cy="599440"/>
            </a:xfrm>
            <a:custGeom>
              <a:avLst/>
              <a:gdLst/>
              <a:ahLst/>
              <a:cxnLst/>
              <a:rect l="l" t="t" r="r" b="b"/>
              <a:pathLst>
                <a:path w="1565275" h="599440">
                  <a:moveTo>
                    <a:pt x="782573" y="0"/>
                  </a:moveTo>
                  <a:lnTo>
                    <a:pt x="732729" y="1470"/>
                  </a:lnTo>
                  <a:lnTo>
                    <a:pt x="683684" y="5826"/>
                  </a:lnTo>
                  <a:lnTo>
                    <a:pt x="635527" y="12982"/>
                  </a:lnTo>
                  <a:lnTo>
                    <a:pt x="588347" y="22851"/>
                  </a:lnTo>
                  <a:lnTo>
                    <a:pt x="542230" y="35349"/>
                  </a:lnTo>
                  <a:lnTo>
                    <a:pt x="497265" y="50391"/>
                  </a:lnTo>
                  <a:lnTo>
                    <a:pt x="453539" y="67890"/>
                  </a:lnTo>
                  <a:lnTo>
                    <a:pt x="411140" y="87763"/>
                  </a:lnTo>
                  <a:lnTo>
                    <a:pt x="370157" y="109922"/>
                  </a:lnTo>
                  <a:lnTo>
                    <a:pt x="330676" y="134284"/>
                  </a:lnTo>
                  <a:lnTo>
                    <a:pt x="292786" y="160761"/>
                  </a:lnTo>
                  <a:lnTo>
                    <a:pt x="256574" y="189270"/>
                  </a:lnTo>
                  <a:lnTo>
                    <a:pt x="222129" y="219725"/>
                  </a:lnTo>
                  <a:lnTo>
                    <a:pt x="189538" y="252040"/>
                  </a:lnTo>
                  <a:lnTo>
                    <a:pt x="158888" y="286130"/>
                  </a:lnTo>
                  <a:lnTo>
                    <a:pt x="130269" y="321910"/>
                  </a:lnTo>
                  <a:lnTo>
                    <a:pt x="103767" y="359294"/>
                  </a:lnTo>
                  <a:lnTo>
                    <a:pt x="79471" y="398197"/>
                  </a:lnTo>
                  <a:lnTo>
                    <a:pt x="57468" y="438533"/>
                  </a:lnTo>
                  <a:lnTo>
                    <a:pt x="37845" y="480217"/>
                  </a:lnTo>
                  <a:lnTo>
                    <a:pt x="0" y="598931"/>
                  </a:lnTo>
                  <a:lnTo>
                    <a:pt x="1565147" y="598931"/>
                  </a:lnTo>
                  <a:lnTo>
                    <a:pt x="1527302" y="480217"/>
                  </a:lnTo>
                  <a:lnTo>
                    <a:pt x="1507679" y="438533"/>
                  </a:lnTo>
                  <a:lnTo>
                    <a:pt x="1485676" y="398197"/>
                  </a:lnTo>
                  <a:lnTo>
                    <a:pt x="1461380" y="359294"/>
                  </a:lnTo>
                  <a:lnTo>
                    <a:pt x="1434878" y="321910"/>
                  </a:lnTo>
                  <a:lnTo>
                    <a:pt x="1406259" y="286130"/>
                  </a:lnTo>
                  <a:lnTo>
                    <a:pt x="1375609" y="252040"/>
                  </a:lnTo>
                  <a:lnTo>
                    <a:pt x="1343018" y="219725"/>
                  </a:lnTo>
                  <a:lnTo>
                    <a:pt x="1308573" y="189270"/>
                  </a:lnTo>
                  <a:lnTo>
                    <a:pt x="1272361" y="160761"/>
                  </a:lnTo>
                  <a:lnTo>
                    <a:pt x="1234471" y="134284"/>
                  </a:lnTo>
                  <a:lnTo>
                    <a:pt x="1194990" y="109922"/>
                  </a:lnTo>
                  <a:lnTo>
                    <a:pt x="1154007" y="87763"/>
                  </a:lnTo>
                  <a:lnTo>
                    <a:pt x="1111608" y="67890"/>
                  </a:lnTo>
                  <a:lnTo>
                    <a:pt x="1067882" y="50391"/>
                  </a:lnTo>
                  <a:lnTo>
                    <a:pt x="1022917" y="35349"/>
                  </a:lnTo>
                  <a:lnTo>
                    <a:pt x="976800" y="22851"/>
                  </a:lnTo>
                  <a:lnTo>
                    <a:pt x="929620" y="12982"/>
                  </a:lnTo>
                  <a:lnTo>
                    <a:pt x="881463" y="5826"/>
                  </a:lnTo>
                  <a:lnTo>
                    <a:pt x="832418" y="1470"/>
                  </a:lnTo>
                  <a:lnTo>
                    <a:pt x="78257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0643616" y="5835396"/>
            <a:ext cx="1548765" cy="1022985"/>
          </a:xfrm>
          <a:custGeom>
            <a:avLst/>
            <a:gdLst/>
            <a:ahLst/>
            <a:cxnLst/>
            <a:rect l="l" t="t" r="r" b="b"/>
            <a:pathLst>
              <a:path w="1548765" h="1022984">
                <a:moveTo>
                  <a:pt x="1548383" y="0"/>
                </a:moveTo>
                <a:lnTo>
                  <a:pt x="61975" y="0"/>
                </a:lnTo>
                <a:lnTo>
                  <a:pt x="37826" y="4866"/>
                </a:lnTo>
                <a:lnTo>
                  <a:pt x="18129" y="18137"/>
                </a:lnTo>
                <a:lnTo>
                  <a:pt x="4861" y="37820"/>
                </a:lnTo>
                <a:lnTo>
                  <a:pt x="0" y="61925"/>
                </a:lnTo>
                <a:lnTo>
                  <a:pt x="0" y="1022603"/>
                </a:lnTo>
                <a:lnTo>
                  <a:pt x="123825" y="1022603"/>
                </a:lnTo>
                <a:lnTo>
                  <a:pt x="123825" y="123850"/>
                </a:lnTo>
                <a:lnTo>
                  <a:pt x="1548383" y="123850"/>
                </a:lnTo>
                <a:lnTo>
                  <a:pt x="1548383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711809" y="2277617"/>
            <a:ext cx="5861050" cy="291274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41300" marR="494030" indent="-228600">
              <a:lnSpc>
                <a:spcPct val="70000"/>
              </a:lnSpc>
              <a:spcBef>
                <a:spcPts val="1180"/>
              </a:spcBef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Calibri"/>
                <a:cs typeface="Calibri"/>
              </a:rPr>
              <a:t>Design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database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called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schema</a:t>
            </a:r>
            <a:endParaRPr sz="3000">
              <a:latin typeface="Calibri"/>
              <a:cs typeface="Calibri"/>
            </a:endParaRPr>
          </a:p>
          <a:p>
            <a:pPr marL="698500" lvl="1" indent="-228600">
              <a:lnSpc>
                <a:spcPts val="2465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spc="-10" dirty="0">
                <a:latin typeface="Calibri"/>
                <a:cs typeface="Calibri"/>
              </a:rPr>
              <a:t>Physical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Schema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ts val="269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Calibri"/>
                <a:cs typeface="Calibri"/>
              </a:rPr>
              <a:t>Logical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Schema</a:t>
            </a:r>
            <a:endParaRPr sz="2600">
              <a:latin typeface="Calibri"/>
              <a:cs typeface="Calibri"/>
            </a:endParaRPr>
          </a:p>
          <a:p>
            <a:pPr marL="698500" lvl="1" indent="-228600">
              <a:lnSpc>
                <a:spcPts val="2860"/>
              </a:lnSpc>
              <a:buFont typeface="Arial MT"/>
              <a:buChar char="•"/>
              <a:tabLst>
                <a:tab pos="698500" algn="l"/>
              </a:tabLst>
            </a:pPr>
            <a:r>
              <a:rPr sz="2600" dirty="0">
                <a:latin typeface="Calibri"/>
                <a:cs typeface="Calibri"/>
              </a:rPr>
              <a:t>View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Schema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3015"/>
              </a:lnSpc>
              <a:buFont typeface="Arial MT"/>
              <a:buChar char="•"/>
              <a:tabLst>
                <a:tab pos="241300" algn="l"/>
              </a:tabLst>
            </a:pPr>
            <a:r>
              <a:rPr sz="3000" dirty="0">
                <a:latin typeface="Calibri"/>
                <a:cs typeface="Calibri"/>
              </a:rPr>
              <a:t>The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stored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database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at</a:t>
            </a:r>
            <a:r>
              <a:rPr sz="3000" spc="-75" dirty="0">
                <a:latin typeface="Calibri"/>
                <a:cs typeface="Calibri"/>
              </a:rPr>
              <a:t> </a:t>
            </a:r>
            <a:r>
              <a:rPr sz="3000" spc="-50" dirty="0">
                <a:latin typeface="Calibri"/>
                <a:cs typeface="Calibri"/>
              </a:rPr>
              <a:t>a</a:t>
            </a:r>
            <a:endParaRPr sz="3000">
              <a:latin typeface="Calibri"/>
              <a:cs typeface="Calibri"/>
            </a:endParaRPr>
          </a:p>
          <a:p>
            <a:pPr marL="241300" marR="5080">
              <a:lnSpc>
                <a:spcPct val="70000"/>
              </a:lnSpc>
              <a:spcBef>
                <a:spcPts val="540"/>
              </a:spcBef>
            </a:pPr>
            <a:r>
              <a:rPr sz="3000" dirty="0">
                <a:latin typeface="Calibri"/>
                <a:cs typeface="Calibri"/>
              </a:rPr>
              <a:t>moment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time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</a:t>
            </a:r>
            <a:r>
              <a:rPr sz="3000" spc="-5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called</a:t>
            </a:r>
            <a:r>
              <a:rPr sz="3000" spc="-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instance</a:t>
            </a:r>
            <a:r>
              <a:rPr sz="3000" spc="-7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of </a:t>
            </a:r>
            <a:r>
              <a:rPr sz="3000" spc="-10" dirty="0">
                <a:latin typeface="Calibri"/>
                <a:cs typeface="Calibri"/>
              </a:rPr>
              <a:t>database.</a:t>
            </a:r>
            <a:endParaRPr sz="3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218813" y="299465"/>
            <a:ext cx="37598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Relational</a:t>
            </a:r>
            <a:r>
              <a:rPr spc="-114" dirty="0"/>
              <a:t> </a:t>
            </a:r>
            <a:r>
              <a:rPr spc="-25" dirty="0"/>
              <a:t>Databases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6202" y="2487685"/>
          <a:ext cx="1007110" cy="581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0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0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1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7620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571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FFFFFF"/>
                      </a:solidFill>
                      <a:prstDash val="solid"/>
                    </a:lnL>
                    <a:lnR w="7620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643127" y="1784604"/>
            <a:ext cx="10906125" cy="4391025"/>
            <a:chOff x="643127" y="1784604"/>
            <a:chExt cx="10906125" cy="4391025"/>
          </a:xfrm>
        </p:grpSpPr>
        <p:sp>
          <p:nvSpPr>
            <p:cNvPr id="6" name="object 6"/>
            <p:cNvSpPr/>
            <p:nvPr/>
          </p:nvSpPr>
          <p:spPr>
            <a:xfrm>
              <a:off x="643128" y="1784603"/>
              <a:ext cx="10906125" cy="4391025"/>
            </a:xfrm>
            <a:custGeom>
              <a:avLst/>
              <a:gdLst/>
              <a:ahLst/>
              <a:cxnLst/>
              <a:rect l="l" t="t" r="r" b="b"/>
              <a:pathLst>
                <a:path w="10906125" h="4391025">
                  <a:moveTo>
                    <a:pt x="10905744" y="2541778"/>
                  </a:moveTo>
                  <a:lnTo>
                    <a:pt x="10900308" y="2494648"/>
                  </a:lnTo>
                  <a:lnTo>
                    <a:pt x="10884865" y="2451392"/>
                  </a:lnTo>
                  <a:lnTo>
                    <a:pt x="10860608" y="2413241"/>
                  </a:lnTo>
                  <a:lnTo>
                    <a:pt x="10828795" y="2381427"/>
                  </a:lnTo>
                  <a:lnTo>
                    <a:pt x="10790644" y="2357170"/>
                  </a:lnTo>
                  <a:lnTo>
                    <a:pt x="10747388" y="2341727"/>
                  </a:lnTo>
                  <a:lnTo>
                    <a:pt x="10700258" y="2336292"/>
                  </a:lnTo>
                  <a:lnTo>
                    <a:pt x="205435" y="2336292"/>
                  </a:lnTo>
                  <a:lnTo>
                    <a:pt x="158318" y="2341727"/>
                  </a:lnTo>
                  <a:lnTo>
                    <a:pt x="115087" y="2357170"/>
                  </a:lnTo>
                  <a:lnTo>
                    <a:pt x="76936" y="2381427"/>
                  </a:lnTo>
                  <a:lnTo>
                    <a:pt x="45123" y="2413241"/>
                  </a:lnTo>
                  <a:lnTo>
                    <a:pt x="20878" y="2451392"/>
                  </a:lnTo>
                  <a:lnTo>
                    <a:pt x="5422" y="2494648"/>
                  </a:lnTo>
                  <a:lnTo>
                    <a:pt x="0" y="2541778"/>
                  </a:lnTo>
                  <a:lnTo>
                    <a:pt x="0" y="4185208"/>
                  </a:lnTo>
                  <a:lnTo>
                    <a:pt x="5422" y="4232326"/>
                  </a:lnTo>
                  <a:lnTo>
                    <a:pt x="20878" y="4275556"/>
                  </a:lnTo>
                  <a:lnTo>
                    <a:pt x="45123" y="4313707"/>
                  </a:lnTo>
                  <a:lnTo>
                    <a:pt x="76936" y="4345521"/>
                  </a:lnTo>
                  <a:lnTo>
                    <a:pt x="115087" y="4369765"/>
                  </a:lnTo>
                  <a:lnTo>
                    <a:pt x="158318" y="4385221"/>
                  </a:lnTo>
                  <a:lnTo>
                    <a:pt x="205435" y="4390644"/>
                  </a:lnTo>
                  <a:lnTo>
                    <a:pt x="10700258" y="4390644"/>
                  </a:lnTo>
                  <a:lnTo>
                    <a:pt x="10747388" y="4385221"/>
                  </a:lnTo>
                  <a:lnTo>
                    <a:pt x="10790644" y="4369765"/>
                  </a:lnTo>
                  <a:lnTo>
                    <a:pt x="10828795" y="4345521"/>
                  </a:lnTo>
                  <a:lnTo>
                    <a:pt x="10860608" y="4313707"/>
                  </a:lnTo>
                  <a:lnTo>
                    <a:pt x="10884865" y="4275556"/>
                  </a:lnTo>
                  <a:lnTo>
                    <a:pt x="10900308" y="4232326"/>
                  </a:lnTo>
                  <a:lnTo>
                    <a:pt x="10905744" y="4185208"/>
                  </a:lnTo>
                  <a:lnTo>
                    <a:pt x="10905744" y="2541778"/>
                  </a:lnTo>
                  <a:close/>
                </a:path>
                <a:path w="10906125" h="4391025">
                  <a:moveTo>
                    <a:pt x="10905744" y="205486"/>
                  </a:moveTo>
                  <a:lnTo>
                    <a:pt x="10900308" y="158356"/>
                  </a:lnTo>
                  <a:lnTo>
                    <a:pt x="10884865" y="115100"/>
                  </a:lnTo>
                  <a:lnTo>
                    <a:pt x="10860608" y="76949"/>
                  </a:lnTo>
                  <a:lnTo>
                    <a:pt x="10828795" y="45135"/>
                  </a:lnTo>
                  <a:lnTo>
                    <a:pt x="10790644" y="20878"/>
                  </a:lnTo>
                  <a:lnTo>
                    <a:pt x="10747388" y="5435"/>
                  </a:lnTo>
                  <a:lnTo>
                    <a:pt x="10700258" y="0"/>
                  </a:lnTo>
                  <a:lnTo>
                    <a:pt x="205435" y="0"/>
                  </a:lnTo>
                  <a:lnTo>
                    <a:pt x="158318" y="5435"/>
                  </a:lnTo>
                  <a:lnTo>
                    <a:pt x="115087" y="20878"/>
                  </a:lnTo>
                  <a:lnTo>
                    <a:pt x="76936" y="45135"/>
                  </a:lnTo>
                  <a:lnTo>
                    <a:pt x="45123" y="76949"/>
                  </a:lnTo>
                  <a:lnTo>
                    <a:pt x="20878" y="115100"/>
                  </a:lnTo>
                  <a:lnTo>
                    <a:pt x="5422" y="158356"/>
                  </a:lnTo>
                  <a:lnTo>
                    <a:pt x="0" y="205486"/>
                  </a:lnTo>
                  <a:lnTo>
                    <a:pt x="0" y="1848866"/>
                  </a:lnTo>
                  <a:lnTo>
                    <a:pt x="5422" y="1896008"/>
                  </a:lnTo>
                  <a:lnTo>
                    <a:pt x="20878" y="1939264"/>
                  </a:lnTo>
                  <a:lnTo>
                    <a:pt x="45123" y="1977415"/>
                  </a:lnTo>
                  <a:lnTo>
                    <a:pt x="76936" y="2009228"/>
                  </a:lnTo>
                  <a:lnTo>
                    <a:pt x="115087" y="2033485"/>
                  </a:lnTo>
                  <a:lnTo>
                    <a:pt x="158318" y="2048929"/>
                  </a:lnTo>
                  <a:lnTo>
                    <a:pt x="205435" y="2054352"/>
                  </a:lnTo>
                  <a:lnTo>
                    <a:pt x="10700258" y="2054352"/>
                  </a:lnTo>
                  <a:lnTo>
                    <a:pt x="10747388" y="2048929"/>
                  </a:lnTo>
                  <a:lnTo>
                    <a:pt x="10790644" y="2033485"/>
                  </a:lnTo>
                  <a:lnTo>
                    <a:pt x="10828795" y="2009228"/>
                  </a:lnTo>
                  <a:lnTo>
                    <a:pt x="10860608" y="1977415"/>
                  </a:lnTo>
                  <a:lnTo>
                    <a:pt x="10884865" y="1939264"/>
                  </a:lnTo>
                  <a:lnTo>
                    <a:pt x="10900308" y="1896008"/>
                  </a:lnTo>
                  <a:lnTo>
                    <a:pt x="10905744" y="1848866"/>
                  </a:lnTo>
                  <a:lnTo>
                    <a:pt x="10905744" y="205486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66189" y="4790287"/>
              <a:ext cx="930910" cy="721995"/>
            </a:xfrm>
            <a:custGeom>
              <a:avLst/>
              <a:gdLst/>
              <a:ahLst/>
              <a:cxnLst/>
              <a:rect l="l" t="t" r="r" b="b"/>
              <a:pathLst>
                <a:path w="930910" h="721995">
                  <a:moveTo>
                    <a:pt x="342061" y="318973"/>
                  </a:moveTo>
                  <a:lnTo>
                    <a:pt x="309257" y="286156"/>
                  </a:lnTo>
                  <a:lnTo>
                    <a:pt x="176441" y="418934"/>
                  </a:lnTo>
                  <a:lnTo>
                    <a:pt x="309257" y="551700"/>
                  </a:lnTo>
                  <a:lnTo>
                    <a:pt x="342061" y="518883"/>
                  </a:lnTo>
                  <a:lnTo>
                    <a:pt x="242265" y="418934"/>
                  </a:lnTo>
                  <a:lnTo>
                    <a:pt x="342061" y="318973"/>
                  </a:lnTo>
                  <a:close/>
                </a:path>
                <a:path w="930910" h="721995">
                  <a:moveTo>
                    <a:pt x="541566" y="299859"/>
                  </a:moveTo>
                  <a:lnTo>
                    <a:pt x="498589" y="282028"/>
                  </a:lnTo>
                  <a:lnTo>
                    <a:pt x="387324" y="550672"/>
                  </a:lnTo>
                  <a:lnTo>
                    <a:pt x="430301" y="568502"/>
                  </a:lnTo>
                  <a:lnTo>
                    <a:pt x="541566" y="299859"/>
                  </a:lnTo>
                  <a:close/>
                </a:path>
                <a:path w="930910" h="721995">
                  <a:moveTo>
                    <a:pt x="754011" y="418934"/>
                  </a:moveTo>
                  <a:lnTo>
                    <a:pt x="621195" y="286156"/>
                  </a:lnTo>
                  <a:lnTo>
                    <a:pt x="588391" y="318973"/>
                  </a:lnTo>
                  <a:lnTo>
                    <a:pt x="688187" y="418934"/>
                  </a:lnTo>
                  <a:lnTo>
                    <a:pt x="588391" y="518883"/>
                  </a:lnTo>
                  <a:lnTo>
                    <a:pt x="621195" y="551700"/>
                  </a:lnTo>
                  <a:lnTo>
                    <a:pt x="754011" y="418934"/>
                  </a:lnTo>
                  <a:close/>
                </a:path>
                <a:path w="930910" h="721995">
                  <a:moveTo>
                    <a:pt x="930440" y="0"/>
                  </a:moveTo>
                  <a:lnTo>
                    <a:pt x="860666" y="0"/>
                  </a:lnTo>
                  <a:lnTo>
                    <a:pt x="860666" y="186194"/>
                  </a:lnTo>
                  <a:lnTo>
                    <a:pt x="860666" y="651662"/>
                  </a:lnTo>
                  <a:lnTo>
                    <a:pt x="69786" y="651662"/>
                  </a:lnTo>
                  <a:lnTo>
                    <a:pt x="69786" y="186194"/>
                  </a:lnTo>
                  <a:lnTo>
                    <a:pt x="860666" y="186194"/>
                  </a:lnTo>
                  <a:lnTo>
                    <a:pt x="860666" y="0"/>
                  </a:lnTo>
                  <a:lnTo>
                    <a:pt x="825766" y="0"/>
                  </a:lnTo>
                  <a:lnTo>
                    <a:pt x="825766" y="93091"/>
                  </a:lnTo>
                  <a:lnTo>
                    <a:pt x="823937" y="102158"/>
                  </a:lnTo>
                  <a:lnTo>
                    <a:pt x="818959" y="109550"/>
                  </a:lnTo>
                  <a:lnTo>
                    <a:pt x="811568" y="114541"/>
                  </a:lnTo>
                  <a:lnTo>
                    <a:pt x="802513" y="116370"/>
                  </a:lnTo>
                  <a:lnTo>
                    <a:pt x="793457" y="114541"/>
                  </a:lnTo>
                  <a:lnTo>
                    <a:pt x="786066" y="109550"/>
                  </a:lnTo>
                  <a:lnTo>
                    <a:pt x="781075" y="102158"/>
                  </a:lnTo>
                  <a:lnTo>
                    <a:pt x="779246" y="93091"/>
                  </a:lnTo>
                  <a:lnTo>
                    <a:pt x="781075" y="84035"/>
                  </a:lnTo>
                  <a:lnTo>
                    <a:pt x="786066" y="76644"/>
                  </a:lnTo>
                  <a:lnTo>
                    <a:pt x="793457" y="71653"/>
                  </a:lnTo>
                  <a:lnTo>
                    <a:pt x="802513" y="69824"/>
                  </a:lnTo>
                  <a:lnTo>
                    <a:pt x="811568" y="71653"/>
                  </a:lnTo>
                  <a:lnTo>
                    <a:pt x="818959" y="76644"/>
                  </a:lnTo>
                  <a:lnTo>
                    <a:pt x="823937" y="84035"/>
                  </a:lnTo>
                  <a:lnTo>
                    <a:pt x="825766" y="93091"/>
                  </a:lnTo>
                  <a:lnTo>
                    <a:pt x="825766" y="0"/>
                  </a:lnTo>
                  <a:lnTo>
                    <a:pt x="744359" y="0"/>
                  </a:lnTo>
                  <a:lnTo>
                    <a:pt x="744359" y="93091"/>
                  </a:lnTo>
                  <a:lnTo>
                    <a:pt x="742530" y="102158"/>
                  </a:lnTo>
                  <a:lnTo>
                    <a:pt x="737552" y="109550"/>
                  </a:lnTo>
                  <a:lnTo>
                    <a:pt x="730148" y="114541"/>
                  </a:lnTo>
                  <a:lnTo>
                    <a:pt x="721093" y="116370"/>
                  </a:lnTo>
                  <a:lnTo>
                    <a:pt x="712038" y="114541"/>
                  </a:lnTo>
                  <a:lnTo>
                    <a:pt x="704646" y="109550"/>
                  </a:lnTo>
                  <a:lnTo>
                    <a:pt x="699668" y="102158"/>
                  </a:lnTo>
                  <a:lnTo>
                    <a:pt x="697839" y="93091"/>
                  </a:lnTo>
                  <a:lnTo>
                    <a:pt x="699668" y="84035"/>
                  </a:lnTo>
                  <a:lnTo>
                    <a:pt x="704646" y="76644"/>
                  </a:lnTo>
                  <a:lnTo>
                    <a:pt x="712038" y="71653"/>
                  </a:lnTo>
                  <a:lnTo>
                    <a:pt x="721093" y="69824"/>
                  </a:lnTo>
                  <a:lnTo>
                    <a:pt x="730148" y="71653"/>
                  </a:lnTo>
                  <a:lnTo>
                    <a:pt x="737552" y="76644"/>
                  </a:lnTo>
                  <a:lnTo>
                    <a:pt x="742530" y="84035"/>
                  </a:lnTo>
                  <a:lnTo>
                    <a:pt x="744359" y="93091"/>
                  </a:lnTo>
                  <a:lnTo>
                    <a:pt x="744359" y="0"/>
                  </a:lnTo>
                  <a:lnTo>
                    <a:pt x="662940" y="0"/>
                  </a:lnTo>
                  <a:lnTo>
                    <a:pt x="662940" y="93091"/>
                  </a:lnTo>
                  <a:lnTo>
                    <a:pt x="661111" y="102158"/>
                  </a:lnTo>
                  <a:lnTo>
                    <a:pt x="656132" y="109550"/>
                  </a:lnTo>
                  <a:lnTo>
                    <a:pt x="648741" y="114541"/>
                  </a:lnTo>
                  <a:lnTo>
                    <a:pt x="639686" y="116370"/>
                  </a:lnTo>
                  <a:lnTo>
                    <a:pt x="630631" y="114541"/>
                  </a:lnTo>
                  <a:lnTo>
                    <a:pt x="623239" y="109550"/>
                  </a:lnTo>
                  <a:lnTo>
                    <a:pt x="618248" y="102158"/>
                  </a:lnTo>
                  <a:lnTo>
                    <a:pt x="616419" y="93091"/>
                  </a:lnTo>
                  <a:lnTo>
                    <a:pt x="618248" y="84035"/>
                  </a:lnTo>
                  <a:lnTo>
                    <a:pt x="623239" y="76644"/>
                  </a:lnTo>
                  <a:lnTo>
                    <a:pt x="630631" y="71653"/>
                  </a:lnTo>
                  <a:lnTo>
                    <a:pt x="639686" y="69824"/>
                  </a:lnTo>
                  <a:lnTo>
                    <a:pt x="648741" y="71653"/>
                  </a:lnTo>
                  <a:lnTo>
                    <a:pt x="656132" y="76644"/>
                  </a:lnTo>
                  <a:lnTo>
                    <a:pt x="661111" y="84035"/>
                  </a:lnTo>
                  <a:lnTo>
                    <a:pt x="662940" y="93091"/>
                  </a:lnTo>
                  <a:lnTo>
                    <a:pt x="662940" y="0"/>
                  </a:lnTo>
                  <a:lnTo>
                    <a:pt x="0" y="0"/>
                  </a:lnTo>
                  <a:lnTo>
                    <a:pt x="0" y="721487"/>
                  </a:lnTo>
                  <a:lnTo>
                    <a:pt x="930440" y="721487"/>
                  </a:lnTo>
                  <a:lnTo>
                    <a:pt x="930440" y="651662"/>
                  </a:lnTo>
                  <a:lnTo>
                    <a:pt x="930440" y="186194"/>
                  </a:lnTo>
                  <a:lnTo>
                    <a:pt x="930440" y="116370"/>
                  </a:lnTo>
                  <a:lnTo>
                    <a:pt x="930440" y="69824"/>
                  </a:lnTo>
                  <a:lnTo>
                    <a:pt x="930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219957" y="1854200"/>
            <a:ext cx="7864475" cy="384556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34290">
              <a:lnSpc>
                <a:spcPct val="101800"/>
              </a:lnSpc>
              <a:spcBef>
                <a:spcPts val="4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(RDB)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collective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sets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organized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tables,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records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columns.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RDBs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establish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well-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defined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tables.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Tables communicate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information,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facilitates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data searchability,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organization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reporting.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400">
              <a:latin typeface="Calibri"/>
              <a:cs typeface="Calibri"/>
            </a:endParaRPr>
          </a:p>
          <a:p>
            <a:pPr marL="12700" marR="5080">
              <a:lnSpc>
                <a:spcPct val="101899"/>
              </a:lnSpc>
              <a:spcBef>
                <a:spcPts val="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RDBs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Structured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(SQL),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standard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provides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interface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interaction.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16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"/>
            <a:ext cx="12192000" cy="685596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Relational</a:t>
            </a:r>
            <a:r>
              <a:rPr spc="-45" dirty="0"/>
              <a:t> </a:t>
            </a:r>
            <a:r>
              <a:rPr dirty="0"/>
              <a:t>DBMS</a:t>
            </a:r>
            <a:r>
              <a:rPr spc="-70" dirty="0"/>
              <a:t> </a:t>
            </a:r>
            <a:r>
              <a:rPr spc="-10" dirty="0"/>
              <a:t>(RDBMS)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17</a:t>
            </a:fld>
            <a:endParaRPr spc="-25" dirty="0">
              <a:solidFill>
                <a:srgbClr val="FFFFFF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94944" y="1786127"/>
            <a:ext cx="3375660" cy="2025650"/>
          </a:xfrm>
          <a:prstGeom prst="rect">
            <a:avLst/>
          </a:prstGeom>
          <a:solidFill>
            <a:srgbClr val="5B9BD4"/>
          </a:solidFill>
          <a:ln w="12700">
            <a:solidFill>
              <a:srgbClr val="FFFFFF"/>
            </a:solidFill>
          </a:ln>
        </p:spPr>
        <p:txBody>
          <a:bodyPr vert="horz" wrap="square" lIns="0" tIns="252729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89"/>
              </a:spcBef>
            </a:pPr>
            <a:endParaRPr sz="3200">
              <a:latin typeface="Times New Roman"/>
              <a:cs typeface="Times New Roman"/>
            </a:endParaRPr>
          </a:p>
          <a:p>
            <a:pPr marL="631825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07408" y="1786127"/>
            <a:ext cx="3377565" cy="2025650"/>
          </a:xfrm>
          <a:prstGeom prst="rect">
            <a:avLst/>
          </a:prstGeom>
          <a:solidFill>
            <a:srgbClr val="54C3CF"/>
          </a:solidFill>
          <a:ln w="12700">
            <a:solidFill>
              <a:srgbClr val="FFFFFF"/>
            </a:solidFill>
          </a:ln>
        </p:spPr>
        <p:txBody>
          <a:bodyPr vert="horz" wrap="square" lIns="0" tIns="27559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170"/>
              </a:spcBef>
            </a:pPr>
            <a:endParaRPr sz="2400">
              <a:latin typeface="Times New Roman"/>
              <a:cs typeface="Times New Roman"/>
            </a:endParaRPr>
          </a:p>
          <a:p>
            <a:pPr marL="635" algn="ctr">
              <a:lnSpc>
                <a:spcPts val="276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sz="2400" spc="4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introduced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760"/>
              </a:lnSpc>
            </a:pP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E.F.Codd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1970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21395" y="1786127"/>
            <a:ext cx="3375660" cy="2025650"/>
          </a:xfrm>
          <a:prstGeom prst="rect">
            <a:avLst/>
          </a:prstGeom>
          <a:solidFill>
            <a:srgbClr val="50C7A7"/>
          </a:solidFill>
          <a:ln w="12700">
            <a:solidFill>
              <a:srgbClr val="FFFFFF"/>
            </a:solidFill>
          </a:ln>
        </p:spPr>
        <p:txBody>
          <a:bodyPr vert="horz" wrap="square" lIns="0" tIns="154305" rIns="0" bIns="0" rtlCol="0">
            <a:spAutoFit/>
          </a:bodyPr>
          <a:lstStyle/>
          <a:p>
            <a:pPr marL="113664" marR="106680" indent="4445" algn="ctr">
              <a:lnSpc>
                <a:spcPct val="91600"/>
              </a:lnSpc>
              <a:spcBef>
                <a:spcPts val="1215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Standard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relational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published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by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ANSI(the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American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National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Standard Institute)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4944" y="4148328"/>
            <a:ext cx="3375660" cy="2025650"/>
          </a:xfrm>
          <a:prstGeom prst="rect">
            <a:avLst/>
          </a:prstGeom>
          <a:solidFill>
            <a:srgbClr val="4AC174"/>
          </a:solidFill>
          <a:ln w="12700">
            <a:solidFill>
              <a:srgbClr val="FFFFFF"/>
            </a:solidFill>
          </a:ln>
        </p:spPr>
        <p:txBody>
          <a:bodyPr vert="horz" wrap="square" lIns="0" tIns="2540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0"/>
              </a:spcBef>
            </a:pPr>
            <a:endParaRPr sz="3200">
              <a:latin typeface="Times New Roman"/>
              <a:cs typeface="Times New Roman"/>
            </a:endParaRPr>
          </a:p>
          <a:p>
            <a:pPr marL="961390">
              <a:lnSpc>
                <a:spcPct val="100000"/>
              </a:lnSpc>
            </a:pPr>
            <a:r>
              <a:rPr sz="3200" b="1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7408" y="4148328"/>
            <a:ext cx="3377565" cy="2025650"/>
          </a:xfrm>
          <a:prstGeom prst="rect">
            <a:avLst/>
          </a:prstGeom>
          <a:solidFill>
            <a:srgbClr val="49B946"/>
          </a:solidFill>
          <a:ln w="12700">
            <a:solidFill>
              <a:srgbClr val="FFFFFF"/>
            </a:solidFill>
          </a:ln>
        </p:spPr>
        <p:txBody>
          <a:bodyPr vert="horz" wrap="square" lIns="0" tIns="158750" rIns="0" bIns="0" rtlCol="0">
            <a:spAutoFit/>
          </a:bodyPr>
          <a:lstStyle/>
          <a:p>
            <a:pPr marL="102870" marR="94615" indent="1270" algn="ctr">
              <a:lnSpc>
                <a:spcPct val="91600"/>
              </a:lnSpc>
              <a:spcBef>
                <a:spcPts val="125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composed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two-dimensional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tables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columns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containing</a:t>
            </a:r>
            <a:r>
              <a:rPr sz="20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tuples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known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logical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view.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21395" y="4148328"/>
            <a:ext cx="3375660" cy="2025650"/>
          </a:xfrm>
          <a:prstGeom prst="rect">
            <a:avLst/>
          </a:prstGeom>
          <a:solidFill>
            <a:srgbClr val="6FAC46"/>
          </a:solidFill>
          <a:ln w="12700">
            <a:solidFill>
              <a:srgbClr val="FFFFFF"/>
            </a:solidFill>
          </a:ln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2000">
              <a:latin typeface="Times New Roman"/>
              <a:cs typeface="Times New Roman"/>
            </a:endParaRPr>
          </a:p>
          <a:p>
            <a:pPr marL="101600" marR="92710" indent="1270" algn="ctr">
              <a:lnSpc>
                <a:spcPct val="91700"/>
              </a:lnSpc>
            </a:pP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Tables/Relations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logical structure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collection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2-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dimensional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tables consists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horizontal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rows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vertical</a:t>
            </a:r>
            <a:r>
              <a:rPr sz="20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columns.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456545" cy="6356985"/>
            <a:chOff x="0" y="0"/>
            <a:chExt cx="10456545" cy="635698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456163" cy="635660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99388" y="291084"/>
              <a:ext cx="996950" cy="998219"/>
            </a:xfrm>
            <a:custGeom>
              <a:avLst/>
              <a:gdLst/>
              <a:ahLst/>
              <a:cxnLst/>
              <a:rect l="l" t="t" r="r" b="b"/>
              <a:pathLst>
                <a:path w="996950" h="998219">
                  <a:moveTo>
                    <a:pt x="498348" y="0"/>
                  </a:moveTo>
                  <a:lnTo>
                    <a:pt x="450357" y="2285"/>
                  </a:lnTo>
                  <a:lnTo>
                    <a:pt x="403656" y="9001"/>
                  </a:lnTo>
                  <a:lnTo>
                    <a:pt x="358453" y="19940"/>
                  </a:lnTo>
                  <a:lnTo>
                    <a:pt x="314959" y="34891"/>
                  </a:lnTo>
                  <a:lnTo>
                    <a:pt x="273381" y="53644"/>
                  </a:lnTo>
                  <a:lnTo>
                    <a:pt x="233929" y="75992"/>
                  </a:lnTo>
                  <a:lnTo>
                    <a:pt x="196812" y="101723"/>
                  </a:lnTo>
                  <a:lnTo>
                    <a:pt x="162238" y="130630"/>
                  </a:lnTo>
                  <a:lnTo>
                    <a:pt x="130416" y="162502"/>
                  </a:lnTo>
                  <a:lnTo>
                    <a:pt x="101556" y="197130"/>
                  </a:lnTo>
                  <a:lnTo>
                    <a:pt x="75866" y="234305"/>
                  </a:lnTo>
                  <a:lnTo>
                    <a:pt x="53555" y="273817"/>
                  </a:lnTo>
                  <a:lnTo>
                    <a:pt x="34832" y="315457"/>
                  </a:lnTo>
                  <a:lnTo>
                    <a:pt x="19906" y="359016"/>
                  </a:lnTo>
                  <a:lnTo>
                    <a:pt x="8986" y="404284"/>
                  </a:lnTo>
                  <a:lnTo>
                    <a:pt x="2281" y="451051"/>
                  </a:lnTo>
                  <a:lnTo>
                    <a:pt x="0" y="499110"/>
                  </a:lnTo>
                  <a:lnTo>
                    <a:pt x="2281" y="547168"/>
                  </a:lnTo>
                  <a:lnTo>
                    <a:pt x="8986" y="593935"/>
                  </a:lnTo>
                  <a:lnTo>
                    <a:pt x="19906" y="639203"/>
                  </a:lnTo>
                  <a:lnTo>
                    <a:pt x="34832" y="682762"/>
                  </a:lnTo>
                  <a:lnTo>
                    <a:pt x="53555" y="724402"/>
                  </a:lnTo>
                  <a:lnTo>
                    <a:pt x="75866" y="763914"/>
                  </a:lnTo>
                  <a:lnTo>
                    <a:pt x="101556" y="801089"/>
                  </a:lnTo>
                  <a:lnTo>
                    <a:pt x="130416" y="835717"/>
                  </a:lnTo>
                  <a:lnTo>
                    <a:pt x="162238" y="867589"/>
                  </a:lnTo>
                  <a:lnTo>
                    <a:pt x="196812" y="896496"/>
                  </a:lnTo>
                  <a:lnTo>
                    <a:pt x="233929" y="922227"/>
                  </a:lnTo>
                  <a:lnTo>
                    <a:pt x="273381" y="944575"/>
                  </a:lnTo>
                  <a:lnTo>
                    <a:pt x="314959" y="963328"/>
                  </a:lnTo>
                  <a:lnTo>
                    <a:pt x="358453" y="978279"/>
                  </a:lnTo>
                  <a:lnTo>
                    <a:pt x="403656" y="989218"/>
                  </a:lnTo>
                  <a:lnTo>
                    <a:pt x="450357" y="995934"/>
                  </a:lnTo>
                  <a:lnTo>
                    <a:pt x="498348" y="998220"/>
                  </a:lnTo>
                  <a:lnTo>
                    <a:pt x="546338" y="995934"/>
                  </a:lnTo>
                  <a:lnTo>
                    <a:pt x="593039" y="989218"/>
                  </a:lnTo>
                  <a:lnTo>
                    <a:pt x="638242" y="978279"/>
                  </a:lnTo>
                  <a:lnTo>
                    <a:pt x="681736" y="963328"/>
                  </a:lnTo>
                  <a:lnTo>
                    <a:pt x="723314" y="944575"/>
                  </a:lnTo>
                  <a:lnTo>
                    <a:pt x="762766" y="922227"/>
                  </a:lnTo>
                  <a:lnTo>
                    <a:pt x="799883" y="896496"/>
                  </a:lnTo>
                  <a:lnTo>
                    <a:pt x="834457" y="867589"/>
                  </a:lnTo>
                  <a:lnTo>
                    <a:pt x="866279" y="835717"/>
                  </a:lnTo>
                  <a:lnTo>
                    <a:pt x="895139" y="801089"/>
                  </a:lnTo>
                  <a:lnTo>
                    <a:pt x="920829" y="763914"/>
                  </a:lnTo>
                  <a:lnTo>
                    <a:pt x="943140" y="724402"/>
                  </a:lnTo>
                  <a:lnTo>
                    <a:pt x="961863" y="682762"/>
                  </a:lnTo>
                  <a:lnTo>
                    <a:pt x="976789" y="639203"/>
                  </a:lnTo>
                  <a:lnTo>
                    <a:pt x="987709" y="593935"/>
                  </a:lnTo>
                  <a:lnTo>
                    <a:pt x="994414" y="547168"/>
                  </a:lnTo>
                  <a:lnTo>
                    <a:pt x="996695" y="499110"/>
                  </a:lnTo>
                  <a:lnTo>
                    <a:pt x="994414" y="451051"/>
                  </a:lnTo>
                  <a:lnTo>
                    <a:pt x="987709" y="404284"/>
                  </a:lnTo>
                  <a:lnTo>
                    <a:pt x="976789" y="359016"/>
                  </a:lnTo>
                  <a:lnTo>
                    <a:pt x="961863" y="315457"/>
                  </a:lnTo>
                  <a:lnTo>
                    <a:pt x="943140" y="273817"/>
                  </a:lnTo>
                  <a:lnTo>
                    <a:pt x="920829" y="234305"/>
                  </a:lnTo>
                  <a:lnTo>
                    <a:pt x="895139" y="197130"/>
                  </a:lnTo>
                  <a:lnTo>
                    <a:pt x="866279" y="162502"/>
                  </a:lnTo>
                  <a:lnTo>
                    <a:pt x="834457" y="130630"/>
                  </a:lnTo>
                  <a:lnTo>
                    <a:pt x="799883" y="101723"/>
                  </a:lnTo>
                  <a:lnTo>
                    <a:pt x="762766" y="75992"/>
                  </a:lnTo>
                  <a:lnTo>
                    <a:pt x="723314" y="53644"/>
                  </a:lnTo>
                  <a:lnTo>
                    <a:pt x="681736" y="34891"/>
                  </a:lnTo>
                  <a:lnTo>
                    <a:pt x="638242" y="19940"/>
                  </a:lnTo>
                  <a:lnTo>
                    <a:pt x="593039" y="9001"/>
                  </a:lnTo>
                  <a:lnTo>
                    <a:pt x="546338" y="2285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10157" y="585184"/>
              <a:ext cx="325120" cy="412750"/>
            </a:xfrm>
            <a:custGeom>
              <a:avLst/>
              <a:gdLst/>
              <a:ahLst/>
              <a:cxnLst/>
              <a:rect l="l" t="t" r="r" b="b"/>
              <a:pathLst>
                <a:path w="325119" h="412750">
                  <a:moveTo>
                    <a:pt x="141638" y="0"/>
                  </a:moveTo>
                  <a:lnTo>
                    <a:pt x="127889" y="2788"/>
                  </a:lnTo>
                  <a:lnTo>
                    <a:pt x="116630" y="10379"/>
                  </a:lnTo>
                  <a:lnTo>
                    <a:pt x="109022" y="21614"/>
                  </a:lnTo>
                  <a:lnTo>
                    <a:pt x="106228" y="35334"/>
                  </a:lnTo>
                  <a:lnTo>
                    <a:pt x="89879" y="95017"/>
                  </a:lnTo>
                  <a:lnTo>
                    <a:pt x="53778" y="139130"/>
                  </a:lnTo>
                  <a:lnTo>
                    <a:pt x="17345" y="166680"/>
                  </a:lnTo>
                  <a:lnTo>
                    <a:pt x="0" y="176673"/>
                  </a:lnTo>
                  <a:lnTo>
                    <a:pt x="0" y="365125"/>
                  </a:lnTo>
                  <a:lnTo>
                    <a:pt x="25920" y="372486"/>
                  </a:lnTo>
                  <a:lnTo>
                    <a:pt x="48024" y="388681"/>
                  </a:lnTo>
                  <a:lnTo>
                    <a:pt x="77098" y="404876"/>
                  </a:lnTo>
                  <a:lnTo>
                    <a:pt x="123933" y="412238"/>
                  </a:lnTo>
                  <a:lnTo>
                    <a:pt x="230162" y="412238"/>
                  </a:lnTo>
                  <a:lnTo>
                    <a:pt x="243911" y="409450"/>
                  </a:lnTo>
                  <a:lnTo>
                    <a:pt x="255170" y="401858"/>
                  </a:lnTo>
                  <a:lnTo>
                    <a:pt x="262778" y="390623"/>
                  </a:lnTo>
                  <a:lnTo>
                    <a:pt x="265572" y="376903"/>
                  </a:lnTo>
                  <a:lnTo>
                    <a:pt x="265572" y="367480"/>
                  </a:lnTo>
                  <a:lnTo>
                    <a:pt x="262031" y="359236"/>
                  </a:lnTo>
                  <a:lnTo>
                    <a:pt x="256129" y="353347"/>
                  </a:lnTo>
                  <a:lnTo>
                    <a:pt x="259670" y="353347"/>
                  </a:lnTo>
                  <a:lnTo>
                    <a:pt x="273419" y="350558"/>
                  </a:lnTo>
                  <a:lnTo>
                    <a:pt x="284678" y="342967"/>
                  </a:lnTo>
                  <a:lnTo>
                    <a:pt x="292286" y="331732"/>
                  </a:lnTo>
                  <a:lnTo>
                    <a:pt x="295080" y="318012"/>
                  </a:lnTo>
                  <a:lnTo>
                    <a:pt x="294425" y="311083"/>
                  </a:lnTo>
                  <a:lnTo>
                    <a:pt x="292498" y="304540"/>
                  </a:lnTo>
                  <a:lnTo>
                    <a:pt x="289353" y="298550"/>
                  </a:lnTo>
                  <a:lnTo>
                    <a:pt x="285047" y="293278"/>
                  </a:lnTo>
                  <a:lnTo>
                    <a:pt x="296103" y="288769"/>
                  </a:lnTo>
                  <a:lnTo>
                    <a:pt x="304891" y="281058"/>
                  </a:lnTo>
                  <a:lnTo>
                    <a:pt x="310691" y="270917"/>
                  </a:lnTo>
                  <a:lnTo>
                    <a:pt x="312785" y="259121"/>
                  </a:lnTo>
                  <a:lnTo>
                    <a:pt x="312028" y="251759"/>
                  </a:lnTo>
                  <a:lnTo>
                    <a:pt x="309834" y="244840"/>
                  </a:lnTo>
                  <a:lnTo>
                    <a:pt x="306311" y="238582"/>
                  </a:lnTo>
                  <a:lnTo>
                    <a:pt x="301572" y="233209"/>
                  </a:lnTo>
                  <a:lnTo>
                    <a:pt x="310894" y="228221"/>
                  </a:lnTo>
                  <a:lnTo>
                    <a:pt x="318170" y="220694"/>
                  </a:lnTo>
                  <a:lnTo>
                    <a:pt x="322900" y="211180"/>
                  </a:lnTo>
                  <a:lnTo>
                    <a:pt x="324588" y="200229"/>
                  </a:lnTo>
                  <a:lnTo>
                    <a:pt x="321794" y="186510"/>
                  </a:lnTo>
                  <a:lnTo>
                    <a:pt x="314186" y="175274"/>
                  </a:lnTo>
                  <a:lnTo>
                    <a:pt x="302927" y="167683"/>
                  </a:lnTo>
                  <a:lnTo>
                    <a:pt x="289178" y="164895"/>
                  </a:lnTo>
                  <a:lnTo>
                    <a:pt x="167605" y="164895"/>
                  </a:lnTo>
                  <a:lnTo>
                    <a:pt x="159933" y="157239"/>
                  </a:lnTo>
                  <a:lnTo>
                    <a:pt x="159343" y="147816"/>
                  </a:lnTo>
                  <a:lnTo>
                    <a:pt x="168417" y="117855"/>
                  </a:lnTo>
                  <a:lnTo>
                    <a:pt x="174364" y="85456"/>
                  </a:lnTo>
                  <a:lnTo>
                    <a:pt x="177048" y="35334"/>
                  </a:lnTo>
                  <a:lnTo>
                    <a:pt x="174254" y="21614"/>
                  </a:lnTo>
                  <a:lnTo>
                    <a:pt x="166646" y="10379"/>
                  </a:lnTo>
                  <a:lnTo>
                    <a:pt x="155387" y="2788"/>
                  </a:lnTo>
                  <a:lnTo>
                    <a:pt x="1416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2617" y="732412"/>
              <a:ext cx="112130" cy="247342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28852" y="1572005"/>
            <a:ext cx="17379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45" dirty="0">
                <a:latin typeface="Calibri"/>
                <a:cs typeface="Calibri"/>
              </a:rPr>
              <a:t>ADVANTAGES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361944" y="291084"/>
            <a:ext cx="4838700" cy="998219"/>
            <a:chOff x="3361944" y="291084"/>
            <a:chExt cx="4838700" cy="998219"/>
          </a:xfrm>
        </p:grpSpPr>
        <p:sp>
          <p:nvSpPr>
            <p:cNvPr id="9" name="object 9"/>
            <p:cNvSpPr/>
            <p:nvPr/>
          </p:nvSpPr>
          <p:spPr>
            <a:xfrm>
              <a:off x="3361944" y="291084"/>
              <a:ext cx="996950" cy="998219"/>
            </a:xfrm>
            <a:custGeom>
              <a:avLst/>
              <a:gdLst/>
              <a:ahLst/>
              <a:cxnLst/>
              <a:rect l="l" t="t" r="r" b="b"/>
              <a:pathLst>
                <a:path w="996950" h="998219">
                  <a:moveTo>
                    <a:pt x="498347" y="0"/>
                  </a:moveTo>
                  <a:lnTo>
                    <a:pt x="450357" y="2285"/>
                  </a:lnTo>
                  <a:lnTo>
                    <a:pt x="403656" y="9001"/>
                  </a:lnTo>
                  <a:lnTo>
                    <a:pt x="358453" y="19940"/>
                  </a:lnTo>
                  <a:lnTo>
                    <a:pt x="314959" y="34891"/>
                  </a:lnTo>
                  <a:lnTo>
                    <a:pt x="273381" y="53644"/>
                  </a:lnTo>
                  <a:lnTo>
                    <a:pt x="233929" y="75992"/>
                  </a:lnTo>
                  <a:lnTo>
                    <a:pt x="196812" y="101723"/>
                  </a:lnTo>
                  <a:lnTo>
                    <a:pt x="162238" y="130630"/>
                  </a:lnTo>
                  <a:lnTo>
                    <a:pt x="130416" y="162502"/>
                  </a:lnTo>
                  <a:lnTo>
                    <a:pt x="101556" y="197130"/>
                  </a:lnTo>
                  <a:lnTo>
                    <a:pt x="75866" y="234305"/>
                  </a:lnTo>
                  <a:lnTo>
                    <a:pt x="53555" y="273817"/>
                  </a:lnTo>
                  <a:lnTo>
                    <a:pt x="34832" y="315457"/>
                  </a:lnTo>
                  <a:lnTo>
                    <a:pt x="19906" y="359016"/>
                  </a:lnTo>
                  <a:lnTo>
                    <a:pt x="8986" y="404284"/>
                  </a:lnTo>
                  <a:lnTo>
                    <a:pt x="2281" y="451051"/>
                  </a:lnTo>
                  <a:lnTo>
                    <a:pt x="0" y="499110"/>
                  </a:lnTo>
                  <a:lnTo>
                    <a:pt x="2281" y="547168"/>
                  </a:lnTo>
                  <a:lnTo>
                    <a:pt x="8986" y="593935"/>
                  </a:lnTo>
                  <a:lnTo>
                    <a:pt x="19906" y="639203"/>
                  </a:lnTo>
                  <a:lnTo>
                    <a:pt x="34832" y="682762"/>
                  </a:lnTo>
                  <a:lnTo>
                    <a:pt x="53555" y="724402"/>
                  </a:lnTo>
                  <a:lnTo>
                    <a:pt x="75866" y="763914"/>
                  </a:lnTo>
                  <a:lnTo>
                    <a:pt x="101556" y="801089"/>
                  </a:lnTo>
                  <a:lnTo>
                    <a:pt x="130416" y="835717"/>
                  </a:lnTo>
                  <a:lnTo>
                    <a:pt x="162238" y="867589"/>
                  </a:lnTo>
                  <a:lnTo>
                    <a:pt x="196812" y="896496"/>
                  </a:lnTo>
                  <a:lnTo>
                    <a:pt x="233929" y="922227"/>
                  </a:lnTo>
                  <a:lnTo>
                    <a:pt x="273381" y="944575"/>
                  </a:lnTo>
                  <a:lnTo>
                    <a:pt x="314959" y="963328"/>
                  </a:lnTo>
                  <a:lnTo>
                    <a:pt x="358453" y="978279"/>
                  </a:lnTo>
                  <a:lnTo>
                    <a:pt x="403656" y="989218"/>
                  </a:lnTo>
                  <a:lnTo>
                    <a:pt x="450357" y="995934"/>
                  </a:lnTo>
                  <a:lnTo>
                    <a:pt x="498347" y="998220"/>
                  </a:lnTo>
                  <a:lnTo>
                    <a:pt x="546338" y="995934"/>
                  </a:lnTo>
                  <a:lnTo>
                    <a:pt x="593039" y="989218"/>
                  </a:lnTo>
                  <a:lnTo>
                    <a:pt x="638242" y="978279"/>
                  </a:lnTo>
                  <a:lnTo>
                    <a:pt x="681736" y="963328"/>
                  </a:lnTo>
                  <a:lnTo>
                    <a:pt x="723314" y="944575"/>
                  </a:lnTo>
                  <a:lnTo>
                    <a:pt x="762766" y="922227"/>
                  </a:lnTo>
                  <a:lnTo>
                    <a:pt x="799883" y="896496"/>
                  </a:lnTo>
                  <a:lnTo>
                    <a:pt x="834457" y="867589"/>
                  </a:lnTo>
                  <a:lnTo>
                    <a:pt x="866279" y="835717"/>
                  </a:lnTo>
                  <a:lnTo>
                    <a:pt x="895139" y="801089"/>
                  </a:lnTo>
                  <a:lnTo>
                    <a:pt x="920829" y="763914"/>
                  </a:lnTo>
                  <a:lnTo>
                    <a:pt x="943140" y="724402"/>
                  </a:lnTo>
                  <a:lnTo>
                    <a:pt x="961863" y="682762"/>
                  </a:lnTo>
                  <a:lnTo>
                    <a:pt x="976789" y="639203"/>
                  </a:lnTo>
                  <a:lnTo>
                    <a:pt x="987709" y="593935"/>
                  </a:lnTo>
                  <a:lnTo>
                    <a:pt x="994414" y="547168"/>
                  </a:lnTo>
                  <a:lnTo>
                    <a:pt x="996695" y="499110"/>
                  </a:lnTo>
                  <a:lnTo>
                    <a:pt x="994414" y="451051"/>
                  </a:lnTo>
                  <a:lnTo>
                    <a:pt x="987709" y="404284"/>
                  </a:lnTo>
                  <a:lnTo>
                    <a:pt x="976789" y="359016"/>
                  </a:lnTo>
                  <a:lnTo>
                    <a:pt x="961863" y="315457"/>
                  </a:lnTo>
                  <a:lnTo>
                    <a:pt x="943140" y="273817"/>
                  </a:lnTo>
                  <a:lnTo>
                    <a:pt x="920829" y="234305"/>
                  </a:lnTo>
                  <a:lnTo>
                    <a:pt x="895139" y="197130"/>
                  </a:lnTo>
                  <a:lnTo>
                    <a:pt x="866279" y="162502"/>
                  </a:lnTo>
                  <a:lnTo>
                    <a:pt x="834457" y="130630"/>
                  </a:lnTo>
                  <a:lnTo>
                    <a:pt x="799883" y="101723"/>
                  </a:lnTo>
                  <a:lnTo>
                    <a:pt x="762766" y="75992"/>
                  </a:lnTo>
                  <a:lnTo>
                    <a:pt x="723314" y="53644"/>
                  </a:lnTo>
                  <a:lnTo>
                    <a:pt x="681736" y="34891"/>
                  </a:lnTo>
                  <a:lnTo>
                    <a:pt x="638242" y="19940"/>
                  </a:lnTo>
                  <a:lnTo>
                    <a:pt x="593039" y="9001"/>
                  </a:lnTo>
                  <a:lnTo>
                    <a:pt x="546338" y="2285"/>
                  </a:lnTo>
                  <a:lnTo>
                    <a:pt x="498347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60571" y="541616"/>
              <a:ext cx="401320" cy="475615"/>
            </a:xfrm>
            <a:custGeom>
              <a:avLst/>
              <a:gdLst/>
              <a:ahLst/>
              <a:cxnLst/>
              <a:rect l="l" t="t" r="r" b="b"/>
              <a:pathLst>
                <a:path w="401320" h="475615">
                  <a:moveTo>
                    <a:pt x="145770" y="227317"/>
                  </a:moveTo>
                  <a:lnTo>
                    <a:pt x="143827" y="217690"/>
                  </a:lnTo>
                  <a:lnTo>
                    <a:pt x="138518" y="209829"/>
                  </a:lnTo>
                  <a:lnTo>
                    <a:pt x="130632" y="204520"/>
                  </a:lnTo>
                  <a:lnTo>
                    <a:pt x="120992" y="202577"/>
                  </a:lnTo>
                  <a:lnTo>
                    <a:pt x="111340" y="204520"/>
                  </a:lnTo>
                  <a:lnTo>
                    <a:pt x="103454" y="209829"/>
                  </a:lnTo>
                  <a:lnTo>
                    <a:pt x="98145" y="217690"/>
                  </a:lnTo>
                  <a:lnTo>
                    <a:pt x="96202" y="227317"/>
                  </a:lnTo>
                  <a:lnTo>
                    <a:pt x="98145" y="236943"/>
                  </a:lnTo>
                  <a:lnTo>
                    <a:pt x="103454" y="244805"/>
                  </a:lnTo>
                  <a:lnTo>
                    <a:pt x="111340" y="250101"/>
                  </a:lnTo>
                  <a:lnTo>
                    <a:pt x="120992" y="252044"/>
                  </a:lnTo>
                  <a:lnTo>
                    <a:pt x="130632" y="250101"/>
                  </a:lnTo>
                  <a:lnTo>
                    <a:pt x="138518" y="244805"/>
                  </a:lnTo>
                  <a:lnTo>
                    <a:pt x="143827" y="236943"/>
                  </a:lnTo>
                  <a:lnTo>
                    <a:pt x="145770" y="227317"/>
                  </a:lnTo>
                  <a:close/>
                </a:path>
                <a:path w="401320" h="475615">
                  <a:moveTo>
                    <a:pt x="220129" y="107759"/>
                  </a:moveTo>
                  <a:lnTo>
                    <a:pt x="218173" y="98183"/>
                  </a:lnTo>
                  <a:lnTo>
                    <a:pt x="212826" y="90322"/>
                  </a:lnTo>
                  <a:lnTo>
                    <a:pt x="204952" y="84988"/>
                  </a:lnTo>
                  <a:lnTo>
                    <a:pt x="195351" y="83032"/>
                  </a:lnTo>
                  <a:lnTo>
                    <a:pt x="185750" y="84988"/>
                  </a:lnTo>
                  <a:lnTo>
                    <a:pt x="177863" y="90322"/>
                  </a:lnTo>
                  <a:lnTo>
                    <a:pt x="172529" y="98183"/>
                  </a:lnTo>
                  <a:lnTo>
                    <a:pt x="170561" y="107759"/>
                  </a:lnTo>
                  <a:lnTo>
                    <a:pt x="172529" y="117348"/>
                  </a:lnTo>
                  <a:lnTo>
                    <a:pt x="177863" y="125209"/>
                  </a:lnTo>
                  <a:lnTo>
                    <a:pt x="185750" y="130543"/>
                  </a:lnTo>
                  <a:lnTo>
                    <a:pt x="195351" y="132499"/>
                  </a:lnTo>
                  <a:lnTo>
                    <a:pt x="204952" y="130543"/>
                  </a:lnTo>
                  <a:lnTo>
                    <a:pt x="212826" y="125209"/>
                  </a:lnTo>
                  <a:lnTo>
                    <a:pt x="218173" y="117348"/>
                  </a:lnTo>
                  <a:lnTo>
                    <a:pt x="220129" y="107759"/>
                  </a:lnTo>
                  <a:close/>
                </a:path>
                <a:path w="401320" h="475615">
                  <a:moveTo>
                    <a:pt x="401243" y="272732"/>
                  </a:moveTo>
                  <a:lnTo>
                    <a:pt x="395414" y="257352"/>
                  </a:lnTo>
                  <a:lnTo>
                    <a:pt x="354685" y="186677"/>
                  </a:lnTo>
                  <a:lnTo>
                    <a:pt x="354571" y="182562"/>
                  </a:lnTo>
                  <a:lnTo>
                    <a:pt x="354050" y="177253"/>
                  </a:lnTo>
                  <a:lnTo>
                    <a:pt x="352666" y="163118"/>
                  </a:lnTo>
                  <a:lnTo>
                    <a:pt x="350012" y="136283"/>
                  </a:lnTo>
                  <a:lnTo>
                    <a:pt x="333222" y="92532"/>
                  </a:lnTo>
                  <a:lnTo>
                    <a:pt x="305574" y="54762"/>
                  </a:lnTo>
                  <a:lnTo>
                    <a:pt x="305473" y="54622"/>
                  </a:lnTo>
                  <a:lnTo>
                    <a:pt x="301218" y="51231"/>
                  </a:lnTo>
                  <a:lnTo>
                    <a:pt x="283464" y="37096"/>
                  </a:lnTo>
                  <a:lnTo>
                    <a:pt x="267931" y="24726"/>
                  </a:lnTo>
                  <a:lnTo>
                    <a:pt x="265582" y="23749"/>
                  </a:lnTo>
                  <a:lnTo>
                    <a:pt x="265582" y="98348"/>
                  </a:lnTo>
                  <a:lnTo>
                    <a:pt x="265582" y="116014"/>
                  </a:lnTo>
                  <a:lnTo>
                    <a:pt x="250825" y="123075"/>
                  </a:lnTo>
                  <a:lnTo>
                    <a:pt x="249643" y="127787"/>
                  </a:lnTo>
                  <a:lnTo>
                    <a:pt x="244919" y="136029"/>
                  </a:lnTo>
                  <a:lnTo>
                    <a:pt x="250228" y="151345"/>
                  </a:lnTo>
                  <a:lnTo>
                    <a:pt x="238429" y="163118"/>
                  </a:lnTo>
                  <a:lnTo>
                    <a:pt x="223088" y="157822"/>
                  </a:lnTo>
                  <a:lnTo>
                    <a:pt x="218948" y="160172"/>
                  </a:lnTo>
                  <a:lnTo>
                    <a:pt x="214820" y="161950"/>
                  </a:lnTo>
                  <a:lnTo>
                    <a:pt x="210096" y="163118"/>
                  </a:lnTo>
                  <a:lnTo>
                    <a:pt x="203022" y="177253"/>
                  </a:lnTo>
                  <a:lnTo>
                    <a:pt x="191808" y="177253"/>
                  </a:lnTo>
                  <a:lnTo>
                    <a:pt x="191808" y="217893"/>
                  </a:lnTo>
                  <a:lnTo>
                    <a:pt x="191262" y="234378"/>
                  </a:lnTo>
                  <a:lnTo>
                    <a:pt x="191211" y="235559"/>
                  </a:lnTo>
                  <a:lnTo>
                    <a:pt x="176466" y="242620"/>
                  </a:lnTo>
                  <a:lnTo>
                    <a:pt x="175285" y="247332"/>
                  </a:lnTo>
                  <a:lnTo>
                    <a:pt x="173507" y="251460"/>
                  </a:lnTo>
                  <a:lnTo>
                    <a:pt x="171145" y="255587"/>
                  </a:lnTo>
                  <a:lnTo>
                    <a:pt x="175869" y="270891"/>
                  </a:lnTo>
                  <a:lnTo>
                    <a:pt x="164071" y="282676"/>
                  </a:lnTo>
                  <a:lnTo>
                    <a:pt x="148729" y="277368"/>
                  </a:lnTo>
                  <a:lnTo>
                    <a:pt x="144589" y="279730"/>
                  </a:lnTo>
                  <a:lnTo>
                    <a:pt x="140462" y="281495"/>
                  </a:lnTo>
                  <a:lnTo>
                    <a:pt x="135737" y="282676"/>
                  </a:lnTo>
                  <a:lnTo>
                    <a:pt x="129247" y="296811"/>
                  </a:lnTo>
                  <a:lnTo>
                    <a:pt x="112725" y="296811"/>
                  </a:lnTo>
                  <a:lnTo>
                    <a:pt x="105638" y="282079"/>
                  </a:lnTo>
                  <a:lnTo>
                    <a:pt x="103276" y="281495"/>
                  </a:lnTo>
                  <a:lnTo>
                    <a:pt x="100926" y="280911"/>
                  </a:lnTo>
                  <a:lnTo>
                    <a:pt x="96786" y="279133"/>
                  </a:lnTo>
                  <a:lnTo>
                    <a:pt x="92659" y="276783"/>
                  </a:lnTo>
                  <a:lnTo>
                    <a:pt x="77317" y="281495"/>
                  </a:lnTo>
                  <a:lnTo>
                    <a:pt x="65506" y="269709"/>
                  </a:lnTo>
                  <a:lnTo>
                    <a:pt x="70827" y="254406"/>
                  </a:lnTo>
                  <a:lnTo>
                    <a:pt x="68465" y="250278"/>
                  </a:lnTo>
                  <a:lnTo>
                    <a:pt x="66687" y="246164"/>
                  </a:lnTo>
                  <a:lnTo>
                    <a:pt x="65506" y="241452"/>
                  </a:lnTo>
                  <a:lnTo>
                    <a:pt x="50761" y="234378"/>
                  </a:lnTo>
                  <a:lnTo>
                    <a:pt x="50761" y="217893"/>
                  </a:lnTo>
                  <a:lnTo>
                    <a:pt x="65506" y="210820"/>
                  </a:lnTo>
                  <a:lnTo>
                    <a:pt x="66687" y="206108"/>
                  </a:lnTo>
                  <a:lnTo>
                    <a:pt x="68465" y="201993"/>
                  </a:lnTo>
                  <a:lnTo>
                    <a:pt x="70827" y="197866"/>
                  </a:lnTo>
                  <a:lnTo>
                    <a:pt x="65506" y="182562"/>
                  </a:lnTo>
                  <a:lnTo>
                    <a:pt x="77317" y="170776"/>
                  </a:lnTo>
                  <a:lnTo>
                    <a:pt x="92659" y="176072"/>
                  </a:lnTo>
                  <a:lnTo>
                    <a:pt x="96786" y="173723"/>
                  </a:lnTo>
                  <a:lnTo>
                    <a:pt x="100926" y="171958"/>
                  </a:lnTo>
                  <a:lnTo>
                    <a:pt x="105638" y="170776"/>
                  </a:lnTo>
                  <a:lnTo>
                    <a:pt x="112725" y="156057"/>
                  </a:lnTo>
                  <a:lnTo>
                    <a:pt x="129844" y="156057"/>
                  </a:lnTo>
                  <a:lnTo>
                    <a:pt x="136918" y="170776"/>
                  </a:lnTo>
                  <a:lnTo>
                    <a:pt x="141643" y="171958"/>
                  </a:lnTo>
                  <a:lnTo>
                    <a:pt x="145770" y="173723"/>
                  </a:lnTo>
                  <a:lnTo>
                    <a:pt x="149910" y="176072"/>
                  </a:lnTo>
                  <a:lnTo>
                    <a:pt x="165252" y="170776"/>
                  </a:lnTo>
                  <a:lnTo>
                    <a:pt x="177050" y="182562"/>
                  </a:lnTo>
                  <a:lnTo>
                    <a:pt x="171742" y="197866"/>
                  </a:lnTo>
                  <a:lnTo>
                    <a:pt x="174104" y="201993"/>
                  </a:lnTo>
                  <a:lnTo>
                    <a:pt x="175869" y="206108"/>
                  </a:lnTo>
                  <a:lnTo>
                    <a:pt x="177050" y="210820"/>
                  </a:lnTo>
                  <a:lnTo>
                    <a:pt x="191808" y="217893"/>
                  </a:lnTo>
                  <a:lnTo>
                    <a:pt x="191808" y="177253"/>
                  </a:lnTo>
                  <a:lnTo>
                    <a:pt x="186499" y="177253"/>
                  </a:lnTo>
                  <a:lnTo>
                    <a:pt x="183375" y="170776"/>
                  </a:lnTo>
                  <a:lnTo>
                    <a:pt x="179412" y="162534"/>
                  </a:lnTo>
                  <a:lnTo>
                    <a:pt x="174688" y="161353"/>
                  </a:lnTo>
                  <a:lnTo>
                    <a:pt x="170561" y="159588"/>
                  </a:lnTo>
                  <a:lnTo>
                    <a:pt x="166433" y="157238"/>
                  </a:lnTo>
                  <a:lnTo>
                    <a:pt x="151091" y="162534"/>
                  </a:lnTo>
                  <a:lnTo>
                    <a:pt x="144589" y="156057"/>
                  </a:lnTo>
                  <a:lnTo>
                    <a:pt x="139280" y="150761"/>
                  </a:lnTo>
                  <a:lnTo>
                    <a:pt x="144589" y="135445"/>
                  </a:lnTo>
                  <a:lnTo>
                    <a:pt x="142227" y="131318"/>
                  </a:lnTo>
                  <a:lnTo>
                    <a:pt x="140462" y="127203"/>
                  </a:lnTo>
                  <a:lnTo>
                    <a:pt x="139280" y="122491"/>
                  </a:lnTo>
                  <a:lnTo>
                    <a:pt x="124523" y="115417"/>
                  </a:lnTo>
                  <a:lnTo>
                    <a:pt x="124523" y="98933"/>
                  </a:lnTo>
                  <a:lnTo>
                    <a:pt x="139280" y="91859"/>
                  </a:lnTo>
                  <a:lnTo>
                    <a:pt x="140462" y="87147"/>
                  </a:lnTo>
                  <a:lnTo>
                    <a:pt x="142227" y="83032"/>
                  </a:lnTo>
                  <a:lnTo>
                    <a:pt x="144589" y="78905"/>
                  </a:lnTo>
                  <a:lnTo>
                    <a:pt x="139877" y="63601"/>
                  </a:lnTo>
                  <a:lnTo>
                    <a:pt x="151676" y="51816"/>
                  </a:lnTo>
                  <a:lnTo>
                    <a:pt x="167017" y="57124"/>
                  </a:lnTo>
                  <a:lnTo>
                    <a:pt x="171145" y="54762"/>
                  </a:lnTo>
                  <a:lnTo>
                    <a:pt x="175285" y="52997"/>
                  </a:lnTo>
                  <a:lnTo>
                    <a:pt x="180009" y="51816"/>
                  </a:lnTo>
                  <a:lnTo>
                    <a:pt x="187083" y="37096"/>
                  </a:lnTo>
                  <a:lnTo>
                    <a:pt x="203606" y="37096"/>
                  </a:lnTo>
                  <a:lnTo>
                    <a:pt x="210693" y="51231"/>
                  </a:lnTo>
                  <a:lnTo>
                    <a:pt x="215417" y="52412"/>
                  </a:lnTo>
                  <a:lnTo>
                    <a:pt x="219544" y="54178"/>
                  </a:lnTo>
                  <a:lnTo>
                    <a:pt x="223672" y="56527"/>
                  </a:lnTo>
                  <a:lnTo>
                    <a:pt x="239014" y="51231"/>
                  </a:lnTo>
                  <a:lnTo>
                    <a:pt x="250825" y="63004"/>
                  </a:lnTo>
                  <a:lnTo>
                    <a:pt x="245516" y="78320"/>
                  </a:lnTo>
                  <a:lnTo>
                    <a:pt x="247865" y="82435"/>
                  </a:lnTo>
                  <a:lnTo>
                    <a:pt x="249643" y="86563"/>
                  </a:lnTo>
                  <a:lnTo>
                    <a:pt x="250825" y="91274"/>
                  </a:lnTo>
                  <a:lnTo>
                    <a:pt x="265582" y="98348"/>
                  </a:lnTo>
                  <a:lnTo>
                    <a:pt x="265582" y="23749"/>
                  </a:lnTo>
                  <a:lnTo>
                    <a:pt x="223862" y="6172"/>
                  </a:lnTo>
                  <a:lnTo>
                    <a:pt x="177342" y="0"/>
                  </a:lnTo>
                  <a:lnTo>
                    <a:pt x="130835" y="6172"/>
                  </a:lnTo>
                  <a:lnTo>
                    <a:pt x="86753" y="24726"/>
                  </a:lnTo>
                  <a:lnTo>
                    <a:pt x="49212" y="54381"/>
                  </a:lnTo>
                  <a:lnTo>
                    <a:pt x="21475" y="92303"/>
                  </a:lnTo>
                  <a:lnTo>
                    <a:pt x="4737" y="136029"/>
                  </a:lnTo>
                  <a:lnTo>
                    <a:pt x="114" y="182562"/>
                  </a:lnTo>
                  <a:lnTo>
                    <a:pt x="0" y="183730"/>
                  </a:lnTo>
                  <a:lnTo>
                    <a:pt x="4660" y="224802"/>
                  </a:lnTo>
                  <a:lnTo>
                    <a:pt x="18224" y="263169"/>
                  </a:lnTo>
                  <a:lnTo>
                    <a:pt x="40093" y="297446"/>
                  </a:lnTo>
                  <a:lnTo>
                    <a:pt x="69646" y="326250"/>
                  </a:lnTo>
                  <a:lnTo>
                    <a:pt x="69646" y="475246"/>
                  </a:lnTo>
                  <a:lnTo>
                    <a:pt x="256133" y="475246"/>
                  </a:lnTo>
                  <a:lnTo>
                    <a:pt x="256133" y="404571"/>
                  </a:lnTo>
                  <a:lnTo>
                    <a:pt x="285051" y="404571"/>
                  </a:lnTo>
                  <a:lnTo>
                    <a:pt x="324053" y="392645"/>
                  </a:lnTo>
                  <a:lnTo>
                    <a:pt x="349529" y="360921"/>
                  </a:lnTo>
                  <a:lnTo>
                    <a:pt x="354685" y="333908"/>
                  </a:lnTo>
                  <a:lnTo>
                    <a:pt x="354685" y="298577"/>
                  </a:lnTo>
                  <a:lnTo>
                    <a:pt x="380657" y="298577"/>
                  </a:lnTo>
                  <a:lnTo>
                    <a:pt x="385279" y="296811"/>
                  </a:lnTo>
                  <a:lnTo>
                    <a:pt x="391426" y="294449"/>
                  </a:lnTo>
                  <a:lnTo>
                    <a:pt x="399097" y="285470"/>
                  </a:lnTo>
                  <a:lnTo>
                    <a:pt x="399567" y="282676"/>
                  </a:lnTo>
                  <a:lnTo>
                    <a:pt x="401243" y="2727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82183" y="291084"/>
              <a:ext cx="998219" cy="998219"/>
            </a:xfrm>
            <a:custGeom>
              <a:avLst/>
              <a:gdLst/>
              <a:ahLst/>
              <a:cxnLst/>
              <a:rect l="l" t="t" r="r" b="b"/>
              <a:pathLst>
                <a:path w="998220" h="998219">
                  <a:moveTo>
                    <a:pt x="499110" y="0"/>
                  </a:moveTo>
                  <a:lnTo>
                    <a:pt x="451051" y="2285"/>
                  </a:lnTo>
                  <a:lnTo>
                    <a:pt x="404284" y="9001"/>
                  </a:lnTo>
                  <a:lnTo>
                    <a:pt x="359016" y="19940"/>
                  </a:lnTo>
                  <a:lnTo>
                    <a:pt x="315457" y="34891"/>
                  </a:lnTo>
                  <a:lnTo>
                    <a:pt x="273817" y="53644"/>
                  </a:lnTo>
                  <a:lnTo>
                    <a:pt x="234305" y="75992"/>
                  </a:lnTo>
                  <a:lnTo>
                    <a:pt x="197130" y="101723"/>
                  </a:lnTo>
                  <a:lnTo>
                    <a:pt x="162502" y="130630"/>
                  </a:lnTo>
                  <a:lnTo>
                    <a:pt x="130630" y="162502"/>
                  </a:lnTo>
                  <a:lnTo>
                    <a:pt x="101723" y="197130"/>
                  </a:lnTo>
                  <a:lnTo>
                    <a:pt x="75992" y="234305"/>
                  </a:lnTo>
                  <a:lnTo>
                    <a:pt x="53644" y="273817"/>
                  </a:lnTo>
                  <a:lnTo>
                    <a:pt x="34891" y="315457"/>
                  </a:lnTo>
                  <a:lnTo>
                    <a:pt x="19940" y="359016"/>
                  </a:lnTo>
                  <a:lnTo>
                    <a:pt x="9001" y="404284"/>
                  </a:lnTo>
                  <a:lnTo>
                    <a:pt x="2285" y="451051"/>
                  </a:lnTo>
                  <a:lnTo>
                    <a:pt x="0" y="499110"/>
                  </a:lnTo>
                  <a:lnTo>
                    <a:pt x="2285" y="547168"/>
                  </a:lnTo>
                  <a:lnTo>
                    <a:pt x="9001" y="593935"/>
                  </a:lnTo>
                  <a:lnTo>
                    <a:pt x="19940" y="639203"/>
                  </a:lnTo>
                  <a:lnTo>
                    <a:pt x="34891" y="682762"/>
                  </a:lnTo>
                  <a:lnTo>
                    <a:pt x="53644" y="724402"/>
                  </a:lnTo>
                  <a:lnTo>
                    <a:pt x="75992" y="763914"/>
                  </a:lnTo>
                  <a:lnTo>
                    <a:pt x="101723" y="801089"/>
                  </a:lnTo>
                  <a:lnTo>
                    <a:pt x="130630" y="835717"/>
                  </a:lnTo>
                  <a:lnTo>
                    <a:pt x="162502" y="867589"/>
                  </a:lnTo>
                  <a:lnTo>
                    <a:pt x="197130" y="896496"/>
                  </a:lnTo>
                  <a:lnTo>
                    <a:pt x="234305" y="922227"/>
                  </a:lnTo>
                  <a:lnTo>
                    <a:pt x="273817" y="944575"/>
                  </a:lnTo>
                  <a:lnTo>
                    <a:pt x="315457" y="963328"/>
                  </a:lnTo>
                  <a:lnTo>
                    <a:pt x="359016" y="978279"/>
                  </a:lnTo>
                  <a:lnTo>
                    <a:pt x="404284" y="989218"/>
                  </a:lnTo>
                  <a:lnTo>
                    <a:pt x="451051" y="995934"/>
                  </a:lnTo>
                  <a:lnTo>
                    <a:pt x="499110" y="998220"/>
                  </a:lnTo>
                  <a:lnTo>
                    <a:pt x="547168" y="995934"/>
                  </a:lnTo>
                  <a:lnTo>
                    <a:pt x="593935" y="989218"/>
                  </a:lnTo>
                  <a:lnTo>
                    <a:pt x="639203" y="978279"/>
                  </a:lnTo>
                  <a:lnTo>
                    <a:pt x="682762" y="963328"/>
                  </a:lnTo>
                  <a:lnTo>
                    <a:pt x="724402" y="944575"/>
                  </a:lnTo>
                  <a:lnTo>
                    <a:pt x="763914" y="922227"/>
                  </a:lnTo>
                  <a:lnTo>
                    <a:pt x="801089" y="896496"/>
                  </a:lnTo>
                  <a:lnTo>
                    <a:pt x="835717" y="867589"/>
                  </a:lnTo>
                  <a:lnTo>
                    <a:pt x="867589" y="835717"/>
                  </a:lnTo>
                  <a:lnTo>
                    <a:pt x="896496" y="801089"/>
                  </a:lnTo>
                  <a:lnTo>
                    <a:pt x="922227" y="763914"/>
                  </a:lnTo>
                  <a:lnTo>
                    <a:pt x="944575" y="724402"/>
                  </a:lnTo>
                  <a:lnTo>
                    <a:pt x="963328" y="682762"/>
                  </a:lnTo>
                  <a:lnTo>
                    <a:pt x="978279" y="639203"/>
                  </a:lnTo>
                  <a:lnTo>
                    <a:pt x="989218" y="593935"/>
                  </a:lnTo>
                  <a:lnTo>
                    <a:pt x="995934" y="547168"/>
                  </a:lnTo>
                  <a:lnTo>
                    <a:pt x="998219" y="499110"/>
                  </a:lnTo>
                  <a:lnTo>
                    <a:pt x="995934" y="451051"/>
                  </a:lnTo>
                  <a:lnTo>
                    <a:pt x="989218" y="404284"/>
                  </a:lnTo>
                  <a:lnTo>
                    <a:pt x="978279" y="359016"/>
                  </a:lnTo>
                  <a:lnTo>
                    <a:pt x="963328" y="315457"/>
                  </a:lnTo>
                  <a:lnTo>
                    <a:pt x="944575" y="273817"/>
                  </a:lnTo>
                  <a:lnTo>
                    <a:pt x="922227" y="234305"/>
                  </a:lnTo>
                  <a:lnTo>
                    <a:pt x="896496" y="197130"/>
                  </a:lnTo>
                  <a:lnTo>
                    <a:pt x="867589" y="162502"/>
                  </a:lnTo>
                  <a:lnTo>
                    <a:pt x="835717" y="130630"/>
                  </a:lnTo>
                  <a:lnTo>
                    <a:pt x="801089" y="101723"/>
                  </a:lnTo>
                  <a:lnTo>
                    <a:pt x="763914" y="75992"/>
                  </a:lnTo>
                  <a:lnTo>
                    <a:pt x="724402" y="53644"/>
                  </a:lnTo>
                  <a:lnTo>
                    <a:pt x="682762" y="34891"/>
                  </a:lnTo>
                  <a:lnTo>
                    <a:pt x="639203" y="19940"/>
                  </a:lnTo>
                  <a:lnTo>
                    <a:pt x="593935" y="9001"/>
                  </a:lnTo>
                  <a:lnTo>
                    <a:pt x="547168" y="2285"/>
                  </a:lnTo>
                  <a:lnTo>
                    <a:pt x="499110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82107" y="573417"/>
              <a:ext cx="400685" cy="436245"/>
            </a:xfrm>
            <a:custGeom>
              <a:avLst/>
              <a:gdLst/>
              <a:ahLst/>
              <a:cxnLst/>
              <a:rect l="l" t="t" r="r" b="b"/>
              <a:pathLst>
                <a:path w="400685" h="436244">
                  <a:moveTo>
                    <a:pt x="341388" y="58889"/>
                  </a:moveTo>
                  <a:lnTo>
                    <a:pt x="317842" y="58889"/>
                  </a:lnTo>
                  <a:lnTo>
                    <a:pt x="317842" y="146634"/>
                  </a:lnTo>
                  <a:lnTo>
                    <a:pt x="317842" y="253809"/>
                  </a:lnTo>
                  <a:lnTo>
                    <a:pt x="312547" y="259118"/>
                  </a:lnTo>
                  <a:lnTo>
                    <a:pt x="299593" y="259118"/>
                  </a:lnTo>
                  <a:lnTo>
                    <a:pt x="294297" y="253809"/>
                  </a:lnTo>
                  <a:lnTo>
                    <a:pt x="294297" y="146634"/>
                  </a:lnTo>
                  <a:lnTo>
                    <a:pt x="299593" y="141338"/>
                  </a:lnTo>
                  <a:lnTo>
                    <a:pt x="312547" y="141338"/>
                  </a:lnTo>
                  <a:lnTo>
                    <a:pt x="317842" y="146634"/>
                  </a:lnTo>
                  <a:lnTo>
                    <a:pt x="317842" y="58889"/>
                  </a:lnTo>
                  <a:lnTo>
                    <a:pt x="200126" y="58889"/>
                  </a:lnTo>
                  <a:lnTo>
                    <a:pt x="200126" y="200228"/>
                  </a:lnTo>
                  <a:lnTo>
                    <a:pt x="195478" y="223088"/>
                  </a:lnTo>
                  <a:lnTo>
                    <a:pt x="182829" y="241820"/>
                  </a:lnTo>
                  <a:lnTo>
                    <a:pt x="164122" y="254469"/>
                  </a:lnTo>
                  <a:lnTo>
                    <a:pt x="141262" y="259118"/>
                  </a:lnTo>
                  <a:lnTo>
                    <a:pt x="118414" y="254469"/>
                  </a:lnTo>
                  <a:lnTo>
                    <a:pt x="99695" y="241820"/>
                  </a:lnTo>
                  <a:lnTo>
                    <a:pt x="87045" y="223088"/>
                  </a:lnTo>
                  <a:lnTo>
                    <a:pt x="82410" y="200228"/>
                  </a:lnTo>
                  <a:lnTo>
                    <a:pt x="87045" y="177355"/>
                  </a:lnTo>
                  <a:lnTo>
                    <a:pt x="99695" y="158635"/>
                  </a:lnTo>
                  <a:lnTo>
                    <a:pt x="118414" y="145986"/>
                  </a:lnTo>
                  <a:lnTo>
                    <a:pt x="141262" y="141338"/>
                  </a:lnTo>
                  <a:lnTo>
                    <a:pt x="164122" y="145986"/>
                  </a:lnTo>
                  <a:lnTo>
                    <a:pt x="182829" y="158635"/>
                  </a:lnTo>
                  <a:lnTo>
                    <a:pt x="195478" y="177355"/>
                  </a:lnTo>
                  <a:lnTo>
                    <a:pt x="200126" y="200228"/>
                  </a:lnTo>
                  <a:lnTo>
                    <a:pt x="200126" y="58889"/>
                  </a:lnTo>
                  <a:lnTo>
                    <a:pt x="58864" y="58889"/>
                  </a:lnTo>
                  <a:lnTo>
                    <a:pt x="58864" y="341566"/>
                  </a:lnTo>
                  <a:lnTo>
                    <a:pt x="341388" y="341566"/>
                  </a:lnTo>
                  <a:lnTo>
                    <a:pt x="341388" y="259118"/>
                  </a:lnTo>
                  <a:lnTo>
                    <a:pt x="341388" y="141338"/>
                  </a:lnTo>
                  <a:lnTo>
                    <a:pt x="341388" y="58889"/>
                  </a:lnTo>
                  <a:close/>
                </a:path>
                <a:path w="400685" h="436244">
                  <a:moveTo>
                    <a:pt x="400240" y="23545"/>
                  </a:moveTo>
                  <a:lnTo>
                    <a:pt x="398386" y="14401"/>
                  </a:lnTo>
                  <a:lnTo>
                    <a:pt x="393331" y="6908"/>
                  </a:lnTo>
                  <a:lnTo>
                    <a:pt x="385838" y="1854"/>
                  </a:lnTo>
                  <a:lnTo>
                    <a:pt x="376694" y="0"/>
                  </a:lnTo>
                  <a:lnTo>
                    <a:pt x="364921" y="0"/>
                  </a:lnTo>
                  <a:lnTo>
                    <a:pt x="364921" y="35331"/>
                  </a:lnTo>
                  <a:lnTo>
                    <a:pt x="364921" y="365125"/>
                  </a:lnTo>
                  <a:lnTo>
                    <a:pt x="35318" y="365125"/>
                  </a:lnTo>
                  <a:lnTo>
                    <a:pt x="35318" y="35331"/>
                  </a:lnTo>
                  <a:lnTo>
                    <a:pt x="364921" y="35331"/>
                  </a:lnTo>
                  <a:lnTo>
                    <a:pt x="364921" y="0"/>
                  </a:lnTo>
                  <a:lnTo>
                    <a:pt x="23545" y="0"/>
                  </a:lnTo>
                  <a:lnTo>
                    <a:pt x="14401" y="1854"/>
                  </a:lnTo>
                  <a:lnTo>
                    <a:pt x="6921" y="6908"/>
                  </a:lnTo>
                  <a:lnTo>
                    <a:pt x="1854" y="14401"/>
                  </a:lnTo>
                  <a:lnTo>
                    <a:pt x="0" y="23545"/>
                  </a:lnTo>
                  <a:lnTo>
                    <a:pt x="0" y="376897"/>
                  </a:lnTo>
                  <a:lnTo>
                    <a:pt x="1854" y="386041"/>
                  </a:lnTo>
                  <a:lnTo>
                    <a:pt x="6921" y="393534"/>
                  </a:lnTo>
                  <a:lnTo>
                    <a:pt x="14401" y="398602"/>
                  </a:lnTo>
                  <a:lnTo>
                    <a:pt x="23545" y="400456"/>
                  </a:lnTo>
                  <a:lnTo>
                    <a:pt x="35318" y="400456"/>
                  </a:lnTo>
                  <a:lnTo>
                    <a:pt x="35318" y="435787"/>
                  </a:lnTo>
                  <a:lnTo>
                    <a:pt x="82410" y="435787"/>
                  </a:lnTo>
                  <a:lnTo>
                    <a:pt x="82410" y="400456"/>
                  </a:lnTo>
                  <a:lnTo>
                    <a:pt x="317842" y="400456"/>
                  </a:lnTo>
                  <a:lnTo>
                    <a:pt x="317842" y="435787"/>
                  </a:lnTo>
                  <a:lnTo>
                    <a:pt x="364921" y="435787"/>
                  </a:lnTo>
                  <a:lnTo>
                    <a:pt x="364921" y="400456"/>
                  </a:lnTo>
                  <a:lnTo>
                    <a:pt x="376694" y="400456"/>
                  </a:lnTo>
                  <a:lnTo>
                    <a:pt x="385838" y="398602"/>
                  </a:lnTo>
                  <a:lnTo>
                    <a:pt x="393331" y="393534"/>
                  </a:lnTo>
                  <a:lnTo>
                    <a:pt x="398386" y="386041"/>
                  </a:lnTo>
                  <a:lnTo>
                    <a:pt x="400240" y="376897"/>
                  </a:lnTo>
                  <a:lnTo>
                    <a:pt x="400240" y="365125"/>
                  </a:lnTo>
                  <a:lnTo>
                    <a:pt x="400240" y="35331"/>
                  </a:lnTo>
                  <a:lnTo>
                    <a:pt x="400240" y="235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76289" y="726523"/>
              <a:ext cx="94174" cy="942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03947" y="291084"/>
              <a:ext cx="996950" cy="998219"/>
            </a:xfrm>
            <a:custGeom>
              <a:avLst/>
              <a:gdLst/>
              <a:ahLst/>
              <a:cxnLst/>
              <a:rect l="l" t="t" r="r" b="b"/>
              <a:pathLst>
                <a:path w="996950" h="998219">
                  <a:moveTo>
                    <a:pt x="498348" y="0"/>
                  </a:moveTo>
                  <a:lnTo>
                    <a:pt x="450357" y="2285"/>
                  </a:lnTo>
                  <a:lnTo>
                    <a:pt x="403656" y="9001"/>
                  </a:lnTo>
                  <a:lnTo>
                    <a:pt x="358453" y="19940"/>
                  </a:lnTo>
                  <a:lnTo>
                    <a:pt x="314959" y="34891"/>
                  </a:lnTo>
                  <a:lnTo>
                    <a:pt x="273381" y="53644"/>
                  </a:lnTo>
                  <a:lnTo>
                    <a:pt x="233929" y="75992"/>
                  </a:lnTo>
                  <a:lnTo>
                    <a:pt x="196812" y="101723"/>
                  </a:lnTo>
                  <a:lnTo>
                    <a:pt x="162238" y="130630"/>
                  </a:lnTo>
                  <a:lnTo>
                    <a:pt x="130416" y="162502"/>
                  </a:lnTo>
                  <a:lnTo>
                    <a:pt x="101556" y="197130"/>
                  </a:lnTo>
                  <a:lnTo>
                    <a:pt x="75866" y="234305"/>
                  </a:lnTo>
                  <a:lnTo>
                    <a:pt x="53555" y="273817"/>
                  </a:lnTo>
                  <a:lnTo>
                    <a:pt x="34832" y="315457"/>
                  </a:lnTo>
                  <a:lnTo>
                    <a:pt x="19906" y="359016"/>
                  </a:lnTo>
                  <a:lnTo>
                    <a:pt x="8986" y="404284"/>
                  </a:lnTo>
                  <a:lnTo>
                    <a:pt x="2281" y="451051"/>
                  </a:lnTo>
                  <a:lnTo>
                    <a:pt x="0" y="499110"/>
                  </a:lnTo>
                  <a:lnTo>
                    <a:pt x="2281" y="547168"/>
                  </a:lnTo>
                  <a:lnTo>
                    <a:pt x="8986" y="593935"/>
                  </a:lnTo>
                  <a:lnTo>
                    <a:pt x="19906" y="639203"/>
                  </a:lnTo>
                  <a:lnTo>
                    <a:pt x="34832" y="682762"/>
                  </a:lnTo>
                  <a:lnTo>
                    <a:pt x="53555" y="724402"/>
                  </a:lnTo>
                  <a:lnTo>
                    <a:pt x="75866" y="763914"/>
                  </a:lnTo>
                  <a:lnTo>
                    <a:pt x="101556" y="801089"/>
                  </a:lnTo>
                  <a:lnTo>
                    <a:pt x="130416" y="835717"/>
                  </a:lnTo>
                  <a:lnTo>
                    <a:pt x="162238" y="867589"/>
                  </a:lnTo>
                  <a:lnTo>
                    <a:pt x="196812" y="896496"/>
                  </a:lnTo>
                  <a:lnTo>
                    <a:pt x="233929" y="922227"/>
                  </a:lnTo>
                  <a:lnTo>
                    <a:pt x="273381" y="944575"/>
                  </a:lnTo>
                  <a:lnTo>
                    <a:pt x="314959" y="963328"/>
                  </a:lnTo>
                  <a:lnTo>
                    <a:pt x="358453" y="978279"/>
                  </a:lnTo>
                  <a:lnTo>
                    <a:pt x="403656" y="989218"/>
                  </a:lnTo>
                  <a:lnTo>
                    <a:pt x="450357" y="995934"/>
                  </a:lnTo>
                  <a:lnTo>
                    <a:pt x="498348" y="998220"/>
                  </a:lnTo>
                  <a:lnTo>
                    <a:pt x="546338" y="995934"/>
                  </a:lnTo>
                  <a:lnTo>
                    <a:pt x="593039" y="989218"/>
                  </a:lnTo>
                  <a:lnTo>
                    <a:pt x="638242" y="978279"/>
                  </a:lnTo>
                  <a:lnTo>
                    <a:pt x="681736" y="963328"/>
                  </a:lnTo>
                  <a:lnTo>
                    <a:pt x="723314" y="944575"/>
                  </a:lnTo>
                  <a:lnTo>
                    <a:pt x="762766" y="922227"/>
                  </a:lnTo>
                  <a:lnTo>
                    <a:pt x="799883" y="896496"/>
                  </a:lnTo>
                  <a:lnTo>
                    <a:pt x="834457" y="867589"/>
                  </a:lnTo>
                  <a:lnTo>
                    <a:pt x="866279" y="835717"/>
                  </a:lnTo>
                  <a:lnTo>
                    <a:pt x="895139" y="801089"/>
                  </a:lnTo>
                  <a:lnTo>
                    <a:pt x="920829" y="763914"/>
                  </a:lnTo>
                  <a:lnTo>
                    <a:pt x="943140" y="724402"/>
                  </a:lnTo>
                  <a:lnTo>
                    <a:pt x="961863" y="682762"/>
                  </a:lnTo>
                  <a:lnTo>
                    <a:pt x="976789" y="639203"/>
                  </a:lnTo>
                  <a:lnTo>
                    <a:pt x="987709" y="593935"/>
                  </a:lnTo>
                  <a:lnTo>
                    <a:pt x="994414" y="547168"/>
                  </a:lnTo>
                  <a:lnTo>
                    <a:pt x="996696" y="499110"/>
                  </a:lnTo>
                  <a:lnTo>
                    <a:pt x="994414" y="451051"/>
                  </a:lnTo>
                  <a:lnTo>
                    <a:pt x="987709" y="404284"/>
                  </a:lnTo>
                  <a:lnTo>
                    <a:pt x="976789" y="359016"/>
                  </a:lnTo>
                  <a:lnTo>
                    <a:pt x="961863" y="315457"/>
                  </a:lnTo>
                  <a:lnTo>
                    <a:pt x="943140" y="273817"/>
                  </a:lnTo>
                  <a:lnTo>
                    <a:pt x="920829" y="234305"/>
                  </a:lnTo>
                  <a:lnTo>
                    <a:pt x="895139" y="197130"/>
                  </a:lnTo>
                  <a:lnTo>
                    <a:pt x="866279" y="162502"/>
                  </a:lnTo>
                  <a:lnTo>
                    <a:pt x="834457" y="130630"/>
                  </a:lnTo>
                  <a:lnTo>
                    <a:pt x="799883" y="101723"/>
                  </a:lnTo>
                  <a:lnTo>
                    <a:pt x="762766" y="75992"/>
                  </a:lnTo>
                  <a:lnTo>
                    <a:pt x="723314" y="53644"/>
                  </a:lnTo>
                  <a:lnTo>
                    <a:pt x="681736" y="34891"/>
                  </a:lnTo>
                  <a:lnTo>
                    <a:pt x="638242" y="19940"/>
                  </a:lnTo>
                  <a:lnTo>
                    <a:pt x="593039" y="9001"/>
                  </a:lnTo>
                  <a:lnTo>
                    <a:pt x="546338" y="2285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490778" y="573417"/>
              <a:ext cx="425450" cy="436245"/>
            </a:xfrm>
            <a:custGeom>
              <a:avLst/>
              <a:gdLst/>
              <a:ahLst/>
              <a:cxnLst/>
              <a:rect l="l" t="t" r="r" b="b"/>
              <a:pathLst>
                <a:path w="425450" h="436244">
                  <a:moveTo>
                    <a:pt x="171145" y="400456"/>
                  </a:moveTo>
                  <a:lnTo>
                    <a:pt x="0" y="400456"/>
                  </a:lnTo>
                  <a:lnTo>
                    <a:pt x="0" y="435787"/>
                  </a:lnTo>
                  <a:lnTo>
                    <a:pt x="171145" y="435787"/>
                  </a:lnTo>
                  <a:lnTo>
                    <a:pt x="171145" y="400456"/>
                  </a:lnTo>
                  <a:close/>
                </a:path>
                <a:path w="425450" h="436244">
                  <a:moveTo>
                    <a:pt x="230162" y="400456"/>
                  </a:moveTo>
                  <a:lnTo>
                    <a:pt x="194754" y="400456"/>
                  </a:lnTo>
                  <a:lnTo>
                    <a:pt x="194754" y="435787"/>
                  </a:lnTo>
                  <a:lnTo>
                    <a:pt x="230162" y="435787"/>
                  </a:lnTo>
                  <a:lnTo>
                    <a:pt x="230162" y="400456"/>
                  </a:lnTo>
                  <a:close/>
                </a:path>
                <a:path w="425450" h="436244">
                  <a:moveTo>
                    <a:pt x="401307" y="256641"/>
                  </a:moveTo>
                  <a:lnTo>
                    <a:pt x="399643" y="248437"/>
                  </a:lnTo>
                  <a:lnTo>
                    <a:pt x="395122" y="241731"/>
                  </a:lnTo>
                  <a:lnTo>
                    <a:pt x="388404" y="237210"/>
                  </a:lnTo>
                  <a:lnTo>
                    <a:pt x="380187" y="235559"/>
                  </a:lnTo>
                  <a:lnTo>
                    <a:pt x="212458" y="235559"/>
                  </a:lnTo>
                  <a:lnTo>
                    <a:pt x="212458" y="276174"/>
                  </a:lnTo>
                  <a:lnTo>
                    <a:pt x="212458" y="289179"/>
                  </a:lnTo>
                  <a:lnTo>
                    <a:pt x="207175" y="294449"/>
                  </a:lnTo>
                  <a:lnTo>
                    <a:pt x="194132" y="294449"/>
                  </a:lnTo>
                  <a:lnTo>
                    <a:pt x="188849" y="289179"/>
                  </a:lnTo>
                  <a:lnTo>
                    <a:pt x="188849" y="276174"/>
                  </a:lnTo>
                  <a:lnTo>
                    <a:pt x="194132" y="270891"/>
                  </a:lnTo>
                  <a:lnTo>
                    <a:pt x="207175" y="270891"/>
                  </a:lnTo>
                  <a:lnTo>
                    <a:pt x="212458" y="276174"/>
                  </a:lnTo>
                  <a:lnTo>
                    <a:pt x="212458" y="235559"/>
                  </a:lnTo>
                  <a:lnTo>
                    <a:pt x="153441" y="235559"/>
                  </a:lnTo>
                  <a:lnTo>
                    <a:pt x="153441" y="276174"/>
                  </a:lnTo>
                  <a:lnTo>
                    <a:pt x="153441" y="289179"/>
                  </a:lnTo>
                  <a:lnTo>
                    <a:pt x="148158" y="294449"/>
                  </a:lnTo>
                  <a:lnTo>
                    <a:pt x="135115" y="294449"/>
                  </a:lnTo>
                  <a:lnTo>
                    <a:pt x="129832" y="289179"/>
                  </a:lnTo>
                  <a:lnTo>
                    <a:pt x="129832" y="276174"/>
                  </a:lnTo>
                  <a:lnTo>
                    <a:pt x="135115" y="270891"/>
                  </a:lnTo>
                  <a:lnTo>
                    <a:pt x="148158" y="270891"/>
                  </a:lnTo>
                  <a:lnTo>
                    <a:pt x="153441" y="276174"/>
                  </a:lnTo>
                  <a:lnTo>
                    <a:pt x="153441" y="235559"/>
                  </a:lnTo>
                  <a:lnTo>
                    <a:pt x="94424" y="235559"/>
                  </a:lnTo>
                  <a:lnTo>
                    <a:pt x="94424" y="276174"/>
                  </a:lnTo>
                  <a:lnTo>
                    <a:pt x="94424" y="289179"/>
                  </a:lnTo>
                  <a:lnTo>
                    <a:pt x="89141" y="294449"/>
                  </a:lnTo>
                  <a:lnTo>
                    <a:pt x="76098" y="294449"/>
                  </a:lnTo>
                  <a:lnTo>
                    <a:pt x="70815" y="289179"/>
                  </a:lnTo>
                  <a:lnTo>
                    <a:pt x="70815" y="276174"/>
                  </a:lnTo>
                  <a:lnTo>
                    <a:pt x="76098" y="270891"/>
                  </a:lnTo>
                  <a:lnTo>
                    <a:pt x="89141" y="270891"/>
                  </a:lnTo>
                  <a:lnTo>
                    <a:pt x="94424" y="276174"/>
                  </a:lnTo>
                  <a:lnTo>
                    <a:pt x="94424" y="235559"/>
                  </a:lnTo>
                  <a:lnTo>
                    <a:pt x="44729" y="235559"/>
                  </a:lnTo>
                  <a:lnTo>
                    <a:pt x="36512" y="237210"/>
                  </a:lnTo>
                  <a:lnTo>
                    <a:pt x="29794" y="241731"/>
                  </a:lnTo>
                  <a:lnTo>
                    <a:pt x="25260" y="248437"/>
                  </a:lnTo>
                  <a:lnTo>
                    <a:pt x="23609" y="256641"/>
                  </a:lnTo>
                  <a:lnTo>
                    <a:pt x="23609" y="308698"/>
                  </a:lnTo>
                  <a:lnTo>
                    <a:pt x="25260" y="316903"/>
                  </a:lnTo>
                  <a:lnTo>
                    <a:pt x="29794" y="323608"/>
                  </a:lnTo>
                  <a:lnTo>
                    <a:pt x="36512" y="328129"/>
                  </a:lnTo>
                  <a:lnTo>
                    <a:pt x="44729" y="329780"/>
                  </a:lnTo>
                  <a:lnTo>
                    <a:pt x="194754" y="329780"/>
                  </a:lnTo>
                  <a:lnTo>
                    <a:pt x="194754" y="376897"/>
                  </a:lnTo>
                  <a:lnTo>
                    <a:pt x="230162" y="376897"/>
                  </a:lnTo>
                  <a:lnTo>
                    <a:pt x="230162" y="329780"/>
                  </a:lnTo>
                  <a:lnTo>
                    <a:pt x="380187" y="329780"/>
                  </a:lnTo>
                  <a:lnTo>
                    <a:pt x="388404" y="328129"/>
                  </a:lnTo>
                  <a:lnTo>
                    <a:pt x="395122" y="323608"/>
                  </a:lnTo>
                  <a:lnTo>
                    <a:pt x="399643" y="316903"/>
                  </a:lnTo>
                  <a:lnTo>
                    <a:pt x="401307" y="308698"/>
                  </a:lnTo>
                  <a:lnTo>
                    <a:pt x="401307" y="294449"/>
                  </a:lnTo>
                  <a:lnTo>
                    <a:pt x="401307" y="270891"/>
                  </a:lnTo>
                  <a:lnTo>
                    <a:pt x="401307" y="256641"/>
                  </a:lnTo>
                  <a:close/>
                </a:path>
                <a:path w="425450" h="436244">
                  <a:moveTo>
                    <a:pt x="401307" y="138861"/>
                  </a:moveTo>
                  <a:lnTo>
                    <a:pt x="399643" y="130657"/>
                  </a:lnTo>
                  <a:lnTo>
                    <a:pt x="395122" y="123952"/>
                  </a:lnTo>
                  <a:lnTo>
                    <a:pt x="388404" y="119430"/>
                  </a:lnTo>
                  <a:lnTo>
                    <a:pt x="380187" y="117779"/>
                  </a:lnTo>
                  <a:lnTo>
                    <a:pt x="212458" y="117779"/>
                  </a:lnTo>
                  <a:lnTo>
                    <a:pt x="212458" y="158381"/>
                  </a:lnTo>
                  <a:lnTo>
                    <a:pt x="212458" y="171399"/>
                  </a:lnTo>
                  <a:lnTo>
                    <a:pt x="207175" y="176669"/>
                  </a:lnTo>
                  <a:lnTo>
                    <a:pt x="194132" y="176669"/>
                  </a:lnTo>
                  <a:lnTo>
                    <a:pt x="188849" y="171399"/>
                  </a:lnTo>
                  <a:lnTo>
                    <a:pt x="188849" y="158381"/>
                  </a:lnTo>
                  <a:lnTo>
                    <a:pt x="194132" y="153111"/>
                  </a:lnTo>
                  <a:lnTo>
                    <a:pt x="207175" y="153111"/>
                  </a:lnTo>
                  <a:lnTo>
                    <a:pt x="212458" y="158381"/>
                  </a:lnTo>
                  <a:lnTo>
                    <a:pt x="212458" y="117779"/>
                  </a:lnTo>
                  <a:lnTo>
                    <a:pt x="153441" y="117779"/>
                  </a:lnTo>
                  <a:lnTo>
                    <a:pt x="153441" y="158381"/>
                  </a:lnTo>
                  <a:lnTo>
                    <a:pt x="153441" y="171399"/>
                  </a:lnTo>
                  <a:lnTo>
                    <a:pt x="148158" y="176669"/>
                  </a:lnTo>
                  <a:lnTo>
                    <a:pt x="135115" y="176669"/>
                  </a:lnTo>
                  <a:lnTo>
                    <a:pt x="129832" y="171399"/>
                  </a:lnTo>
                  <a:lnTo>
                    <a:pt x="129832" y="158381"/>
                  </a:lnTo>
                  <a:lnTo>
                    <a:pt x="135115" y="153111"/>
                  </a:lnTo>
                  <a:lnTo>
                    <a:pt x="148158" y="153111"/>
                  </a:lnTo>
                  <a:lnTo>
                    <a:pt x="153441" y="158381"/>
                  </a:lnTo>
                  <a:lnTo>
                    <a:pt x="153441" y="117779"/>
                  </a:lnTo>
                  <a:lnTo>
                    <a:pt x="94424" y="117779"/>
                  </a:lnTo>
                  <a:lnTo>
                    <a:pt x="94424" y="158381"/>
                  </a:lnTo>
                  <a:lnTo>
                    <a:pt x="94424" y="171399"/>
                  </a:lnTo>
                  <a:lnTo>
                    <a:pt x="89141" y="176669"/>
                  </a:lnTo>
                  <a:lnTo>
                    <a:pt x="76098" y="176669"/>
                  </a:lnTo>
                  <a:lnTo>
                    <a:pt x="70815" y="171399"/>
                  </a:lnTo>
                  <a:lnTo>
                    <a:pt x="70815" y="158381"/>
                  </a:lnTo>
                  <a:lnTo>
                    <a:pt x="76098" y="153111"/>
                  </a:lnTo>
                  <a:lnTo>
                    <a:pt x="89141" y="153111"/>
                  </a:lnTo>
                  <a:lnTo>
                    <a:pt x="94424" y="158381"/>
                  </a:lnTo>
                  <a:lnTo>
                    <a:pt x="94424" y="117779"/>
                  </a:lnTo>
                  <a:lnTo>
                    <a:pt x="44729" y="117779"/>
                  </a:lnTo>
                  <a:lnTo>
                    <a:pt x="36512" y="119430"/>
                  </a:lnTo>
                  <a:lnTo>
                    <a:pt x="29794" y="123952"/>
                  </a:lnTo>
                  <a:lnTo>
                    <a:pt x="25260" y="130657"/>
                  </a:lnTo>
                  <a:lnTo>
                    <a:pt x="23609" y="138861"/>
                  </a:lnTo>
                  <a:lnTo>
                    <a:pt x="23609" y="190919"/>
                  </a:lnTo>
                  <a:lnTo>
                    <a:pt x="25260" y="199123"/>
                  </a:lnTo>
                  <a:lnTo>
                    <a:pt x="29794" y="205828"/>
                  </a:lnTo>
                  <a:lnTo>
                    <a:pt x="36512" y="210350"/>
                  </a:lnTo>
                  <a:lnTo>
                    <a:pt x="44729" y="212001"/>
                  </a:lnTo>
                  <a:lnTo>
                    <a:pt x="380187" y="212001"/>
                  </a:lnTo>
                  <a:lnTo>
                    <a:pt x="388404" y="210350"/>
                  </a:lnTo>
                  <a:lnTo>
                    <a:pt x="395122" y="205828"/>
                  </a:lnTo>
                  <a:lnTo>
                    <a:pt x="399643" y="199123"/>
                  </a:lnTo>
                  <a:lnTo>
                    <a:pt x="401307" y="190919"/>
                  </a:lnTo>
                  <a:lnTo>
                    <a:pt x="401307" y="176669"/>
                  </a:lnTo>
                  <a:lnTo>
                    <a:pt x="401307" y="153111"/>
                  </a:lnTo>
                  <a:lnTo>
                    <a:pt x="401307" y="138861"/>
                  </a:lnTo>
                  <a:close/>
                </a:path>
                <a:path w="425450" h="436244">
                  <a:moveTo>
                    <a:pt x="401307" y="21082"/>
                  </a:moveTo>
                  <a:lnTo>
                    <a:pt x="399643" y="12865"/>
                  </a:lnTo>
                  <a:lnTo>
                    <a:pt x="395122" y="6159"/>
                  </a:lnTo>
                  <a:lnTo>
                    <a:pt x="388404" y="1651"/>
                  </a:lnTo>
                  <a:lnTo>
                    <a:pt x="380187" y="0"/>
                  </a:lnTo>
                  <a:lnTo>
                    <a:pt x="212458" y="0"/>
                  </a:lnTo>
                  <a:lnTo>
                    <a:pt x="212458" y="40601"/>
                  </a:lnTo>
                  <a:lnTo>
                    <a:pt x="212458" y="53619"/>
                  </a:lnTo>
                  <a:lnTo>
                    <a:pt x="207175" y="58889"/>
                  </a:lnTo>
                  <a:lnTo>
                    <a:pt x="194132" y="58889"/>
                  </a:lnTo>
                  <a:lnTo>
                    <a:pt x="188849" y="53619"/>
                  </a:lnTo>
                  <a:lnTo>
                    <a:pt x="188849" y="40601"/>
                  </a:lnTo>
                  <a:lnTo>
                    <a:pt x="194132" y="35331"/>
                  </a:lnTo>
                  <a:lnTo>
                    <a:pt x="207175" y="35331"/>
                  </a:lnTo>
                  <a:lnTo>
                    <a:pt x="212458" y="40601"/>
                  </a:lnTo>
                  <a:lnTo>
                    <a:pt x="212458" y="0"/>
                  </a:lnTo>
                  <a:lnTo>
                    <a:pt x="153441" y="0"/>
                  </a:lnTo>
                  <a:lnTo>
                    <a:pt x="153441" y="40601"/>
                  </a:lnTo>
                  <a:lnTo>
                    <a:pt x="153441" y="53619"/>
                  </a:lnTo>
                  <a:lnTo>
                    <a:pt x="148158" y="58889"/>
                  </a:lnTo>
                  <a:lnTo>
                    <a:pt x="135115" y="58889"/>
                  </a:lnTo>
                  <a:lnTo>
                    <a:pt x="129832" y="53619"/>
                  </a:lnTo>
                  <a:lnTo>
                    <a:pt x="129832" y="40601"/>
                  </a:lnTo>
                  <a:lnTo>
                    <a:pt x="135115" y="35331"/>
                  </a:lnTo>
                  <a:lnTo>
                    <a:pt x="148158" y="35331"/>
                  </a:lnTo>
                  <a:lnTo>
                    <a:pt x="153441" y="40601"/>
                  </a:lnTo>
                  <a:lnTo>
                    <a:pt x="153441" y="0"/>
                  </a:lnTo>
                  <a:lnTo>
                    <a:pt x="94424" y="0"/>
                  </a:lnTo>
                  <a:lnTo>
                    <a:pt x="94424" y="40601"/>
                  </a:lnTo>
                  <a:lnTo>
                    <a:pt x="94424" y="53619"/>
                  </a:lnTo>
                  <a:lnTo>
                    <a:pt x="89141" y="58889"/>
                  </a:lnTo>
                  <a:lnTo>
                    <a:pt x="76098" y="58889"/>
                  </a:lnTo>
                  <a:lnTo>
                    <a:pt x="70815" y="53619"/>
                  </a:lnTo>
                  <a:lnTo>
                    <a:pt x="70815" y="40601"/>
                  </a:lnTo>
                  <a:lnTo>
                    <a:pt x="76098" y="35331"/>
                  </a:lnTo>
                  <a:lnTo>
                    <a:pt x="89141" y="35331"/>
                  </a:lnTo>
                  <a:lnTo>
                    <a:pt x="94424" y="40601"/>
                  </a:lnTo>
                  <a:lnTo>
                    <a:pt x="94424" y="0"/>
                  </a:lnTo>
                  <a:lnTo>
                    <a:pt x="44729" y="0"/>
                  </a:lnTo>
                  <a:lnTo>
                    <a:pt x="36512" y="1651"/>
                  </a:lnTo>
                  <a:lnTo>
                    <a:pt x="29794" y="6159"/>
                  </a:lnTo>
                  <a:lnTo>
                    <a:pt x="25260" y="12865"/>
                  </a:lnTo>
                  <a:lnTo>
                    <a:pt x="23609" y="21082"/>
                  </a:lnTo>
                  <a:lnTo>
                    <a:pt x="23609" y="73139"/>
                  </a:lnTo>
                  <a:lnTo>
                    <a:pt x="25260" y="81343"/>
                  </a:lnTo>
                  <a:lnTo>
                    <a:pt x="29794" y="88049"/>
                  </a:lnTo>
                  <a:lnTo>
                    <a:pt x="36512" y="92570"/>
                  </a:lnTo>
                  <a:lnTo>
                    <a:pt x="44729" y="94221"/>
                  </a:lnTo>
                  <a:lnTo>
                    <a:pt x="380187" y="94221"/>
                  </a:lnTo>
                  <a:lnTo>
                    <a:pt x="388404" y="92570"/>
                  </a:lnTo>
                  <a:lnTo>
                    <a:pt x="395122" y="88049"/>
                  </a:lnTo>
                  <a:lnTo>
                    <a:pt x="399643" y="81343"/>
                  </a:lnTo>
                  <a:lnTo>
                    <a:pt x="401307" y="73139"/>
                  </a:lnTo>
                  <a:lnTo>
                    <a:pt x="401307" y="58889"/>
                  </a:lnTo>
                  <a:lnTo>
                    <a:pt x="401307" y="35331"/>
                  </a:lnTo>
                  <a:lnTo>
                    <a:pt x="401307" y="21082"/>
                  </a:lnTo>
                  <a:close/>
                </a:path>
                <a:path w="425450" h="436244">
                  <a:moveTo>
                    <a:pt x="424916" y="400456"/>
                  </a:moveTo>
                  <a:lnTo>
                    <a:pt x="253771" y="400456"/>
                  </a:lnTo>
                  <a:lnTo>
                    <a:pt x="253771" y="435787"/>
                  </a:lnTo>
                  <a:lnTo>
                    <a:pt x="424916" y="435787"/>
                  </a:lnTo>
                  <a:lnTo>
                    <a:pt x="424916" y="4004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152648" y="1575053"/>
            <a:ext cx="1414780" cy="64071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216535" marR="5080" indent="-204470">
              <a:lnSpc>
                <a:spcPct val="101499"/>
              </a:lnSpc>
              <a:spcBef>
                <a:spcPts val="65"/>
              </a:spcBef>
            </a:pPr>
            <a:r>
              <a:rPr sz="2000" dirty="0">
                <a:latin typeface="Calibri"/>
                <a:cs typeface="Calibri"/>
              </a:rPr>
              <a:t>USE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OOPS </a:t>
            </a:r>
            <a:r>
              <a:rPr sz="2000" spc="-10" dirty="0">
                <a:latin typeface="Calibri"/>
                <a:cs typeface="Calibri"/>
              </a:rPr>
              <a:t>CONCEPT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64048" y="1575053"/>
            <a:ext cx="1636395" cy="64071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indent="429259">
              <a:lnSpc>
                <a:spcPct val="101499"/>
              </a:lnSpc>
              <a:spcBef>
                <a:spcPts val="65"/>
              </a:spcBef>
            </a:pPr>
            <a:r>
              <a:rPr sz="2000" spc="-10" dirty="0">
                <a:latin typeface="Calibri"/>
                <a:cs typeface="Calibri"/>
              </a:rPr>
              <a:t>HIGHLY </a:t>
            </a:r>
            <a:r>
              <a:rPr sz="2000" dirty="0">
                <a:latin typeface="Calibri"/>
                <a:cs typeface="Calibri"/>
              </a:rPr>
              <a:t>SECURED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65" dirty="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03466" y="1575053"/>
            <a:ext cx="1597660" cy="188150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270" algn="ctr">
              <a:lnSpc>
                <a:spcPct val="101699"/>
              </a:lnSpc>
              <a:spcBef>
                <a:spcPts val="60"/>
              </a:spcBef>
            </a:pPr>
            <a:r>
              <a:rPr sz="2000" spc="-10" dirty="0">
                <a:latin typeface="Calibri"/>
                <a:cs typeface="Calibri"/>
              </a:rPr>
              <a:t>MULTIPLE </a:t>
            </a:r>
            <a:r>
              <a:rPr sz="2000" dirty="0">
                <a:latin typeface="Calibri"/>
                <a:cs typeface="Calibri"/>
              </a:rPr>
              <a:t>USERS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CAN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WHICH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DBMS.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52800" y="291084"/>
            <a:ext cx="7370445" cy="4145279"/>
            <a:chOff x="3352800" y="291084"/>
            <a:chExt cx="7370445" cy="4145279"/>
          </a:xfrm>
        </p:grpSpPr>
        <p:sp>
          <p:nvSpPr>
            <p:cNvPr id="20" name="object 20"/>
            <p:cNvSpPr/>
            <p:nvPr/>
          </p:nvSpPr>
          <p:spPr>
            <a:xfrm>
              <a:off x="9724644" y="291084"/>
              <a:ext cx="998219" cy="998219"/>
            </a:xfrm>
            <a:custGeom>
              <a:avLst/>
              <a:gdLst/>
              <a:ahLst/>
              <a:cxnLst/>
              <a:rect l="l" t="t" r="r" b="b"/>
              <a:pathLst>
                <a:path w="998220" h="998219">
                  <a:moveTo>
                    <a:pt x="499109" y="0"/>
                  </a:moveTo>
                  <a:lnTo>
                    <a:pt x="451051" y="2285"/>
                  </a:lnTo>
                  <a:lnTo>
                    <a:pt x="404284" y="9001"/>
                  </a:lnTo>
                  <a:lnTo>
                    <a:pt x="359016" y="19940"/>
                  </a:lnTo>
                  <a:lnTo>
                    <a:pt x="315457" y="34891"/>
                  </a:lnTo>
                  <a:lnTo>
                    <a:pt x="273817" y="53644"/>
                  </a:lnTo>
                  <a:lnTo>
                    <a:pt x="234305" y="75992"/>
                  </a:lnTo>
                  <a:lnTo>
                    <a:pt x="197130" y="101723"/>
                  </a:lnTo>
                  <a:lnTo>
                    <a:pt x="162502" y="130630"/>
                  </a:lnTo>
                  <a:lnTo>
                    <a:pt x="130630" y="162502"/>
                  </a:lnTo>
                  <a:lnTo>
                    <a:pt x="101723" y="197130"/>
                  </a:lnTo>
                  <a:lnTo>
                    <a:pt x="75992" y="234305"/>
                  </a:lnTo>
                  <a:lnTo>
                    <a:pt x="53644" y="273817"/>
                  </a:lnTo>
                  <a:lnTo>
                    <a:pt x="34891" y="315457"/>
                  </a:lnTo>
                  <a:lnTo>
                    <a:pt x="19940" y="359016"/>
                  </a:lnTo>
                  <a:lnTo>
                    <a:pt x="9001" y="404284"/>
                  </a:lnTo>
                  <a:lnTo>
                    <a:pt x="2285" y="451051"/>
                  </a:lnTo>
                  <a:lnTo>
                    <a:pt x="0" y="499110"/>
                  </a:lnTo>
                  <a:lnTo>
                    <a:pt x="2285" y="547168"/>
                  </a:lnTo>
                  <a:lnTo>
                    <a:pt x="9001" y="593935"/>
                  </a:lnTo>
                  <a:lnTo>
                    <a:pt x="19940" y="639203"/>
                  </a:lnTo>
                  <a:lnTo>
                    <a:pt x="34891" y="682762"/>
                  </a:lnTo>
                  <a:lnTo>
                    <a:pt x="53644" y="724402"/>
                  </a:lnTo>
                  <a:lnTo>
                    <a:pt x="75992" y="763914"/>
                  </a:lnTo>
                  <a:lnTo>
                    <a:pt x="101723" y="801089"/>
                  </a:lnTo>
                  <a:lnTo>
                    <a:pt x="130630" y="835717"/>
                  </a:lnTo>
                  <a:lnTo>
                    <a:pt x="162502" y="867589"/>
                  </a:lnTo>
                  <a:lnTo>
                    <a:pt x="197130" y="896496"/>
                  </a:lnTo>
                  <a:lnTo>
                    <a:pt x="234305" y="922227"/>
                  </a:lnTo>
                  <a:lnTo>
                    <a:pt x="273817" y="944575"/>
                  </a:lnTo>
                  <a:lnTo>
                    <a:pt x="315457" y="963328"/>
                  </a:lnTo>
                  <a:lnTo>
                    <a:pt x="359016" y="978279"/>
                  </a:lnTo>
                  <a:lnTo>
                    <a:pt x="404284" y="989218"/>
                  </a:lnTo>
                  <a:lnTo>
                    <a:pt x="451051" y="995934"/>
                  </a:lnTo>
                  <a:lnTo>
                    <a:pt x="499109" y="998220"/>
                  </a:lnTo>
                  <a:lnTo>
                    <a:pt x="547168" y="995934"/>
                  </a:lnTo>
                  <a:lnTo>
                    <a:pt x="593935" y="989218"/>
                  </a:lnTo>
                  <a:lnTo>
                    <a:pt x="639203" y="978279"/>
                  </a:lnTo>
                  <a:lnTo>
                    <a:pt x="682762" y="963328"/>
                  </a:lnTo>
                  <a:lnTo>
                    <a:pt x="724402" y="944575"/>
                  </a:lnTo>
                  <a:lnTo>
                    <a:pt x="763914" y="922227"/>
                  </a:lnTo>
                  <a:lnTo>
                    <a:pt x="801089" y="896496"/>
                  </a:lnTo>
                  <a:lnTo>
                    <a:pt x="835717" y="867589"/>
                  </a:lnTo>
                  <a:lnTo>
                    <a:pt x="867589" y="835717"/>
                  </a:lnTo>
                  <a:lnTo>
                    <a:pt x="896496" y="801089"/>
                  </a:lnTo>
                  <a:lnTo>
                    <a:pt x="922227" y="763914"/>
                  </a:lnTo>
                  <a:lnTo>
                    <a:pt x="944575" y="724402"/>
                  </a:lnTo>
                  <a:lnTo>
                    <a:pt x="963328" y="682762"/>
                  </a:lnTo>
                  <a:lnTo>
                    <a:pt x="978279" y="639203"/>
                  </a:lnTo>
                  <a:lnTo>
                    <a:pt x="989218" y="593935"/>
                  </a:lnTo>
                  <a:lnTo>
                    <a:pt x="995934" y="547168"/>
                  </a:lnTo>
                  <a:lnTo>
                    <a:pt x="998220" y="499110"/>
                  </a:lnTo>
                  <a:lnTo>
                    <a:pt x="995934" y="451051"/>
                  </a:lnTo>
                  <a:lnTo>
                    <a:pt x="989218" y="404284"/>
                  </a:lnTo>
                  <a:lnTo>
                    <a:pt x="978279" y="359016"/>
                  </a:lnTo>
                  <a:lnTo>
                    <a:pt x="963328" y="315457"/>
                  </a:lnTo>
                  <a:lnTo>
                    <a:pt x="944575" y="273817"/>
                  </a:lnTo>
                  <a:lnTo>
                    <a:pt x="922227" y="234305"/>
                  </a:lnTo>
                  <a:lnTo>
                    <a:pt x="896496" y="197130"/>
                  </a:lnTo>
                  <a:lnTo>
                    <a:pt x="867589" y="162502"/>
                  </a:lnTo>
                  <a:lnTo>
                    <a:pt x="835717" y="130630"/>
                  </a:lnTo>
                  <a:lnTo>
                    <a:pt x="801089" y="101723"/>
                  </a:lnTo>
                  <a:lnTo>
                    <a:pt x="763914" y="75992"/>
                  </a:lnTo>
                  <a:lnTo>
                    <a:pt x="724402" y="53644"/>
                  </a:lnTo>
                  <a:lnTo>
                    <a:pt x="682762" y="34891"/>
                  </a:lnTo>
                  <a:lnTo>
                    <a:pt x="639203" y="19940"/>
                  </a:lnTo>
                  <a:lnTo>
                    <a:pt x="593935" y="9001"/>
                  </a:lnTo>
                  <a:lnTo>
                    <a:pt x="547168" y="2285"/>
                  </a:lnTo>
                  <a:lnTo>
                    <a:pt x="499109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01211" y="555738"/>
              <a:ext cx="94174" cy="9422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43686" y="802551"/>
              <a:ext cx="228860" cy="22911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0090261" y="580839"/>
              <a:ext cx="312420" cy="404495"/>
            </a:xfrm>
            <a:custGeom>
              <a:avLst/>
              <a:gdLst/>
              <a:ahLst/>
              <a:cxnLst/>
              <a:rect l="l" t="t" r="r" b="b"/>
              <a:pathLst>
                <a:path w="312420" h="404494">
                  <a:moveTo>
                    <a:pt x="95548" y="0"/>
                  </a:moveTo>
                  <a:lnTo>
                    <a:pt x="17069" y="67770"/>
                  </a:lnTo>
                  <a:lnTo>
                    <a:pt x="9748" y="84245"/>
                  </a:lnTo>
                  <a:lnTo>
                    <a:pt x="11244" y="93150"/>
                  </a:lnTo>
                  <a:lnTo>
                    <a:pt x="16215" y="101073"/>
                  </a:lnTo>
                  <a:lnTo>
                    <a:pt x="23869" y="106446"/>
                  </a:lnTo>
                  <a:lnTo>
                    <a:pt x="32681" y="108397"/>
                  </a:lnTo>
                  <a:lnTo>
                    <a:pt x="41581" y="106900"/>
                  </a:lnTo>
                  <a:lnTo>
                    <a:pt x="49500" y="101927"/>
                  </a:lnTo>
                  <a:lnTo>
                    <a:pt x="101001" y="52929"/>
                  </a:lnTo>
                  <a:lnTo>
                    <a:pt x="144851" y="79842"/>
                  </a:lnTo>
                  <a:lnTo>
                    <a:pt x="69983" y="171183"/>
                  </a:lnTo>
                  <a:lnTo>
                    <a:pt x="50856" y="175777"/>
                  </a:lnTo>
                  <a:lnTo>
                    <a:pt x="32644" y="182955"/>
                  </a:lnTo>
                  <a:lnTo>
                    <a:pt x="15605" y="192595"/>
                  </a:lnTo>
                  <a:lnTo>
                    <a:pt x="0" y="204574"/>
                  </a:lnTo>
                  <a:lnTo>
                    <a:pt x="16715" y="221299"/>
                  </a:lnTo>
                  <a:lnTo>
                    <a:pt x="57907" y="199187"/>
                  </a:lnTo>
                  <a:lnTo>
                    <a:pt x="102817" y="194751"/>
                  </a:lnTo>
                  <a:lnTo>
                    <a:pt x="146112" y="207487"/>
                  </a:lnTo>
                  <a:lnTo>
                    <a:pt x="182462" y="236895"/>
                  </a:lnTo>
                  <a:lnTo>
                    <a:pt x="202749" y="272627"/>
                  </a:lnTo>
                  <a:lnTo>
                    <a:pt x="209511" y="312016"/>
                  </a:lnTo>
                  <a:lnTo>
                    <a:pt x="202749" y="351405"/>
                  </a:lnTo>
                  <a:lnTo>
                    <a:pt x="182462" y="387137"/>
                  </a:lnTo>
                  <a:lnTo>
                    <a:pt x="199178" y="403921"/>
                  </a:lnTo>
                  <a:lnTo>
                    <a:pt x="223284" y="365516"/>
                  </a:lnTo>
                  <a:lnTo>
                    <a:pt x="233888" y="322526"/>
                  </a:lnTo>
                  <a:lnTo>
                    <a:pt x="230697" y="278361"/>
                  </a:lnTo>
                  <a:lnTo>
                    <a:pt x="213421" y="236434"/>
                  </a:lnTo>
                  <a:lnTo>
                    <a:pt x="262451" y="234844"/>
                  </a:lnTo>
                  <a:lnTo>
                    <a:pt x="252151" y="365111"/>
                  </a:lnTo>
                  <a:lnTo>
                    <a:pt x="273752" y="390493"/>
                  </a:lnTo>
                  <a:lnTo>
                    <a:pt x="284424" y="388849"/>
                  </a:lnTo>
                  <a:lnTo>
                    <a:pt x="291709" y="384273"/>
                  </a:lnTo>
                  <a:lnTo>
                    <a:pt x="296873" y="377389"/>
                  </a:lnTo>
                  <a:lnTo>
                    <a:pt x="299238" y="368821"/>
                  </a:lnTo>
                  <a:lnTo>
                    <a:pt x="312123" y="205654"/>
                  </a:lnTo>
                  <a:lnTo>
                    <a:pt x="309768" y="199058"/>
                  </a:lnTo>
                  <a:lnTo>
                    <a:pt x="305123" y="194209"/>
                  </a:lnTo>
                  <a:lnTo>
                    <a:pt x="300478" y="189473"/>
                  </a:lnTo>
                  <a:lnTo>
                    <a:pt x="294102" y="186833"/>
                  </a:lnTo>
                  <a:lnTo>
                    <a:pt x="184934" y="190204"/>
                  </a:lnTo>
                  <a:lnTo>
                    <a:pt x="243086" y="115472"/>
                  </a:lnTo>
                  <a:lnTo>
                    <a:pt x="247245" y="107094"/>
                  </a:lnTo>
                  <a:lnTo>
                    <a:pt x="247849" y="98084"/>
                  </a:lnTo>
                  <a:lnTo>
                    <a:pt x="245031" y="89505"/>
                  </a:lnTo>
                  <a:lnTo>
                    <a:pt x="236730" y="80902"/>
                  </a:lnTo>
                  <a:lnTo>
                    <a:pt x="110301" y="3362"/>
                  </a:lnTo>
                  <a:lnTo>
                    <a:pt x="103104" y="435"/>
                  </a:lnTo>
                  <a:lnTo>
                    <a:pt x="955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352800" y="3438144"/>
              <a:ext cx="996950" cy="998219"/>
            </a:xfrm>
            <a:custGeom>
              <a:avLst/>
              <a:gdLst/>
              <a:ahLst/>
              <a:cxnLst/>
              <a:rect l="l" t="t" r="r" b="b"/>
              <a:pathLst>
                <a:path w="996950" h="998220">
                  <a:moveTo>
                    <a:pt x="498348" y="0"/>
                  </a:moveTo>
                  <a:lnTo>
                    <a:pt x="450357" y="2285"/>
                  </a:lnTo>
                  <a:lnTo>
                    <a:pt x="403656" y="9001"/>
                  </a:lnTo>
                  <a:lnTo>
                    <a:pt x="358453" y="19940"/>
                  </a:lnTo>
                  <a:lnTo>
                    <a:pt x="314959" y="34891"/>
                  </a:lnTo>
                  <a:lnTo>
                    <a:pt x="273381" y="53644"/>
                  </a:lnTo>
                  <a:lnTo>
                    <a:pt x="233929" y="75992"/>
                  </a:lnTo>
                  <a:lnTo>
                    <a:pt x="196812" y="101723"/>
                  </a:lnTo>
                  <a:lnTo>
                    <a:pt x="162238" y="130630"/>
                  </a:lnTo>
                  <a:lnTo>
                    <a:pt x="130416" y="162502"/>
                  </a:lnTo>
                  <a:lnTo>
                    <a:pt x="101556" y="197130"/>
                  </a:lnTo>
                  <a:lnTo>
                    <a:pt x="75866" y="234305"/>
                  </a:lnTo>
                  <a:lnTo>
                    <a:pt x="53555" y="273817"/>
                  </a:lnTo>
                  <a:lnTo>
                    <a:pt x="34832" y="315457"/>
                  </a:lnTo>
                  <a:lnTo>
                    <a:pt x="19906" y="359016"/>
                  </a:lnTo>
                  <a:lnTo>
                    <a:pt x="8986" y="404284"/>
                  </a:lnTo>
                  <a:lnTo>
                    <a:pt x="2281" y="451051"/>
                  </a:lnTo>
                  <a:lnTo>
                    <a:pt x="0" y="499109"/>
                  </a:lnTo>
                  <a:lnTo>
                    <a:pt x="2281" y="547168"/>
                  </a:lnTo>
                  <a:lnTo>
                    <a:pt x="8986" y="593935"/>
                  </a:lnTo>
                  <a:lnTo>
                    <a:pt x="19906" y="639203"/>
                  </a:lnTo>
                  <a:lnTo>
                    <a:pt x="34832" y="682762"/>
                  </a:lnTo>
                  <a:lnTo>
                    <a:pt x="53555" y="724402"/>
                  </a:lnTo>
                  <a:lnTo>
                    <a:pt x="75866" y="763914"/>
                  </a:lnTo>
                  <a:lnTo>
                    <a:pt x="101556" y="801089"/>
                  </a:lnTo>
                  <a:lnTo>
                    <a:pt x="130416" y="835717"/>
                  </a:lnTo>
                  <a:lnTo>
                    <a:pt x="162238" y="867589"/>
                  </a:lnTo>
                  <a:lnTo>
                    <a:pt x="196812" y="896496"/>
                  </a:lnTo>
                  <a:lnTo>
                    <a:pt x="233929" y="922227"/>
                  </a:lnTo>
                  <a:lnTo>
                    <a:pt x="273381" y="944575"/>
                  </a:lnTo>
                  <a:lnTo>
                    <a:pt x="314959" y="963328"/>
                  </a:lnTo>
                  <a:lnTo>
                    <a:pt x="358453" y="978279"/>
                  </a:lnTo>
                  <a:lnTo>
                    <a:pt x="403656" y="989218"/>
                  </a:lnTo>
                  <a:lnTo>
                    <a:pt x="450357" y="995934"/>
                  </a:lnTo>
                  <a:lnTo>
                    <a:pt x="498348" y="998219"/>
                  </a:lnTo>
                  <a:lnTo>
                    <a:pt x="546338" y="995934"/>
                  </a:lnTo>
                  <a:lnTo>
                    <a:pt x="593039" y="989218"/>
                  </a:lnTo>
                  <a:lnTo>
                    <a:pt x="638242" y="978279"/>
                  </a:lnTo>
                  <a:lnTo>
                    <a:pt x="681736" y="963328"/>
                  </a:lnTo>
                  <a:lnTo>
                    <a:pt x="723314" y="944575"/>
                  </a:lnTo>
                  <a:lnTo>
                    <a:pt x="762766" y="922227"/>
                  </a:lnTo>
                  <a:lnTo>
                    <a:pt x="799883" y="896496"/>
                  </a:lnTo>
                  <a:lnTo>
                    <a:pt x="834457" y="867589"/>
                  </a:lnTo>
                  <a:lnTo>
                    <a:pt x="866279" y="835717"/>
                  </a:lnTo>
                  <a:lnTo>
                    <a:pt x="895139" y="801089"/>
                  </a:lnTo>
                  <a:lnTo>
                    <a:pt x="920829" y="763914"/>
                  </a:lnTo>
                  <a:lnTo>
                    <a:pt x="943140" y="724402"/>
                  </a:lnTo>
                  <a:lnTo>
                    <a:pt x="961863" y="682762"/>
                  </a:lnTo>
                  <a:lnTo>
                    <a:pt x="976789" y="639203"/>
                  </a:lnTo>
                  <a:lnTo>
                    <a:pt x="987709" y="593935"/>
                  </a:lnTo>
                  <a:lnTo>
                    <a:pt x="994414" y="547168"/>
                  </a:lnTo>
                  <a:lnTo>
                    <a:pt x="996696" y="499109"/>
                  </a:lnTo>
                  <a:lnTo>
                    <a:pt x="994414" y="451051"/>
                  </a:lnTo>
                  <a:lnTo>
                    <a:pt x="987709" y="404284"/>
                  </a:lnTo>
                  <a:lnTo>
                    <a:pt x="976789" y="359016"/>
                  </a:lnTo>
                  <a:lnTo>
                    <a:pt x="961863" y="315457"/>
                  </a:lnTo>
                  <a:lnTo>
                    <a:pt x="943140" y="273817"/>
                  </a:lnTo>
                  <a:lnTo>
                    <a:pt x="920829" y="234305"/>
                  </a:lnTo>
                  <a:lnTo>
                    <a:pt x="895139" y="197130"/>
                  </a:lnTo>
                  <a:lnTo>
                    <a:pt x="866279" y="162502"/>
                  </a:lnTo>
                  <a:lnTo>
                    <a:pt x="834457" y="130630"/>
                  </a:lnTo>
                  <a:lnTo>
                    <a:pt x="799883" y="101723"/>
                  </a:lnTo>
                  <a:lnTo>
                    <a:pt x="762766" y="75992"/>
                  </a:lnTo>
                  <a:lnTo>
                    <a:pt x="723314" y="53644"/>
                  </a:lnTo>
                  <a:lnTo>
                    <a:pt x="681736" y="34891"/>
                  </a:lnTo>
                  <a:lnTo>
                    <a:pt x="638242" y="19940"/>
                  </a:lnTo>
                  <a:lnTo>
                    <a:pt x="593039" y="9001"/>
                  </a:lnTo>
                  <a:lnTo>
                    <a:pt x="546338" y="2285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42024" y="3997254"/>
              <a:ext cx="238424" cy="7655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20253" y="3867693"/>
              <a:ext cx="70819" cy="70669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1402" y="3867693"/>
              <a:ext cx="70819" cy="7066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636976" y="3714576"/>
              <a:ext cx="448945" cy="447675"/>
            </a:xfrm>
            <a:custGeom>
              <a:avLst/>
              <a:gdLst/>
              <a:ahLst/>
              <a:cxnLst/>
              <a:rect l="l" t="t" r="r" b="b"/>
              <a:pathLst>
                <a:path w="448945" h="447675">
                  <a:moveTo>
                    <a:pt x="224261" y="0"/>
                  </a:moveTo>
                  <a:lnTo>
                    <a:pt x="179042" y="4543"/>
                  </a:lnTo>
                  <a:lnTo>
                    <a:pt x="136935" y="17575"/>
                  </a:lnTo>
                  <a:lnTo>
                    <a:pt x="98840" y="38198"/>
                  </a:lnTo>
                  <a:lnTo>
                    <a:pt x="65655" y="65516"/>
                  </a:lnTo>
                  <a:lnTo>
                    <a:pt x="38217" y="98744"/>
                  </a:lnTo>
                  <a:lnTo>
                    <a:pt x="17612" y="136645"/>
                  </a:lnTo>
                  <a:lnTo>
                    <a:pt x="4552" y="178663"/>
                  </a:lnTo>
                  <a:lnTo>
                    <a:pt x="0" y="223786"/>
                  </a:lnTo>
                  <a:lnTo>
                    <a:pt x="4552" y="268909"/>
                  </a:lnTo>
                  <a:lnTo>
                    <a:pt x="17612" y="310926"/>
                  </a:lnTo>
                  <a:lnTo>
                    <a:pt x="38279" y="348941"/>
                  </a:lnTo>
                  <a:lnTo>
                    <a:pt x="65655" y="382056"/>
                  </a:lnTo>
                  <a:lnTo>
                    <a:pt x="98840" y="409374"/>
                  </a:lnTo>
                  <a:lnTo>
                    <a:pt x="136935" y="429997"/>
                  </a:lnTo>
                  <a:lnTo>
                    <a:pt x="179042" y="443029"/>
                  </a:lnTo>
                  <a:lnTo>
                    <a:pt x="224261" y="447572"/>
                  </a:lnTo>
                  <a:lnTo>
                    <a:pt x="269479" y="443029"/>
                  </a:lnTo>
                  <a:lnTo>
                    <a:pt x="311586" y="429997"/>
                  </a:lnTo>
                  <a:lnTo>
                    <a:pt x="322634" y="424016"/>
                  </a:lnTo>
                  <a:lnTo>
                    <a:pt x="224261" y="424016"/>
                  </a:lnTo>
                  <a:lnTo>
                    <a:pt x="178397" y="418704"/>
                  </a:lnTo>
                  <a:lnTo>
                    <a:pt x="136218" y="403584"/>
                  </a:lnTo>
                  <a:lnTo>
                    <a:pt x="98954" y="379884"/>
                  </a:lnTo>
                  <a:lnTo>
                    <a:pt x="67946" y="348941"/>
                  </a:lnTo>
                  <a:lnTo>
                    <a:pt x="44081" y="311642"/>
                  </a:lnTo>
                  <a:lnTo>
                    <a:pt x="28929" y="269553"/>
                  </a:lnTo>
                  <a:lnTo>
                    <a:pt x="23606" y="223786"/>
                  </a:lnTo>
                  <a:lnTo>
                    <a:pt x="28855" y="178663"/>
                  </a:lnTo>
                  <a:lnTo>
                    <a:pt x="28929" y="178019"/>
                  </a:lnTo>
                  <a:lnTo>
                    <a:pt x="44081" y="135930"/>
                  </a:lnTo>
                  <a:lnTo>
                    <a:pt x="67832" y="98744"/>
                  </a:lnTo>
                  <a:lnTo>
                    <a:pt x="98954" y="67688"/>
                  </a:lnTo>
                  <a:lnTo>
                    <a:pt x="136218" y="43988"/>
                  </a:lnTo>
                  <a:lnTo>
                    <a:pt x="178397" y="28868"/>
                  </a:lnTo>
                  <a:lnTo>
                    <a:pt x="224261" y="23556"/>
                  </a:lnTo>
                  <a:lnTo>
                    <a:pt x="322634" y="23556"/>
                  </a:lnTo>
                  <a:lnTo>
                    <a:pt x="311586" y="17575"/>
                  </a:lnTo>
                  <a:lnTo>
                    <a:pt x="269479" y="4543"/>
                  </a:lnTo>
                  <a:lnTo>
                    <a:pt x="224261" y="0"/>
                  </a:lnTo>
                  <a:close/>
                </a:path>
                <a:path w="448945" h="447675">
                  <a:moveTo>
                    <a:pt x="322634" y="23556"/>
                  </a:moveTo>
                  <a:lnTo>
                    <a:pt x="224261" y="23556"/>
                  </a:lnTo>
                  <a:lnTo>
                    <a:pt x="270124" y="28868"/>
                  </a:lnTo>
                  <a:lnTo>
                    <a:pt x="312303" y="43988"/>
                  </a:lnTo>
                  <a:lnTo>
                    <a:pt x="349567" y="67688"/>
                  </a:lnTo>
                  <a:lnTo>
                    <a:pt x="380689" y="98744"/>
                  </a:lnTo>
                  <a:lnTo>
                    <a:pt x="404440" y="135930"/>
                  </a:lnTo>
                  <a:lnTo>
                    <a:pt x="419592" y="178019"/>
                  </a:lnTo>
                  <a:lnTo>
                    <a:pt x="424915" y="223786"/>
                  </a:lnTo>
                  <a:lnTo>
                    <a:pt x="419666" y="268909"/>
                  </a:lnTo>
                  <a:lnTo>
                    <a:pt x="404440" y="311642"/>
                  </a:lnTo>
                  <a:lnTo>
                    <a:pt x="380575" y="348941"/>
                  </a:lnTo>
                  <a:lnTo>
                    <a:pt x="349567" y="379884"/>
                  </a:lnTo>
                  <a:lnTo>
                    <a:pt x="312303" y="403584"/>
                  </a:lnTo>
                  <a:lnTo>
                    <a:pt x="270124" y="418704"/>
                  </a:lnTo>
                  <a:lnTo>
                    <a:pt x="224261" y="424016"/>
                  </a:lnTo>
                  <a:lnTo>
                    <a:pt x="322634" y="424016"/>
                  </a:lnTo>
                  <a:lnTo>
                    <a:pt x="382866" y="382056"/>
                  </a:lnTo>
                  <a:lnTo>
                    <a:pt x="410242" y="348941"/>
                  </a:lnTo>
                  <a:lnTo>
                    <a:pt x="430909" y="310926"/>
                  </a:lnTo>
                  <a:lnTo>
                    <a:pt x="443969" y="268909"/>
                  </a:lnTo>
                  <a:lnTo>
                    <a:pt x="448522" y="223786"/>
                  </a:lnTo>
                  <a:lnTo>
                    <a:pt x="443969" y="178663"/>
                  </a:lnTo>
                  <a:lnTo>
                    <a:pt x="430909" y="136645"/>
                  </a:lnTo>
                  <a:lnTo>
                    <a:pt x="410304" y="98744"/>
                  </a:lnTo>
                  <a:lnTo>
                    <a:pt x="382866" y="65516"/>
                  </a:lnTo>
                  <a:lnTo>
                    <a:pt x="349681" y="38198"/>
                  </a:lnTo>
                  <a:lnTo>
                    <a:pt x="322634" y="23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79791" y="3438144"/>
              <a:ext cx="996950" cy="998219"/>
            </a:xfrm>
            <a:custGeom>
              <a:avLst/>
              <a:gdLst/>
              <a:ahLst/>
              <a:cxnLst/>
              <a:rect l="l" t="t" r="r" b="b"/>
              <a:pathLst>
                <a:path w="996950" h="998220">
                  <a:moveTo>
                    <a:pt x="498348" y="0"/>
                  </a:moveTo>
                  <a:lnTo>
                    <a:pt x="450357" y="2285"/>
                  </a:lnTo>
                  <a:lnTo>
                    <a:pt x="403656" y="9001"/>
                  </a:lnTo>
                  <a:lnTo>
                    <a:pt x="358453" y="19940"/>
                  </a:lnTo>
                  <a:lnTo>
                    <a:pt x="314959" y="34891"/>
                  </a:lnTo>
                  <a:lnTo>
                    <a:pt x="273381" y="53644"/>
                  </a:lnTo>
                  <a:lnTo>
                    <a:pt x="233929" y="75992"/>
                  </a:lnTo>
                  <a:lnTo>
                    <a:pt x="196812" y="101723"/>
                  </a:lnTo>
                  <a:lnTo>
                    <a:pt x="162238" y="130630"/>
                  </a:lnTo>
                  <a:lnTo>
                    <a:pt x="130416" y="162502"/>
                  </a:lnTo>
                  <a:lnTo>
                    <a:pt x="101556" y="197130"/>
                  </a:lnTo>
                  <a:lnTo>
                    <a:pt x="75866" y="234305"/>
                  </a:lnTo>
                  <a:lnTo>
                    <a:pt x="53555" y="273817"/>
                  </a:lnTo>
                  <a:lnTo>
                    <a:pt x="34832" y="315457"/>
                  </a:lnTo>
                  <a:lnTo>
                    <a:pt x="19906" y="359016"/>
                  </a:lnTo>
                  <a:lnTo>
                    <a:pt x="8986" y="404284"/>
                  </a:lnTo>
                  <a:lnTo>
                    <a:pt x="2281" y="451051"/>
                  </a:lnTo>
                  <a:lnTo>
                    <a:pt x="0" y="499109"/>
                  </a:lnTo>
                  <a:lnTo>
                    <a:pt x="2281" y="547168"/>
                  </a:lnTo>
                  <a:lnTo>
                    <a:pt x="8986" y="593935"/>
                  </a:lnTo>
                  <a:lnTo>
                    <a:pt x="19906" y="639203"/>
                  </a:lnTo>
                  <a:lnTo>
                    <a:pt x="34832" y="682762"/>
                  </a:lnTo>
                  <a:lnTo>
                    <a:pt x="53555" y="724402"/>
                  </a:lnTo>
                  <a:lnTo>
                    <a:pt x="75866" y="763914"/>
                  </a:lnTo>
                  <a:lnTo>
                    <a:pt x="101556" y="801089"/>
                  </a:lnTo>
                  <a:lnTo>
                    <a:pt x="130416" y="835717"/>
                  </a:lnTo>
                  <a:lnTo>
                    <a:pt x="162238" y="867589"/>
                  </a:lnTo>
                  <a:lnTo>
                    <a:pt x="196812" y="896496"/>
                  </a:lnTo>
                  <a:lnTo>
                    <a:pt x="233929" y="922227"/>
                  </a:lnTo>
                  <a:lnTo>
                    <a:pt x="273381" y="944575"/>
                  </a:lnTo>
                  <a:lnTo>
                    <a:pt x="314959" y="963328"/>
                  </a:lnTo>
                  <a:lnTo>
                    <a:pt x="358453" y="978279"/>
                  </a:lnTo>
                  <a:lnTo>
                    <a:pt x="403656" y="989218"/>
                  </a:lnTo>
                  <a:lnTo>
                    <a:pt x="450357" y="995934"/>
                  </a:lnTo>
                  <a:lnTo>
                    <a:pt x="498348" y="998219"/>
                  </a:lnTo>
                  <a:lnTo>
                    <a:pt x="546338" y="995934"/>
                  </a:lnTo>
                  <a:lnTo>
                    <a:pt x="593039" y="989218"/>
                  </a:lnTo>
                  <a:lnTo>
                    <a:pt x="638242" y="978279"/>
                  </a:lnTo>
                  <a:lnTo>
                    <a:pt x="681736" y="963328"/>
                  </a:lnTo>
                  <a:lnTo>
                    <a:pt x="723314" y="944575"/>
                  </a:lnTo>
                  <a:lnTo>
                    <a:pt x="762766" y="922227"/>
                  </a:lnTo>
                  <a:lnTo>
                    <a:pt x="799883" y="896496"/>
                  </a:lnTo>
                  <a:lnTo>
                    <a:pt x="834457" y="867589"/>
                  </a:lnTo>
                  <a:lnTo>
                    <a:pt x="866279" y="835717"/>
                  </a:lnTo>
                  <a:lnTo>
                    <a:pt x="895139" y="801089"/>
                  </a:lnTo>
                  <a:lnTo>
                    <a:pt x="920829" y="763914"/>
                  </a:lnTo>
                  <a:lnTo>
                    <a:pt x="943140" y="724402"/>
                  </a:lnTo>
                  <a:lnTo>
                    <a:pt x="961863" y="682762"/>
                  </a:lnTo>
                  <a:lnTo>
                    <a:pt x="976789" y="639203"/>
                  </a:lnTo>
                  <a:lnTo>
                    <a:pt x="987709" y="593935"/>
                  </a:lnTo>
                  <a:lnTo>
                    <a:pt x="994414" y="547168"/>
                  </a:lnTo>
                  <a:lnTo>
                    <a:pt x="996696" y="499109"/>
                  </a:lnTo>
                  <a:lnTo>
                    <a:pt x="994414" y="451051"/>
                  </a:lnTo>
                  <a:lnTo>
                    <a:pt x="987709" y="404284"/>
                  </a:lnTo>
                  <a:lnTo>
                    <a:pt x="976789" y="359016"/>
                  </a:lnTo>
                  <a:lnTo>
                    <a:pt x="961863" y="315457"/>
                  </a:lnTo>
                  <a:lnTo>
                    <a:pt x="943140" y="273817"/>
                  </a:lnTo>
                  <a:lnTo>
                    <a:pt x="920829" y="234305"/>
                  </a:lnTo>
                  <a:lnTo>
                    <a:pt x="895139" y="197130"/>
                  </a:lnTo>
                  <a:lnTo>
                    <a:pt x="866279" y="162502"/>
                  </a:lnTo>
                  <a:lnTo>
                    <a:pt x="834457" y="130630"/>
                  </a:lnTo>
                  <a:lnTo>
                    <a:pt x="799883" y="101723"/>
                  </a:lnTo>
                  <a:lnTo>
                    <a:pt x="762766" y="75992"/>
                  </a:lnTo>
                  <a:lnTo>
                    <a:pt x="723314" y="53644"/>
                  </a:lnTo>
                  <a:lnTo>
                    <a:pt x="681736" y="34891"/>
                  </a:lnTo>
                  <a:lnTo>
                    <a:pt x="638242" y="19940"/>
                  </a:lnTo>
                  <a:lnTo>
                    <a:pt x="593039" y="9001"/>
                  </a:lnTo>
                  <a:lnTo>
                    <a:pt x="546338" y="2285"/>
                  </a:lnTo>
                  <a:lnTo>
                    <a:pt x="498348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54823" y="3714584"/>
              <a:ext cx="448945" cy="447675"/>
            </a:xfrm>
            <a:custGeom>
              <a:avLst/>
              <a:gdLst/>
              <a:ahLst/>
              <a:cxnLst/>
              <a:rect l="l" t="t" r="r" b="b"/>
              <a:pathLst>
                <a:path w="448945" h="447675">
                  <a:moveTo>
                    <a:pt x="41300" y="329793"/>
                  </a:moveTo>
                  <a:lnTo>
                    <a:pt x="0" y="329793"/>
                  </a:lnTo>
                  <a:lnTo>
                    <a:pt x="0" y="353339"/>
                  </a:lnTo>
                  <a:lnTo>
                    <a:pt x="41300" y="353339"/>
                  </a:lnTo>
                  <a:lnTo>
                    <a:pt x="41300" y="329793"/>
                  </a:lnTo>
                  <a:close/>
                </a:path>
                <a:path w="448945" h="447675">
                  <a:moveTo>
                    <a:pt x="41300" y="282676"/>
                  </a:moveTo>
                  <a:lnTo>
                    <a:pt x="0" y="282676"/>
                  </a:lnTo>
                  <a:lnTo>
                    <a:pt x="0" y="306235"/>
                  </a:lnTo>
                  <a:lnTo>
                    <a:pt x="41300" y="306235"/>
                  </a:lnTo>
                  <a:lnTo>
                    <a:pt x="41300" y="282676"/>
                  </a:lnTo>
                  <a:close/>
                </a:path>
                <a:path w="448945" h="447675">
                  <a:moveTo>
                    <a:pt x="41300" y="235559"/>
                  </a:moveTo>
                  <a:lnTo>
                    <a:pt x="0" y="235559"/>
                  </a:lnTo>
                  <a:lnTo>
                    <a:pt x="0" y="259118"/>
                  </a:lnTo>
                  <a:lnTo>
                    <a:pt x="41300" y="259118"/>
                  </a:lnTo>
                  <a:lnTo>
                    <a:pt x="41300" y="235559"/>
                  </a:lnTo>
                  <a:close/>
                </a:path>
                <a:path w="448945" h="447675">
                  <a:moveTo>
                    <a:pt x="41300" y="188455"/>
                  </a:moveTo>
                  <a:lnTo>
                    <a:pt x="0" y="188455"/>
                  </a:lnTo>
                  <a:lnTo>
                    <a:pt x="0" y="212001"/>
                  </a:lnTo>
                  <a:lnTo>
                    <a:pt x="41300" y="212001"/>
                  </a:lnTo>
                  <a:lnTo>
                    <a:pt x="41300" y="188455"/>
                  </a:lnTo>
                  <a:close/>
                </a:path>
                <a:path w="448945" h="447675">
                  <a:moveTo>
                    <a:pt x="41300" y="141338"/>
                  </a:moveTo>
                  <a:lnTo>
                    <a:pt x="0" y="141338"/>
                  </a:lnTo>
                  <a:lnTo>
                    <a:pt x="0" y="164896"/>
                  </a:lnTo>
                  <a:lnTo>
                    <a:pt x="41300" y="164896"/>
                  </a:lnTo>
                  <a:lnTo>
                    <a:pt x="41300" y="141338"/>
                  </a:lnTo>
                  <a:close/>
                </a:path>
                <a:path w="448945" h="447675">
                  <a:moveTo>
                    <a:pt x="41300" y="94221"/>
                  </a:moveTo>
                  <a:lnTo>
                    <a:pt x="0" y="94221"/>
                  </a:lnTo>
                  <a:lnTo>
                    <a:pt x="0" y="117779"/>
                  </a:lnTo>
                  <a:lnTo>
                    <a:pt x="41300" y="117779"/>
                  </a:lnTo>
                  <a:lnTo>
                    <a:pt x="41300" y="94221"/>
                  </a:lnTo>
                  <a:close/>
                </a:path>
                <a:path w="448945" h="447675">
                  <a:moveTo>
                    <a:pt x="118021" y="406349"/>
                  </a:moveTo>
                  <a:lnTo>
                    <a:pt x="94424" y="406349"/>
                  </a:lnTo>
                  <a:lnTo>
                    <a:pt x="94424" y="447573"/>
                  </a:lnTo>
                  <a:lnTo>
                    <a:pt x="118021" y="447573"/>
                  </a:lnTo>
                  <a:lnTo>
                    <a:pt x="118021" y="406349"/>
                  </a:lnTo>
                  <a:close/>
                </a:path>
                <a:path w="448945" h="447675">
                  <a:moveTo>
                    <a:pt x="118021" y="0"/>
                  </a:moveTo>
                  <a:lnTo>
                    <a:pt x="94424" y="0"/>
                  </a:lnTo>
                  <a:lnTo>
                    <a:pt x="94424" y="41224"/>
                  </a:lnTo>
                  <a:lnTo>
                    <a:pt x="118021" y="41224"/>
                  </a:lnTo>
                  <a:lnTo>
                    <a:pt x="118021" y="0"/>
                  </a:lnTo>
                  <a:close/>
                </a:path>
                <a:path w="448945" h="447675">
                  <a:moveTo>
                    <a:pt x="165239" y="406349"/>
                  </a:moveTo>
                  <a:lnTo>
                    <a:pt x="141630" y="406349"/>
                  </a:lnTo>
                  <a:lnTo>
                    <a:pt x="141630" y="447573"/>
                  </a:lnTo>
                  <a:lnTo>
                    <a:pt x="165239" y="447573"/>
                  </a:lnTo>
                  <a:lnTo>
                    <a:pt x="165239" y="406349"/>
                  </a:lnTo>
                  <a:close/>
                </a:path>
                <a:path w="448945" h="447675">
                  <a:moveTo>
                    <a:pt x="165239" y="0"/>
                  </a:moveTo>
                  <a:lnTo>
                    <a:pt x="141630" y="0"/>
                  </a:lnTo>
                  <a:lnTo>
                    <a:pt x="141630" y="41224"/>
                  </a:lnTo>
                  <a:lnTo>
                    <a:pt x="165239" y="41224"/>
                  </a:lnTo>
                  <a:lnTo>
                    <a:pt x="165239" y="0"/>
                  </a:lnTo>
                  <a:close/>
                </a:path>
                <a:path w="448945" h="447675">
                  <a:moveTo>
                    <a:pt x="212458" y="406349"/>
                  </a:moveTo>
                  <a:lnTo>
                    <a:pt x="188849" y="406349"/>
                  </a:lnTo>
                  <a:lnTo>
                    <a:pt x="188849" y="447573"/>
                  </a:lnTo>
                  <a:lnTo>
                    <a:pt x="212458" y="447573"/>
                  </a:lnTo>
                  <a:lnTo>
                    <a:pt x="212458" y="406349"/>
                  </a:lnTo>
                  <a:close/>
                </a:path>
                <a:path w="448945" h="447675">
                  <a:moveTo>
                    <a:pt x="212458" y="0"/>
                  </a:moveTo>
                  <a:lnTo>
                    <a:pt x="188849" y="0"/>
                  </a:lnTo>
                  <a:lnTo>
                    <a:pt x="188849" y="41224"/>
                  </a:lnTo>
                  <a:lnTo>
                    <a:pt x="212458" y="41224"/>
                  </a:lnTo>
                  <a:lnTo>
                    <a:pt x="212458" y="0"/>
                  </a:lnTo>
                  <a:close/>
                </a:path>
                <a:path w="448945" h="447675">
                  <a:moveTo>
                    <a:pt x="259664" y="406349"/>
                  </a:moveTo>
                  <a:lnTo>
                    <a:pt x="236054" y="406349"/>
                  </a:lnTo>
                  <a:lnTo>
                    <a:pt x="236054" y="447573"/>
                  </a:lnTo>
                  <a:lnTo>
                    <a:pt x="259664" y="447573"/>
                  </a:lnTo>
                  <a:lnTo>
                    <a:pt x="259664" y="406349"/>
                  </a:lnTo>
                  <a:close/>
                </a:path>
                <a:path w="448945" h="447675">
                  <a:moveTo>
                    <a:pt x="259664" y="0"/>
                  </a:moveTo>
                  <a:lnTo>
                    <a:pt x="236054" y="0"/>
                  </a:lnTo>
                  <a:lnTo>
                    <a:pt x="236054" y="41224"/>
                  </a:lnTo>
                  <a:lnTo>
                    <a:pt x="259664" y="41224"/>
                  </a:lnTo>
                  <a:lnTo>
                    <a:pt x="259664" y="0"/>
                  </a:lnTo>
                  <a:close/>
                </a:path>
                <a:path w="448945" h="447675">
                  <a:moveTo>
                    <a:pt x="300977" y="147231"/>
                  </a:moveTo>
                  <a:lnTo>
                    <a:pt x="147535" y="147231"/>
                  </a:lnTo>
                  <a:lnTo>
                    <a:pt x="147535" y="300342"/>
                  </a:lnTo>
                  <a:lnTo>
                    <a:pt x="300977" y="300342"/>
                  </a:lnTo>
                  <a:lnTo>
                    <a:pt x="300977" y="147231"/>
                  </a:lnTo>
                  <a:close/>
                </a:path>
                <a:path w="448945" h="447675">
                  <a:moveTo>
                    <a:pt x="306882" y="406349"/>
                  </a:moveTo>
                  <a:lnTo>
                    <a:pt x="283273" y="406349"/>
                  </a:lnTo>
                  <a:lnTo>
                    <a:pt x="283273" y="447573"/>
                  </a:lnTo>
                  <a:lnTo>
                    <a:pt x="306882" y="447573"/>
                  </a:lnTo>
                  <a:lnTo>
                    <a:pt x="306882" y="406349"/>
                  </a:lnTo>
                  <a:close/>
                </a:path>
                <a:path w="448945" h="447675">
                  <a:moveTo>
                    <a:pt x="306882" y="0"/>
                  </a:moveTo>
                  <a:lnTo>
                    <a:pt x="283273" y="0"/>
                  </a:lnTo>
                  <a:lnTo>
                    <a:pt x="283273" y="41224"/>
                  </a:lnTo>
                  <a:lnTo>
                    <a:pt x="306882" y="41224"/>
                  </a:lnTo>
                  <a:lnTo>
                    <a:pt x="306882" y="0"/>
                  </a:lnTo>
                  <a:close/>
                </a:path>
                <a:path w="448945" h="447675">
                  <a:moveTo>
                    <a:pt x="354088" y="406349"/>
                  </a:moveTo>
                  <a:lnTo>
                    <a:pt x="330479" y="406349"/>
                  </a:lnTo>
                  <a:lnTo>
                    <a:pt x="330479" y="447573"/>
                  </a:lnTo>
                  <a:lnTo>
                    <a:pt x="354088" y="447573"/>
                  </a:lnTo>
                  <a:lnTo>
                    <a:pt x="354088" y="406349"/>
                  </a:lnTo>
                  <a:close/>
                </a:path>
                <a:path w="448945" h="447675">
                  <a:moveTo>
                    <a:pt x="354088" y="0"/>
                  </a:moveTo>
                  <a:lnTo>
                    <a:pt x="330479" y="0"/>
                  </a:lnTo>
                  <a:lnTo>
                    <a:pt x="330479" y="41224"/>
                  </a:lnTo>
                  <a:lnTo>
                    <a:pt x="354088" y="41224"/>
                  </a:lnTo>
                  <a:lnTo>
                    <a:pt x="354088" y="0"/>
                  </a:lnTo>
                  <a:close/>
                </a:path>
                <a:path w="448945" h="447675">
                  <a:moveTo>
                    <a:pt x="383603" y="88341"/>
                  </a:moveTo>
                  <a:lnTo>
                    <a:pt x="381749" y="79171"/>
                  </a:lnTo>
                  <a:lnTo>
                    <a:pt x="376682" y="71678"/>
                  </a:lnTo>
                  <a:lnTo>
                    <a:pt x="369176" y="66624"/>
                  </a:lnTo>
                  <a:lnTo>
                    <a:pt x="359994" y="64782"/>
                  </a:lnTo>
                  <a:lnTo>
                    <a:pt x="324586" y="64782"/>
                  </a:lnTo>
                  <a:lnTo>
                    <a:pt x="324586" y="123672"/>
                  </a:lnTo>
                  <a:lnTo>
                    <a:pt x="324586" y="323900"/>
                  </a:lnTo>
                  <a:lnTo>
                    <a:pt x="123926" y="323900"/>
                  </a:lnTo>
                  <a:lnTo>
                    <a:pt x="123926" y="123672"/>
                  </a:lnTo>
                  <a:lnTo>
                    <a:pt x="324586" y="123672"/>
                  </a:lnTo>
                  <a:lnTo>
                    <a:pt x="324586" y="64782"/>
                  </a:lnTo>
                  <a:lnTo>
                    <a:pt x="88519" y="64782"/>
                  </a:lnTo>
                  <a:lnTo>
                    <a:pt x="79324" y="66624"/>
                  </a:lnTo>
                  <a:lnTo>
                    <a:pt x="71831" y="71678"/>
                  </a:lnTo>
                  <a:lnTo>
                    <a:pt x="66763" y="79171"/>
                  </a:lnTo>
                  <a:lnTo>
                    <a:pt x="64909" y="88341"/>
                  </a:lnTo>
                  <a:lnTo>
                    <a:pt x="64909" y="359232"/>
                  </a:lnTo>
                  <a:lnTo>
                    <a:pt x="66763" y="368401"/>
                  </a:lnTo>
                  <a:lnTo>
                    <a:pt x="71831" y="375894"/>
                  </a:lnTo>
                  <a:lnTo>
                    <a:pt x="79324" y="380936"/>
                  </a:lnTo>
                  <a:lnTo>
                    <a:pt x="88519" y="382790"/>
                  </a:lnTo>
                  <a:lnTo>
                    <a:pt x="359994" y="382790"/>
                  </a:lnTo>
                  <a:lnTo>
                    <a:pt x="369176" y="380936"/>
                  </a:lnTo>
                  <a:lnTo>
                    <a:pt x="376682" y="375894"/>
                  </a:lnTo>
                  <a:lnTo>
                    <a:pt x="381749" y="368401"/>
                  </a:lnTo>
                  <a:lnTo>
                    <a:pt x="383603" y="359232"/>
                  </a:lnTo>
                  <a:lnTo>
                    <a:pt x="383603" y="323900"/>
                  </a:lnTo>
                  <a:lnTo>
                    <a:pt x="383603" y="123672"/>
                  </a:lnTo>
                  <a:lnTo>
                    <a:pt x="383603" y="88341"/>
                  </a:lnTo>
                  <a:close/>
                </a:path>
                <a:path w="448945" h="447675">
                  <a:moveTo>
                    <a:pt x="448513" y="329793"/>
                  </a:moveTo>
                  <a:lnTo>
                    <a:pt x="407200" y="329793"/>
                  </a:lnTo>
                  <a:lnTo>
                    <a:pt x="407200" y="353339"/>
                  </a:lnTo>
                  <a:lnTo>
                    <a:pt x="448513" y="353339"/>
                  </a:lnTo>
                  <a:lnTo>
                    <a:pt x="448513" y="329793"/>
                  </a:lnTo>
                  <a:close/>
                </a:path>
                <a:path w="448945" h="447675">
                  <a:moveTo>
                    <a:pt x="448513" y="282676"/>
                  </a:moveTo>
                  <a:lnTo>
                    <a:pt x="407200" y="282676"/>
                  </a:lnTo>
                  <a:lnTo>
                    <a:pt x="407200" y="306235"/>
                  </a:lnTo>
                  <a:lnTo>
                    <a:pt x="448513" y="306235"/>
                  </a:lnTo>
                  <a:lnTo>
                    <a:pt x="448513" y="282676"/>
                  </a:lnTo>
                  <a:close/>
                </a:path>
                <a:path w="448945" h="447675">
                  <a:moveTo>
                    <a:pt x="448513" y="235559"/>
                  </a:moveTo>
                  <a:lnTo>
                    <a:pt x="407200" y="235559"/>
                  </a:lnTo>
                  <a:lnTo>
                    <a:pt x="407200" y="259118"/>
                  </a:lnTo>
                  <a:lnTo>
                    <a:pt x="448513" y="259118"/>
                  </a:lnTo>
                  <a:lnTo>
                    <a:pt x="448513" y="235559"/>
                  </a:lnTo>
                  <a:close/>
                </a:path>
                <a:path w="448945" h="447675">
                  <a:moveTo>
                    <a:pt x="448513" y="188455"/>
                  </a:moveTo>
                  <a:lnTo>
                    <a:pt x="407200" y="188455"/>
                  </a:lnTo>
                  <a:lnTo>
                    <a:pt x="407200" y="212001"/>
                  </a:lnTo>
                  <a:lnTo>
                    <a:pt x="448513" y="212001"/>
                  </a:lnTo>
                  <a:lnTo>
                    <a:pt x="448513" y="188455"/>
                  </a:lnTo>
                  <a:close/>
                </a:path>
                <a:path w="448945" h="447675">
                  <a:moveTo>
                    <a:pt x="448513" y="141338"/>
                  </a:moveTo>
                  <a:lnTo>
                    <a:pt x="407200" y="141338"/>
                  </a:lnTo>
                  <a:lnTo>
                    <a:pt x="407200" y="164896"/>
                  </a:lnTo>
                  <a:lnTo>
                    <a:pt x="448513" y="164896"/>
                  </a:lnTo>
                  <a:lnTo>
                    <a:pt x="448513" y="141338"/>
                  </a:lnTo>
                  <a:close/>
                </a:path>
                <a:path w="448945" h="447675">
                  <a:moveTo>
                    <a:pt x="448513" y="94221"/>
                  </a:moveTo>
                  <a:lnTo>
                    <a:pt x="407200" y="94221"/>
                  </a:lnTo>
                  <a:lnTo>
                    <a:pt x="407200" y="117779"/>
                  </a:lnTo>
                  <a:lnTo>
                    <a:pt x="448513" y="117779"/>
                  </a:lnTo>
                  <a:lnTo>
                    <a:pt x="448513" y="942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9194672" y="1572005"/>
            <a:ext cx="2059305" cy="76454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15240">
              <a:lnSpc>
                <a:spcPct val="102099"/>
              </a:lnSpc>
              <a:spcBef>
                <a:spcPts val="40"/>
              </a:spcBef>
            </a:pPr>
            <a:r>
              <a:rPr sz="2400" dirty="0">
                <a:latin typeface="Calibri"/>
                <a:cs typeface="Calibri"/>
              </a:rPr>
              <a:t>SUPPORTS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85" dirty="0">
                <a:latin typeface="Calibri"/>
                <a:cs typeface="Calibri"/>
              </a:rPr>
              <a:t>DATA </a:t>
            </a:r>
            <a:r>
              <a:rPr sz="2400" spc="-10" dirty="0">
                <a:latin typeface="Calibri"/>
                <a:cs typeface="Calibri"/>
              </a:rPr>
              <a:t>INDEPENDENCE.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18</a:t>
            </a:fld>
            <a:endParaRPr spc="-25" dirty="0">
              <a:solidFill>
                <a:srgbClr val="888888"/>
              </a:solidFill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74950" y="4719015"/>
            <a:ext cx="21526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latin typeface="Calibri"/>
                <a:cs typeface="Calibri"/>
              </a:rPr>
              <a:t>DISADVANTAGES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39739" y="4722063"/>
            <a:ext cx="3879850" cy="13233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" marR="5080" algn="ctr">
              <a:lnSpc>
                <a:spcPct val="101800"/>
              </a:lnSpc>
              <a:spcBef>
                <a:spcPts val="55"/>
              </a:spcBef>
            </a:pPr>
            <a:r>
              <a:rPr sz="2100" dirty="0">
                <a:latin typeface="Calibri"/>
                <a:cs typeface="Calibri"/>
              </a:rPr>
              <a:t>INABILITY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HANDLE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APPLICATION </a:t>
            </a:r>
            <a:r>
              <a:rPr sz="2100" dirty="0">
                <a:latin typeface="Calibri"/>
                <a:cs typeface="Calibri"/>
              </a:rPr>
              <a:t>AREAS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LIKE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spc="-40" dirty="0">
                <a:latin typeface="Calibri"/>
                <a:cs typeface="Calibri"/>
              </a:rPr>
              <a:t>SPATIAL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35" dirty="0">
                <a:latin typeface="Calibri"/>
                <a:cs typeface="Calibri"/>
              </a:rPr>
              <a:t>DATABASES(EG-</a:t>
            </a:r>
            <a:r>
              <a:rPr sz="2100" dirty="0">
                <a:latin typeface="Calibri"/>
                <a:cs typeface="Calibri"/>
              </a:rPr>
              <a:t>CAD)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,APPLICATIONS</a:t>
            </a:r>
            <a:r>
              <a:rPr sz="2100" spc="-10" dirty="0">
                <a:latin typeface="Calibri"/>
                <a:cs typeface="Calibri"/>
              </a:rPr>
              <a:t> INVOLVING </a:t>
            </a:r>
            <a:r>
              <a:rPr sz="2100" dirty="0">
                <a:latin typeface="Calibri"/>
                <a:cs typeface="Calibri"/>
              </a:rPr>
              <a:t>IMAGES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ETC.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65759" y="2664968"/>
            <a:ext cx="270891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10" dirty="0">
                <a:solidFill>
                  <a:srgbClr val="FFFFFF"/>
                </a:solidFill>
              </a:rPr>
              <a:t>Database </a:t>
            </a:r>
            <a:r>
              <a:rPr sz="4400" spc="-55" dirty="0">
                <a:solidFill>
                  <a:srgbClr val="FFFFFF"/>
                </a:solidFill>
              </a:rPr>
              <a:t>architecture</a:t>
            </a:r>
            <a:endParaRPr sz="4400"/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6660" y="1770125"/>
            <a:ext cx="6578600" cy="314071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2-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tier 	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their 	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done.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directly 	</a:t>
            </a:r>
            <a:r>
              <a:rPr sz="2800" dirty="0">
                <a:latin typeface="Calibri"/>
                <a:cs typeface="Calibri"/>
              </a:rPr>
              <a:t>connect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received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intermediary</a:t>
            </a:r>
            <a:r>
              <a:rPr sz="2800" spc="-50" dirty="0">
                <a:latin typeface="Calibri"/>
                <a:cs typeface="Calibri"/>
              </a:rPr>
              <a:t> layer,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which 	</a:t>
            </a:r>
            <a:r>
              <a:rPr sz="2800" spc="-20" dirty="0">
                <a:latin typeface="Calibri"/>
                <a:cs typeface="Calibri"/>
              </a:rPr>
              <a:t>synthesizes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request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sends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spc="-10" dirty="0">
                <a:latin typeface="Calibri"/>
                <a:cs typeface="Calibri"/>
              </a:rPr>
              <a:t>database.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19</a:t>
            </a:fld>
            <a:endParaRPr spc="-25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9714" y="4142994"/>
            <a:ext cx="279590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30" dirty="0">
                <a:latin typeface="Calibri Light"/>
                <a:cs typeface="Calibri Light"/>
              </a:rPr>
              <a:t>2-</a:t>
            </a:r>
            <a:r>
              <a:rPr sz="3600" dirty="0">
                <a:latin typeface="Calibri Light"/>
                <a:cs typeface="Calibri Light"/>
              </a:rPr>
              <a:t>tier</a:t>
            </a:r>
            <a:r>
              <a:rPr sz="3600" spc="-150" dirty="0">
                <a:latin typeface="Calibri Light"/>
                <a:cs typeface="Calibri Light"/>
              </a:rPr>
              <a:t> </a:t>
            </a:r>
            <a:r>
              <a:rPr sz="3600" spc="-40" dirty="0">
                <a:latin typeface="Calibri Light"/>
                <a:cs typeface="Calibri Light"/>
              </a:rPr>
              <a:t>Database </a:t>
            </a:r>
            <a:r>
              <a:rPr sz="3600" spc="-10" dirty="0">
                <a:latin typeface="Calibri Light"/>
                <a:cs typeface="Calibri Light"/>
              </a:rPr>
              <a:t>Architecture</a:t>
            </a:r>
            <a:endParaRPr sz="36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92" y="392923"/>
            <a:ext cx="11468374" cy="30342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03267" y="3877767"/>
            <a:ext cx="7330440" cy="16046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64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2-</a:t>
            </a:r>
            <a:r>
              <a:rPr sz="2800" dirty="0">
                <a:latin typeface="Calibri"/>
                <a:cs typeface="Calibri"/>
              </a:rPr>
              <a:t>tier</a:t>
            </a:r>
            <a:r>
              <a:rPr sz="2800" spc="6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architecture,</a:t>
            </a:r>
            <a:r>
              <a:rPr sz="2800" spc="6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65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program 	</a:t>
            </a:r>
            <a:r>
              <a:rPr sz="2800" dirty="0">
                <a:latin typeface="Calibri"/>
                <a:cs typeface="Calibri"/>
              </a:rPr>
              <a:t>directly</a:t>
            </a:r>
            <a:r>
              <a:rPr sz="2800" spc="4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interacts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database.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will 	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interface,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3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involved 	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interaction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48084" y="6464909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404040"/>
                </a:solidFill>
                <a:latin typeface="Calibri"/>
                <a:cs typeface="Calibri"/>
              </a:rPr>
              <a:t>20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2204" y="457200"/>
            <a:ext cx="10099675" cy="585470"/>
            <a:chOff x="1632204" y="457200"/>
            <a:chExt cx="10099675" cy="585470"/>
          </a:xfrm>
        </p:grpSpPr>
        <p:sp>
          <p:nvSpPr>
            <p:cNvPr id="3" name="object 3"/>
            <p:cNvSpPr/>
            <p:nvPr/>
          </p:nvSpPr>
          <p:spPr>
            <a:xfrm>
              <a:off x="1632204" y="457200"/>
              <a:ext cx="10099675" cy="585470"/>
            </a:xfrm>
            <a:custGeom>
              <a:avLst/>
              <a:gdLst/>
              <a:ahLst/>
              <a:cxnLst/>
              <a:rect l="l" t="t" r="r" b="b"/>
              <a:pathLst>
                <a:path w="10099675" h="585469">
                  <a:moveTo>
                    <a:pt x="10041001" y="0"/>
                  </a:moveTo>
                  <a:lnTo>
                    <a:pt x="58546" y="0"/>
                  </a:lnTo>
                  <a:lnTo>
                    <a:pt x="35736" y="4593"/>
                  </a:lnTo>
                  <a:lnTo>
                    <a:pt x="17129" y="17129"/>
                  </a:lnTo>
                  <a:lnTo>
                    <a:pt x="4593" y="35736"/>
                  </a:lnTo>
                  <a:lnTo>
                    <a:pt x="0" y="58547"/>
                  </a:lnTo>
                  <a:lnTo>
                    <a:pt x="0" y="526669"/>
                  </a:lnTo>
                  <a:lnTo>
                    <a:pt x="4593" y="549479"/>
                  </a:lnTo>
                  <a:lnTo>
                    <a:pt x="17129" y="568086"/>
                  </a:lnTo>
                  <a:lnTo>
                    <a:pt x="35736" y="580622"/>
                  </a:lnTo>
                  <a:lnTo>
                    <a:pt x="58546" y="585215"/>
                  </a:lnTo>
                  <a:lnTo>
                    <a:pt x="10041001" y="585215"/>
                  </a:lnTo>
                  <a:lnTo>
                    <a:pt x="10063811" y="580622"/>
                  </a:lnTo>
                  <a:lnTo>
                    <a:pt x="10082418" y="568086"/>
                  </a:lnTo>
                  <a:lnTo>
                    <a:pt x="10094954" y="549479"/>
                  </a:lnTo>
                  <a:lnTo>
                    <a:pt x="10099548" y="526669"/>
                  </a:lnTo>
                  <a:lnTo>
                    <a:pt x="10099548" y="58547"/>
                  </a:lnTo>
                  <a:lnTo>
                    <a:pt x="10094954" y="35736"/>
                  </a:lnTo>
                  <a:lnTo>
                    <a:pt x="10082418" y="17129"/>
                  </a:lnTo>
                  <a:lnTo>
                    <a:pt x="10063811" y="4593"/>
                  </a:lnTo>
                  <a:lnTo>
                    <a:pt x="100410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7817" y="638530"/>
              <a:ext cx="265430" cy="225425"/>
            </a:xfrm>
            <a:custGeom>
              <a:avLst/>
              <a:gdLst/>
              <a:ahLst/>
              <a:cxnLst/>
              <a:rect l="l" t="t" r="r" b="b"/>
              <a:pathLst>
                <a:path w="265430" h="225425">
                  <a:moveTo>
                    <a:pt x="66243" y="178943"/>
                  </a:moveTo>
                  <a:lnTo>
                    <a:pt x="0" y="178943"/>
                  </a:lnTo>
                  <a:lnTo>
                    <a:pt x="0" y="225336"/>
                  </a:lnTo>
                  <a:lnTo>
                    <a:pt x="66243" y="225336"/>
                  </a:lnTo>
                  <a:lnTo>
                    <a:pt x="66243" y="178943"/>
                  </a:lnTo>
                  <a:close/>
                </a:path>
                <a:path w="265430" h="225425">
                  <a:moveTo>
                    <a:pt x="165595" y="178943"/>
                  </a:moveTo>
                  <a:lnTo>
                    <a:pt x="99364" y="178943"/>
                  </a:lnTo>
                  <a:lnTo>
                    <a:pt x="99364" y="225336"/>
                  </a:lnTo>
                  <a:lnTo>
                    <a:pt x="165595" y="225336"/>
                  </a:lnTo>
                  <a:lnTo>
                    <a:pt x="165595" y="178943"/>
                  </a:lnTo>
                  <a:close/>
                </a:path>
                <a:path w="265430" h="225425">
                  <a:moveTo>
                    <a:pt x="165595" y="0"/>
                  </a:moveTo>
                  <a:lnTo>
                    <a:pt x="99364" y="0"/>
                  </a:lnTo>
                  <a:lnTo>
                    <a:pt x="99364" y="46393"/>
                  </a:lnTo>
                  <a:lnTo>
                    <a:pt x="165595" y="46393"/>
                  </a:lnTo>
                  <a:lnTo>
                    <a:pt x="165595" y="0"/>
                  </a:lnTo>
                  <a:close/>
                </a:path>
                <a:path w="265430" h="225425">
                  <a:moveTo>
                    <a:pt x="238455" y="106413"/>
                  </a:moveTo>
                  <a:lnTo>
                    <a:pt x="139103" y="106413"/>
                  </a:lnTo>
                  <a:lnTo>
                    <a:pt x="139103" y="59410"/>
                  </a:lnTo>
                  <a:lnTo>
                    <a:pt x="125857" y="59410"/>
                  </a:lnTo>
                  <a:lnTo>
                    <a:pt x="125857" y="106413"/>
                  </a:lnTo>
                  <a:lnTo>
                    <a:pt x="26504" y="106413"/>
                  </a:lnTo>
                  <a:lnTo>
                    <a:pt x="26504" y="119113"/>
                  </a:lnTo>
                  <a:lnTo>
                    <a:pt x="26504" y="166116"/>
                  </a:lnTo>
                  <a:lnTo>
                    <a:pt x="39751" y="166116"/>
                  </a:lnTo>
                  <a:lnTo>
                    <a:pt x="39751" y="119113"/>
                  </a:lnTo>
                  <a:lnTo>
                    <a:pt x="125857" y="119113"/>
                  </a:lnTo>
                  <a:lnTo>
                    <a:pt x="125857" y="166116"/>
                  </a:lnTo>
                  <a:lnTo>
                    <a:pt x="139103" y="166116"/>
                  </a:lnTo>
                  <a:lnTo>
                    <a:pt x="139103" y="119113"/>
                  </a:lnTo>
                  <a:lnTo>
                    <a:pt x="225209" y="119113"/>
                  </a:lnTo>
                  <a:lnTo>
                    <a:pt x="225209" y="166116"/>
                  </a:lnTo>
                  <a:lnTo>
                    <a:pt x="238455" y="166116"/>
                  </a:lnTo>
                  <a:lnTo>
                    <a:pt x="238455" y="119113"/>
                  </a:lnTo>
                  <a:lnTo>
                    <a:pt x="238455" y="106413"/>
                  </a:lnTo>
                  <a:close/>
                </a:path>
                <a:path w="265430" h="225425">
                  <a:moveTo>
                    <a:pt x="264947" y="178943"/>
                  </a:moveTo>
                  <a:lnTo>
                    <a:pt x="198716" y="178943"/>
                  </a:lnTo>
                  <a:lnTo>
                    <a:pt x="198716" y="225336"/>
                  </a:lnTo>
                  <a:lnTo>
                    <a:pt x="264947" y="225336"/>
                  </a:lnTo>
                  <a:lnTo>
                    <a:pt x="264947" y="178943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632204" y="1188719"/>
            <a:ext cx="10099675" cy="584200"/>
            <a:chOff x="1632204" y="1188719"/>
            <a:chExt cx="10099675" cy="584200"/>
          </a:xfrm>
        </p:grpSpPr>
        <p:sp>
          <p:nvSpPr>
            <p:cNvPr id="6" name="object 6"/>
            <p:cNvSpPr/>
            <p:nvPr/>
          </p:nvSpPr>
          <p:spPr>
            <a:xfrm>
              <a:off x="1632204" y="1188719"/>
              <a:ext cx="10099675" cy="584200"/>
            </a:xfrm>
            <a:custGeom>
              <a:avLst/>
              <a:gdLst/>
              <a:ahLst/>
              <a:cxnLst/>
              <a:rect l="l" t="t" r="r" b="b"/>
              <a:pathLst>
                <a:path w="10099675" h="584200">
                  <a:moveTo>
                    <a:pt x="10041128" y="0"/>
                  </a:moveTo>
                  <a:lnTo>
                    <a:pt x="58419" y="0"/>
                  </a:lnTo>
                  <a:lnTo>
                    <a:pt x="35683" y="4591"/>
                  </a:lnTo>
                  <a:lnTo>
                    <a:pt x="17113" y="17113"/>
                  </a:lnTo>
                  <a:lnTo>
                    <a:pt x="4591" y="35683"/>
                  </a:lnTo>
                  <a:lnTo>
                    <a:pt x="0" y="58419"/>
                  </a:lnTo>
                  <a:lnTo>
                    <a:pt x="0" y="525271"/>
                  </a:lnTo>
                  <a:lnTo>
                    <a:pt x="4591" y="548008"/>
                  </a:lnTo>
                  <a:lnTo>
                    <a:pt x="17113" y="566578"/>
                  </a:lnTo>
                  <a:lnTo>
                    <a:pt x="35683" y="579100"/>
                  </a:lnTo>
                  <a:lnTo>
                    <a:pt x="58419" y="583691"/>
                  </a:lnTo>
                  <a:lnTo>
                    <a:pt x="10041128" y="583691"/>
                  </a:lnTo>
                  <a:lnTo>
                    <a:pt x="10063864" y="579100"/>
                  </a:lnTo>
                  <a:lnTo>
                    <a:pt x="10082434" y="566578"/>
                  </a:lnTo>
                  <a:lnTo>
                    <a:pt x="10094956" y="548008"/>
                  </a:lnTo>
                  <a:lnTo>
                    <a:pt x="10099548" y="525271"/>
                  </a:lnTo>
                  <a:lnTo>
                    <a:pt x="10099548" y="58419"/>
                  </a:lnTo>
                  <a:lnTo>
                    <a:pt x="10094956" y="35683"/>
                  </a:lnTo>
                  <a:lnTo>
                    <a:pt x="10082434" y="17113"/>
                  </a:lnTo>
                  <a:lnTo>
                    <a:pt x="10063864" y="4591"/>
                  </a:lnTo>
                  <a:lnTo>
                    <a:pt x="100411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57692" y="1340700"/>
              <a:ext cx="225425" cy="267970"/>
            </a:xfrm>
            <a:custGeom>
              <a:avLst/>
              <a:gdLst/>
              <a:ahLst/>
              <a:cxnLst/>
              <a:rect l="l" t="t" r="r" b="b"/>
              <a:pathLst>
                <a:path w="225425" h="267969">
                  <a:moveTo>
                    <a:pt x="81800" y="120218"/>
                  </a:moveTo>
                  <a:lnTo>
                    <a:pt x="75577" y="113982"/>
                  </a:lnTo>
                  <a:lnTo>
                    <a:pt x="60210" y="113982"/>
                  </a:lnTo>
                  <a:lnTo>
                    <a:pt x="53987" y="120218"/>
                  </a:lnTo>
                  <a:lnTo>
                    <a:pt x="53987" y="135585"/>
                  </a:lnTo>
                  <a:lnTo>
                    <a:pt x="60210" y="141820"/>
                  </a:lnTo>
                  <a:lnTo>
                    <a:pt x="75577" y="141820"/>
                  </a:lnTo>
                  <a:lnTo>
                    <a:pt x="81800" y="135585"/>
                  </a:lnTo>
                  <a:lnTo>
                    <a:pt x="81800" y="127901"/>
                  </a:lnTo>
                  <a:lnTo>
                    <a:pt x="81800" y="120218"/>
                  </a:lnTo>
                  <a:close/>
                </a:path>
                <a:path w="225425" h="267969">
                  <a:moveTo>
                    <a:pt x="123532" y="53009"/>
                  </a:moveTo>
                  <a:lnTo>
                    <a:pt x="117233" y="46723"/>
                  </a:lnTo>
                  <a:lnTo>
                    <a:pt x="109626" y="46723"/>
                  </a:lnTo>
                  <a:lnTo>
                    <a:pt x="102006" y="46723"/>
                  </a:lnTo>
                  <a:lnTo>
                    <a:pt x="95707" y="53009"/>
                  </a:lnTo>
                  <a:lnTo>
                    <a:pt x="95707" y="68262"/>
                  </a:lnTo>
                  <a:lnTo>
                    <a:pt x="102006" y="74549"/>
                  </a:lnTo>
                  <a:lnTo>
                    <a:pt x="117233" y="74549"/>
                  </a:lnTo>
                  <a:lnTo>
                    <a:pt x="123532" y="68262"/>
                  </a:lnTo>
                  <a:lnTo>
                    <a:pt x="123532" y="53009"/>
                  </a:lnTo>
                  <a:close/>
                </a:path>
                <a:path w="225425" h="267969">
                  <a:moveTo>
                    <a:pt x="225158" y="153454"/>
                  </a:moveTo>
                  <a:lnTo>
                    <a:pt x="221894" y="144805"/>
                  </a:lnTo>
                  <a:lnTo>
                    <a:pt x="199047" y="105041"/>
                  </a:lnTo>
                  <a:lnTo>
                    <a:pt x="198970" y="102717"/>
                  </a:lnTo>
                  <a:lnTo>
                    <a:pt x="198678" y="99733"/>
                  </a:lnTo>
                  <a:lnTo>
                    <a:pt x="197904" y="91782"/>
                  </a:lnTo>
                  <a:lnTo>
                    <a:pt x="196418" y="76682"/>
                  </a:lnTo>
                  <a:lnTo>
                    <a:pt x="171475" y="30810"/>
                  </a:lnTo>
                  <a:lnTo>
                    <a:pt x="149034" y="13373"/>
                  </a:lnTo>
                  <a:lnTo>
                    <a:pt x="149034" y="55333"/>
                  </a:lnTo>
                  <a:lnTo>
                    <a:pt x="149034" y="65278"/>
                  </a:lnTo>
                  <a:lnTo>
                    <a:pt x="140754" y="69253"/>
                  </a:lnTo>
                  <a:lnTo>
                    <a:pt x="140169" y="71564"/>
                  </a:lnTo>
                  <a:lnTo>
                    <a:pt x="140093" y="71907"/>
                  </a:lnTo>
                  <a:lnTo>
                    <a:pt x="137363" y="76682"/>
                  </a:lnTo>
                  <a:lnTo>
                    <a:pt x="137490" y="76682"/>
                  </a:lnTo>
                  <a:lnTo>
                    <a:pt x="140309" y="84823"/>
                  </a:lnTo>
                  <a:lnTo>
                    <a:pt x="140423" y="85153"/>
                  </a:lnTo>
                  <a:lnTo>
                    <a:pt x="133794" y="91782"/>
                  </a:lnTo>
                  <a:lnTo>
                    <a:pt x="125183" y="88798"/>
                  </a:lnTo>
                  <a:lnTo>
                    <a:pt x="122872" y="90131"/>
                  </a:lnTo>
                  <a:lnTo>
                    <a:pt x="120548" y="91122"/>
                  </a:lnTo>
                  <a:lnTo>
                    <a:pt x="117906" y="91782"/>
                  </a:lnTo>
                  <a:lnTo>
                    <a:pt x="113931" y="99733"/>
                  </a:lnTo>
                  <a:lnTo>
                    <a:pt x="107632" y="99733"/>
                  </a:lnTo>
                  <a:lnTo>
                    <a:pt x="107632" y="122605"/>
                  </a:lnTo>
                  <a:lnTo>
                    <a:pt x="107327" y="131876"/>
                  </a:lnTo>
                  <a:lnTo>
                    <a:pt x="107302" y="132537"/>
                  </a:lnTo>
                  <a:lnTo>
                    <a:pt x="99021" y="136512"/>
                  </a:lnTo>
                  <a:lnTo>
                    <a:pt x="98361" y="139166"/>
                  </a:lnTo>
                  <a:lnTo>
                    <a:pt x="97370" y="141490"/>
                  </a:lnTo>
                  <a:lnTo>
                    <a:pt x="96037" y="143802"/>
                  </a:lnTo>
                  <a:lnTo>
                    <a:pt x="98691" y="152425"/>
                  </a:lnTo>
                  <a:lnTo>
                    <a:pt x="92075" y="159054"/>
                  </a:lnTo>
                  <a:lnTo>
                    <a:pt x="83464" y="156070"/>
                  </a:lnTo>
                  <a:lnTo>
                    <a:pt x="81140" y="157391"/>
                  </a:lnTo>
                  <a:lnTo>
                    <a:pt x="78816" y="158381"/>
                  </a:lnTo>
                  <a:lnTo>
                    <a:pt x="76174" y="159054"/>
                  </a:lnTo>
                  <a:lnTo>
                    <a:pt x="72529" y="167005"/>
                  </a:lnTo>
                  <a:lnTo>
                    <a:pt x="63258" y="167005"/>
                  </a:lnTo>
                  <a:lnTo>
                    <a:pt x="59283" y="158724"/>
                  </a:lnTo>
                  <a:lnTo>
                    <a:pt x="57962" y="158381"/>
                  </a:lnTo>
                  <a:lnTo>
                    <a:pt x="56629" y="158051"/>
                  </a:lnTo>
                  <a:lnTo>
                    <a:pt x="54317" y="157060"/>
                  </a:lnTo>
                  <a:lnTo>
                    <a:pt x="51993" y="155740"/>
                  </a:lnTo>
                  <a:lnTo>
                    <a:pt x="43383" y="158381"/>
                  </a:lnTo>
                  <a:lnTo>
                    <a:pt x="36766" y="151765"/>
                  </a:lnTo>
                  <a:lnTo>
                    <a:pt x="39738" y="143141"/>
                  </a:lnTo>
                  <a:lnTo>
                    <a:pt x="38417" y="140830"/>
                  </a:lnTo>
                  <a:lnTo>
                    <a:pt x="37426" y="138506"/>
                  </a:lnTo>
                  <a:lnTo>
                    <a:pt x="36766" y="135851"/>
                  </a:lnTo>
                  <a:lnTo>
                    <a:pt x="28486" y="131876"/>
                  </a:lnTo>
                  <a:lnTo>
                    <a:pt x="28486" y="122605"/>
                  </a:lnTo>
                  <a:lnTo>
                    <a:pt x="36766" y="118618"/>
                  </a:lnTo>
                  <a:lnTo>
                    <a:pt x="37426" y="115976"/>
                  </a:lnTo>
                  <a:lnTo>
                    <a:pt x="38417" y="113652"/>
                  </a:lnTo>
                  <a:lnTo>
                    <a:pt x="39738" y="111328"/>
                  </a:lnTo>
                  <a:lnTo>
                    <a:pt x="36766" y="102717"/>
                  </a:lnTo>
                  <a:lnTo>
                    <a:pt x="43383" y="96088"/>
                  </a:lnTo>
                  <a:lnTo>
                    <a:pt x="51993" y="99072"/>
                  </a:lnTo>
                  <a:lnTo>
                    <a:pt x="54317" y="97751"/>
                  </a:lnTo>
                  <a:lnTo>
                    <a:pt x="56629" y="96748"/>
                  </a:lnTo>
                  <a:lnTo>
                    <a:pt x="59283" y="96088"/>
                  </a:lnTo>
                  <a:lnTo>
                    <a:pt x="63258" y="87807"/>
                  </a:lnTo>
                  <a:lnTo>
                    <a:pt x="72859" y="87807"/>
                  </a:lnTo>
                  <a:lnTo>
                    <a:pt x="76835" y="96088"/>
                  </a:lnTo>
                  <a:lnTo>
                    <a:pt x="79489" y="96748"/>
                  </a:lnTo>
                  <a:lnTo>
                    <a:pt x="81800" y="97751"/>
                  </a:lnTo>
                  <a:lnTo>
                    <a:pt x="84124" y="99072"/>
                  </a:lnTo>
                  <a:lnTo>
                    <a:pt x="92735" y="96088"/>
                  </a:lnTo>
                  <a:lnTo>
                    <a:pt x="99352" y="102717"/>
                  </a:lnTo>
                  <a:lnTo>
                    <a:pt x="96380" y="111328"/>
                  </a:lnTo>
                  <a:lnTo>
                    <a:pt x="97701" y="113652"/>
                  </a:lnTo>
                  <a:lnTo>
                    <a:pt x="98691" y="115976"/>
                  </a:lnTo>
                  <a:lnTo>
                    <a:pt x="99352" y="118618"/>
                  </a:lnTo>
                  <a:lnTo>
                    <a:pt x="107632" y="122605"/>
                  </a:lnTo>
                  <a:lnTo>
                    <a:pt x="107632" y="99733"/>
                  </a:lnTo>
                  <a:lnTo>
                    <a:pt x="104648" y="99733"/>
                  </a:lnTo>
                  <a:lnTo>
                    <a:pt x="102908" y="96088"/>
                  </a:lnTo>
                  <a:lnTo>
                    <a:pt x="100685" y="91452"/>
                  </a:lnTo>
                  <a:lnTo>
                    <a:pt x="98031" y="90792"/>
                  </a:lnTo>
                  <a:lnTo>
                    <a:pt x="95707" y="89801"/>
                  </a:lnTo>
                  <a:lnTo>
                    <a:pt x="93395" y="88468"/>
                  </a:lnTo>
                  <a:lnTo>
                    <a:pt x="84785" y="91452"/>
                  </a:lnTo>
                  <a:lnTo>
                    <a:pt x="81140" y="87807"/>
                  </a:lnTo>
                  <a:lnTo>
                    <a:pt x="78155" y="84823"/>
                  </a:lnTo>
                  <a:lnTo>
                    <a:pt x="81140" y="76212"/>
                  </a:lnTo>
                  <a:lnTo>
                    <a:pt x="79819" y="73888"/>
                  </a:lnTo>
                  <a:lnTo>
                    <a:pt x="78816" y="71564"/>
                  </a:lnTo>
                  <a:lnTo>
                    <a:pt x="78244" y="69253"/>
                  </a:lnTo>
                  <a:lnTo>
                    <a:pt x="78155" y="68922"/>
                  </a:lnTo>
                  <a:lnTo>
                    <a:pt x="69875" y="64947"/>
                  </a:lnTo>
                  <a:lnTo>
                    <a:pt x="69875" y="55664"/>
                  </a:lnTo>
                  <a:lnTo>
                    <a:pt x="78155" y="51689"/>
                  </a:lnTo>
                  <a:lnTo>
                    <a:pt x="78816" y="49034"/>
                  </a:lnTo>
                  <a:lnTo>
                    <a:pt x="79819" y="46723"/>
                  </a:lnTo>
                  <a:lnTo>
                    <a:pt x="81140" y="44399"/>
                  </a:lnTo>
                  <a:lnTo>
                    <a:pt x="78486" y="35788"/>
                  </a:lnTo>
                  <a:lnTo>
                    <a:pt x="85115" y="29159"/>
                  </a:lnTo>
                  <a:lnTo>
                    <a:pt x="93726" y="32143"/>
                  </a:lnTo>
                  <a:lnTo>
                    <a:pt x="96037" y="30810"/>
                  </a:lnTo>
                  <a:lnTo>
                    <a:pt x="98361" y="29819"/>
                  </a:lnTo>
                  <a:lnTo>
                    <a:pt x="101015" y="29159"/>
                  </a:lnTo>
                  <a:lnTo>
                    <a:pt x="104990" y="20866"/>
                  </a:lnTo>
                  <a:lnTo>
                    <a:pt x="114261" y="20866"/>
                  </a:lnTo>
                  <a:lnTo>
                    <a:pt x="118237" y="28829"/>
                  </a:lnTo>
                  <a:lnTo>
                    <a:pt x="120878" y="29489"/>
                  </a:lnTo>
                  <a:lnTo>
                    <a:pt x="123393" y="30594"/>
                  </a:lnTo>
                  <a:lnTo>
                    <a:pt x="125514" y="31800"/>
                  </a:lnTo>
                  <a:lnTo>
                    <a:pt x="134124" y="28829"/>
                  </a:lnTo>
                  <a:lnTo>
                    <a:pt x="140754" y="35445"/>
                  </a:lnTo>
                  <a:lnTo>
                    <a:pt x="137769" y="44069"/>
                  </a:lnTo>
                  <a:lnTo>
                    <a:pt x="139103" y="46380"/>
                  </a:lnTo>
                  <a:lnTo>
                    <a:pt x="140093" y="48704"/>
                  </a:lnTo>
                  <a:lnTo>
                    <a:pt x="140754" y="51358"/>
                  </a:lnTo>
                  <a:lnTo>
                    <a:pt x="149034" y="55333"/>
                  </a:lnTo>
                  <a:lnTo>
                    <a:pt x="149034" y="13373"/>
                  </a:lnTo>
                  <a:lnTo>
                    <a:pt x="125615" y="3479"/>
                  </a:lnTo>
                  <a:lnTo>
                    <a:pt x="99517" y="0"/>
                  </a:lnTo>
                  <a:lnTo>
                    <a:pt x="73418" y="3479"/>
                  </a:lnTo>
                  <a:lnTo>
                    <a:pt x="27622" y="30594"/>
                  </a:lnTo>
                  <a:lnTo>
                    <a:pt x="2616" y="76682"/>
                  </a:lnTo>
                  <a:lnTo>
                    <a:pt x="0" y="103378"/>
                  </a:lnTo>
                  <a:lnTo>
                    <a:pt x="2616" y="126492"/>
                  </a:lnTo>
                  <a:lnTo>
                    <a:pt x="10223" y="148069"/>
                  </a:lnTo>
                  <a:lnTo>
                    <a:pt x="22491" y="167360"/>
                  </a:lnTo>
                  <a:lnTo>
                    <a:pt x="39077" y="183565"/>
                  </a:lnTo>
                  <a:lnTo>
                    <a:pt x="39077" y="267411"/>
                  </a:lnTo>
                  <a:lnTo>
                    <a:pt x="143738" y="267411"/>
                  </a:lnTo>
                  <a:lnTo>
                    <a:pt x="143738" y="227647"/>
                  </a:lnTo>
                  <a:lnTo>
                    <a:pt x="159956" y="227647"/>
                  </a:lnTo>
                  <a:lnTo>
                    <a:pt x="196138" y="203085"/>
                  </a:lnTo>
                  <a:lnTo>
                    <a:pt x="199047" y="187883"/>
                  </a:lnTo>
                  <a:lnTo>
                    <a:pt x="199047" y="167995"/>
                  </a:lnTo>
                  <a:lnTo>
                    <a:pt x="213614" y="167995"/>
                  </a:lnTo>
                  <a:lnTo>
                    <a:pt x="216204" y="167005"/>
                  </a:lnTo>
                  <a:lnTo>
                    <a:pt x="219659" y="165671"/>
                  </a:lnTo>
                  <a:lnTo>
                    <a:pt x="223964" y="160629"/>
                  </a:lnTo>
                  <a:lnTo>
                    <a:pt x="224231" y="159054"/>
                  </a:lnTo>
                  <a:lnTo>
                    <a:pt x="225158" y="153454"/>
                  </a:lnTo>
                  <a:close/>
                </a:path>
              </a:pathLst>
            </a:custGeom>
            <a:solidFill>
              <a:srgbClr val="EC80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632204" y="1918716"/>
            <a:ext cx="10099675" cy="584200"/>
            <a:chOff x="1632204" y="1918716"/>
            <a:chExt cx="10099675" cy="584200"/>
          </a:xfrm>
        </p:grpSpPr>
        <p:sp>
          <p:nvSpPr>
            <p:cNvPr id="9" name="object 9"/>
            <p:cNvSpPr/>
            <p:nvPr/>
          </p:nvSpPr>
          <p:spPr>
            <a:xfrm>
              <a:off x="1632204" y="1918716"/>
              <a:ext cx="10099675" cy="584200"/>
            </a:xfrm>
            <a:custGeom>
              <a:avLst/>
              <a:gdLst/>
              <a:ahLst/>
              <a:cxnLst/>
              <a:rect l="l" t="t" r="r" b="b"/>
              <a:pathLst>
                <a:path w="10099675" h="584200">
                  <a:moveTo>
                    <a:pt x="10041128" y="0"/>
                  </a:moveTo>
                  <a:lnTo>
                    <a:pt x="58419" y="0"/>
                  </a:lnTo>
                  <a:lnTo>
                    <a:pt x="35683" y="4591"/>
                  </a:lnTo>
                  <a:lnTo>
                    <a:pt x="17113" y="17113"/>
                  </a:lnTo>
                  <a:lnTo>
                    <a:pt x="4591" y="35683"/>
                  </a:lnTo>
                  <a:lnTo>
                    <a:pt x="0" y="58420"/>
                  </a:lnTo>
                  <a:lnTo>
                    <a:pt x="0" y="525272"/>
                  </a:lnTo>
                  <a:lnTo>
                    <a:pt x="4591" y="548008"/>
                  </a:lnTo>
                  <a:lnTo>
                    <a:pt x="17113" y="566578"/>
                  </a:lnTo>
                  <a:lnTo>
                    <a:pt x="35683" y="579100"/>
                  </a:lnTo>
                  <a:lnTo>
                    <a:pt x="58419" y="583692"/>
                  </a:lnTo>
                  <a:lnTo>
                    <a:pt x="10041128" y="583692"/>
                  </a:lnTo>
                  <a:lnTo>
                    <a:pt x="10063864" y="579100"/>
                  </a:lnTo>
                  <a:lnTo>
                    <a:pt x="10082434" y="566578"/>
                  </a:lnTo>
                  <a:lnTo>
                    <a:pt x="10094956" y="548008"/>
                  </a:lnTo>
                  <a:lnTo>
                    <a:pt x="10099548" y="525272"/>
                  </a:lnTo>
                  <a:lnTo>
                    <a:pt x="10099548" y="58420"/>
                  </a:lnTo>
                  <a:lnTo>
                    <a:pt x="10094956" y="35683"/>
                  </a:lnTo>
                  <a:lnTo>
                    <a:pt x="10082434" y="17113"/>
                  </a:lnTo>
                  <a:lnTo>
                    <a:pt x="10063864" y="4591"/>
                  </a:lnTo>
                  <a:lnTo>
                    <a:pt x="100411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7699" y="2118402"/>
              <a:ext cx="225203" cy="152427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632204" y="2648711"/>
            <a:ext cx="10099675" cy="584200"/>
            <a:chOff x="1632204" y="2648711"/>
            <a:chExt cx="10099675" cy="584200"/>
          </a:xfrm>
        </p:grpSpPr>
        <p:sp>
          <p:nvSpPr>
            <p:cNvPr id="12" name="object 12"/>
            <p:cNvSpPr/>
            <p:nvPr/>
          </p:nvSpPr>
          <p:spPr>
            <a:xfrm>
              <a:off x="1632204" y="2648711"/>
              <a:ext cx="10099675" cy="584200"/>
            </a:xfrm>
            <a:custGeom>
              <a:avLst/>
              <a:gdLst/>
              <a:ahLst/>
              <a:cxnLst/>
              <a:rect l="l" t="t" r="r" b="b"/>
              <a:pathLst>
                <a:path w="10099675" h="584200">
                  <a:moveTo>
                    <a:pt x="10041128" y="0"/>
                  </a:moveTo>
                  <a:lnTo>
                    <a:pt x="58419" y="0"/>
                  </a:lnTo>
                  <a:lnTo>
                    <a:pt x="35683" y="4591"/>
                  </a:lnTo>
                  <a:lnTo>
                    <a:pt x="17113" y="17113"/>
                  </a:lnTo>
                  <a:lnTo>
                    <a:pt x="4591" y="35683"/>
                  </a:lnTo>
                  <a:lnTo>
                    <a:pt x="0" y="58420"/>
                  </a:lnTo>
                  <a:lnTo>
                    <a:pt x="0" y="525272"/>
                  </a:lnTo>
                  <a:lnTo>
                    <a:pt x="4591" y="548008"/>
                  </a:lnTo>
                  <a:lnTo>
                    <a:pt x="17113" y="566578"/>
                  </a:lnTo>
                  <a:lnTo>
                    <a:pt x="35683" y="579100"/>
                  </a:lnTo>
                  <a:lnTo>
                    <a:pt x="58419" y="583691"/>
                  </a:lnTo>
                  <a:lnTo>
                    <a:pt x="10041128" y="583691"/>
                  </a:lnTo>
                  <a:lnTo>
                    <a:pt x="10063864" y="579100"/>
                  </a:lnTo>
                  <a:lnTo>
                    <a:pt x="10082434" y="566578"/>
                  </a:lnTo>
                  <a:lnTo>
                    <a:pt x="10094956" y="548008"/>
                  </a:lnTo>
                  <a:lnTo>
                    <a:pt x="10099548" y="525272"/>
                  </a:lnTo>
                  <a:lnTo>
                    <a:pt x="10099548" y="58420"/>
                  </a:lnTo>
                  <a:lnTo>
                    <a:pt x="10094956" y="35683"/>
                  </a:lnTo>
                  <a:lnTo>
                    <a:pt x="10082434" y="17113"/>
                  </a:lnTo>
                  <a:lnTo>
                    <a:pt x="10063864" y="4591"/>
                  </a:lnTo>
                  <a:lnTo>
                    <a:pt x="100411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817295" y="2834481"/>
              <a:ext cx="306070" cy="215265"/>
            </a:xfrm>
            <a:custGeom>
              <a:avLst/>
              <a:gdLst/>
              <a:ahLst/>
              <a:cxnLst/>
              <a:rect l="l" t="t" r="r" b="b"/>
              <a:pathLst>
                <a:path w="306069" h="215264">
                  <a:moveTo>
                    <a:pt x="279186" y="0"/>
                  </a:moveTo>
                  <a:lnTo>
                    <a:pt x="109621" y="160380"/>
                  </a:lnTo>
                  <a:lnTo>
                    <a:pt x="28150" y="76876"/>
                  </a:lnTo>
                  <a:lnTo>
                    <a:pt x="0" y="103716"/>
                  </a:lnTo>
                  <a:lnTo>
                    <a:pt x="108296" y="215055"/>
                  </a:lnTo>
                  <a:lnTo>
                    <a:pt x="136778" y="188546"/>
                  </a:lnTo>
                  <a:lnTo>
                    <a:pt x="306012" y="27834"/>
                  </a:lnTo>
                  <a:lnTo>
                    <a:pt x="279186" y="0"/>
                  </a:lnTo>
                  <a:close/>
                </a:path>
              </a:pathLst>
            </a:custGeom>
            <a:solidFill>
              <a:srgbClr val="EE88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32204" y="3378708"/>
            <a:ext cx="10099675" cy="584200"/>
            <a:chOff x="1632204" y="3378708"/>
            <a:chExt cx="10099675" cy="584200"/>
          </a:xfrm>
        </p:grpSpPr>
        <p:sp>
          <p:nvSpPr>
            <p:cNvPr id="15" name="object 15"/>
            <p:cNvSpPr/>
            <p:nvPr/>
          </p:nvSpPr>
          <p:spPr>
            <a:xfrm>
              <a:off x="1632204" y="3378708"/>
              <a:ext cx="10099675" cy="584200"/>
            </a:xfrm>
            <a:custGeom>
              <a:avLst/>
              <a:gdLst/>
              <a:ahLst/>
              <a:cxnLst/>
              <a:rect l="l" t="t" r="r" b="b"/>
              <a:pathLst>
                <a:path w="10099675" h="584200">
                  <a:moveTo>
                    <a:pt x="10041128" y="0"/>
                  </a:moveTo>
                  <a:lnTo>
                    <a:pt x="58419" y="0"/>
                  </a:lnTo>
                  <a:lnTo>
                    <a:pt x="35683" y="4591"/>
                  </a:lnTo>
                  <a:lnTo>
                    <a:pt x="17113" y="17113"/>
                  </a:lnTo>
                  <a:lnTo>
                    <a:pt x="4591" y="35683"/>
                  </a:lnTo>
                  <a:lnTo>
                    <a:pt x="0" y="58419"/>
                  </a:lnTo>
                  <a:lnTo>
                    <a:pt x="0" y="525271"/>
                  </a:lnTo>
                  <a:lnTo>
                    <a:pt x="4591" y="548008"/>
                  </a:lnTo>
                  <a:lnTo>
                    <a:pt x="17113" y="566578"/>
                  </a:lnTo>
                  <a:lnTo>
                    <a:pt x="35683" y="579100"/>
                  </a:lnTo>
                  <a:lnTo>
                    <a:pt x="58419" y="583691"/>
                  </a:lnTo>
                  <a:lnTo>
                    <a:pt x="10041128" y="583691"/>
                  </a:lnTo>
                  <a:lnTo>
                    <a:pt x="10063864" y="579100"/>
                  </a:lnTo>
                  <a:lnTo>
                    <a:pt x="10082434" y="566578"/>
                  </a:lnTo>
                  <a:lnTo>
                    <a:pt x="10094956" y="548008"/>
                  </a:lnTo>
                  <a:lnTo>
                    <a:pt x="10099548" y="525271"/>
                  </a:lnTo>
                  <a:lnTo>
                    <a:pt x="10099548" y="58419"/>
                  </a:lnTo>
                  <a:lnTo>
                    <a:pt x="10094956" y="35683"/>
                  </a:lnTo>
                  <a:lnTo>
                    <a:pt x="10082434" y="17113"/>
                  </a:lnTo>
                  <a:lnTo>
                    <a:pt x="10063864" y="4591"/>
                  </a:lnTo>
                  <a:lnTo>
                    <a:pt x="100411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890817" y="3525376"/>
              <a:ext cx="159385" cy="292100"/>
            </a:xfrm>
            <a:custGeom>
              <a:avLst/>
              <a:gdLst/>
              <a:ahLst/>
              <a:cxnLst/>
              <a:rect l="l" t="t" r="r" b="b"/>
              <a:pathLst>
                <a:path w="159385" h="292100">
                  <a:moveTo>
                    <a:pt x="155986" y="0"/>
                  </a:moveTo>
                  <a:lnTo>
                    <a:pt x="2980" y="0"/>
                  </a:lnTo>
                  <a:lnTo>
                    <a:pt x="0" y="2982"/>
                  </a:lnTo>
                  <a:lnTo>
                    <a:pt x="0" y="288618"/>
                  </a:lnTo>
                  <a:lnTo>
                    <a:pt x="2980" y="291600"/>
                  </a:lnTo>
                  <a:lnTo>
                    <a:pt x="155986" y="291600"/>
                  </a:lnTo>
                  <a:lnTo>
                    <a:pt x="158967" y="288618"/>
                  </a:lnTo>
                  <a:lnTo>
                    <a:pt x="158967" y="251836"/>
                  </a:lnTo>
                  <a:lnTo>
                    <a:pt x="19870" y="251836"/>
                  </a:lnTo>
                  <a:lnTo>
                    <a:pt x="19870" y="39763"/>
                  </a:lnTo>
                  <a:lnTo>
                    <a:pt x="158967" y="39763"/>
                  </a:lnTo>
                  <a:lnTo>
                    <a:pt x="158967" y="26509"/>
                  </a:lnTo>
                  <a:lnTo>
                    <a:pt x="62593" y="26509"/>
                  </a:lnTo>
                  <a:lnTo>
                    <a:pt x="59612" y="23526"/>
                  </a:lnTo>
                  <a:lnTo>
                    <a:pt x="59612" y="16236"/>
                  </a:lnTo>
                  <a:lnTo>
                    <a:pt x="62593" y="13254"/>
                  </a:lnTo>
                  <a:lnTo>
                    <a:pt x="158967" y="13254"/>
                  </a:lnTo>
                  <a:lnTo>
                    <a:pt x="158967" y="2982"/>
                  </a:lnTo>
                  <a:lnTo>
                    <a:pt x="155986" y="0"/>
                  </a:lnTo>
                  <a:close/>
                </a:path>
                <a:path w="159385" h="292100">
                  <a:moveTo>
                    <a:pt x="158967" y="39763"/>
                  </a:moveTo>
                  <a:lnTo>
                    <a:pt x="139096" y="39763"/>
                  </a:lnTo>
                  <a:lnTo>
                    <a:pt x="139096" y="251836"/>
                  </a:lnTo>
                  <a:lnTo>
                    <a:pt x="158967" y="251836"/>
                  </a:lnTo>
                  <a:lnTo>
                    <a:pt x="158967" y="39763"/>
                  </a:lnTo>
                  <a:close/>
                </a:path>
                <a:path w="159385" h="292100">
                  <a:moveTo>
                    <a:pt x="158967" y="13254"/>
                  </a:moveTo>
                  <a:lnTo>
                    <a:pt x="96373" y="13254"/>
                  </a:lnTo>
                  <a:lnTo>
                    <a:pt x="99354" y="16236"/>
                  </a:lnTo>
                  <a:lnTo>
                    <a:pt x="99354" y="23526"/>
                  </a:lnTo>
                  <a:lnTo>
                    <a:pt x="96373" y="26509"/>
                  </a:lnTo>
                  <a:lnTo>
                    <a:pt x="158967" y="26509"/>
                  </a:lnTo>
                  <a:lnTo>
                    <a:pt x="158967" y="13254"/>
                  </a:lnTo>
                  <a:close/>
                </a:path>
              </a:pathLst>
            </a:custGeom>
            <a:solidFill>
              <a:srgbClr val="EE8B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632204" y="4108703"/>
            <a:ext cx="10099675" cy="584200"/>
            <a:chOff x="1632204" y="4108703"/>
            <a:chExt cx="10099675" cy="584200"/>
          </a:xfrm>
        </p:grpSpPr>
        <p:sp>
          <p:nvSpPr>
            <p:cNvPr id="18" name="object 18"/>
            <p:cNvSpPr/>
            <p:nvPr/>
          </p:nvSpPr>
          <p:spPr>
            <a:xfrm>
              <a:off x="1632204" y="4108703"/>
              <a:ext cx="10099675" cy="584200"/>
            </a:xfrm>
            <a:custGeom>
              <a:avLst/>
              <a:gdLst/>
              <a:ahLst/>
              <a:cxnLst/>
              <a:rect l="l" t="t" r="r" b="b"/>
              <a:pathLst>
                <a:path w="10099675" h="584200">
                  <a:moveTo>
                    <a:pt x="10041128" y="0"/>
                  </a:moveTo>
                  <a:lnTo>
                    <a:pt x="58419" y="0"/>
                  </a:lnTo>
                  <a:lnTo>
                    <a:pt x="35683" y="4591"/>
                  </a:lnTo>
                  <a:lnTo>
                    <a:pt x="17113" y="17113"/>
                  </a:lnTo>
                  <a:lnTo>
                    <a:pt x="4591" y="35683"/>
                  </a:lnTo>
                  <a:lnTo>
                    <a:pt x="0" y="58420"/>
                  </a:lnTo>
                  <a:lnTo>
                    <a:pt x="0" y="525272"/>
                  </a:lnTo>
                  <a:lnTo>
                    <a:pt x="4591" y="548008"/>
                  </a:lnTo>
                  <a:lnTo>
                    <a:pt x="17113" y="566578"/>
                  </a:lnTo>
                  <a:lnTo>
                    <a:pt x="35683" y="579100"/>
                  </a:lnTo>
                  <a:lnTo>
                    <a:pt x="58419" y="583692"/>
                  </a:lnTo>
                  <a:lnTo>
                    <a:pt x="10041128" y="583692"/>
                  </a:lnTo>
                  <a:lnTo>
                    <a:pt x="10063864" y="579100"/>
                  </a:lnTo>
                  <a:lnTo>
                    <a:pt x="10082434" y="566578"/>
                  </a:lnTo>
                  <a:lnTo>
                    <a:pt x="10094956" y="548008"/>
                  </a:lnTo>
                  <a:lnTo>
                    <a:pt x="10099548" y="525272"/>
                  </a:lnTo>
                  <a:lnTo>
                    <a:pt x="10099548" y="58420"/>
                  </a:lnTo>
                  <a:lnTo>
                    <a:pt x="10094956" y="35683"/>
                  </a:lnTo>
                  <a:lnTo>
                    <a:pt x="10082434" y="17113"/>
                  </a:lnTo>
                  <a:lnTo>
                    <a:pt x="10063864" y="4591"/>
                  </a:lnTo>
                  <a:lnTo>
                    <a:pt x="100411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8429" y="4285725"/>
              <a:ext cx="198212" cy="17177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37828" y="4470759"/>
              <a:ext cx="259715" cy="40005"/>
            </a:xfrm>
            <a:custGeom>
              <a:avLst/>
              <a:gdLst/>
              <a:ahLst/>
              <a:cxnLst/>
              <a:rect l="l" t="t" r="r" b="b"/>
              <a:pathLst>
                <a:path w="259714" h="40004">
                  <a:moveTo>
                    <a:pt x="236463" y="0"/>
                  </a:moveTo>
                  <a:lnTo>
                    <a:pt x="22950" y="0"/>
                  </a:lnTo>
                  <a:lnTo>
                    <a:pt x="0" y="39763"/>
                  </a:lnTo>
                  <a:lnTo>
                    <a:pt x="259425" y="39763"/>
                  </a:lnTo>
                  <a:lnTo>
                    <a:pt x="236463" y="0"/>
                  </a:lnTo>
                  <a:close/>
                </a:path>
              </a:pathLst>
            </a:custGeom>
            <a:solidFill>
              <a:srgbClr val="EE8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632204" y="4838700"/>
            <a:ext cx="10099675" cy="584200"/>
            <a:chOff x="1632204" y="4838700"/>
            <a:chExt cx="10099675" cy="584200"/>
          </a:xfrm>
        </p:grpSpPr>
        <p:sp>
          <p:nvSpPr>
            <p:cNvPr id="22" name="object 22"/>
            <p:cNvSpPr/>
            <p:nvPr/>
          </p:nvSpPr>
          <p:spPr>
            <a:xfrm>
              <a:off x="1632204" y="4838700"/>
              <a:ext cx="10099675" cy="584200"/>
            </a:xfrm>
            <a:custGeom>
              <a:avLst/>
              <a:gdLst/>
              <a:ahLst/>
              <a:cxnLst/>
              <a:rect l="l" t="t" r="r" b="b"/>
              <a:pathLst>
                <a:path w="10099675" h="584200">
                  <a:moveTo>
                    <a:pt x="10041128" y="0"/>
                  </a:moveTo>
                  <a:lnTo>
                    <a:pt x="58419" y="0"/>
                  </a:lnTo>
                  <a:lnTo>
                    <a:pt x="35683" y="4591"/>
                  </a:lnTo>
                  <a:lnTo>
                    <a:pt x="17113" y="17113"/>
                  </a:lnTo>
                  <a:lnTo>
                    <a:pt x="4591" y="35683"/>
                  </a:lnTo>
                  <a:lnTo>
                    <a:pt x="0" y="58419"/>
                  </a:lnTo>
                  <a:lnTo>
                    <a:pt x="0" y="525272"/>
                  </a:lnTo>
                  <a:lnTo>
                    <a:pt x="4591" y="548008"/>
                  </a:lnTo>
                  <a:lnTo>
                    <a:pt x="17113" y="566578"/>
                  </a:lnTo>
                  <a:lnTo>
                    <a:pt x="35683" y="579100"/>
                  </a:lnTo>
                  <a:lnTo>
                    <a:pt x="58419" y="583691"/>
                  </a:lnTo>
                  <a:lnTo>
                    <a:pt x="10041128" y="583691"/>
                  </a:lnTo>
                  <a:lnTo>
                    <a:pt x="10063864" y="579100"/>
                  </a:lnTo>
                  <a:lnTo>
                    <a:pt x="10082434" y="566578"/>
                  </a:lnTo>
                  <a:lnTo>
                    <a:pt x="10094956" y="548008"/>
                  </a:lnTo>
                  <a:lnTo>
                    <a:pt x="10099548" y="525272"/>
                  </a:lnTo>
                  <a:lnTo>
                    <a:pt x="10099548" y="58419"/>
                  </a:lnTo>
                  <a:lnTo>
                    <a:pt x="10094956" y="35683"/>
                  </a:lnTo>
                  <a:lnTo>
                    <a:pt x="10082434" y="17113"/>
                  </a:lnTo>
                  <a:lnTo>
                    <a:pt x="10063864" y="4591"/>
                  </a:lnTo>
                  <a:lnTo>
                    <a:pt x="1004112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858683" y="5001945"/>
              <a:ext cx="224154" cy="258445"/>
            </a:xfrm>
            <a:custGeom>
              <a:avLst/>
              <a:gdLst/>
              <a:ahLst/>
              <a:cxnLst/>
              <a:rect l="l" t="t" r="r" b="b"/>
              <a:pathLst>
                <a:path w="224155" h="258445">
                  <a:moveTo>
                    <a:pt x="51993" y="138823"/>
                  </a:moveTo>
                  <a:lnTo>
                    <a:pt x="49034" y="135851"/>
                  </a:lnTo>
                  <a:lnTo>
                    <a:pt x="41719" y="135851"/>
                  </a:lnTo>
                  <a:lnTo>
                    <a:pt x="38747" y="138823"/>
                  </a:lnTo>
                  <a:lnTo>
                    <a:pt x="38747" y="146151"/>
                  </a:lnTo>
                  <a:lnTo>
                    <a:pt x="41719" y="149110"/>
                  </a:lnTo>
                  <a:lnTo>
                    <a:pt x="49034" y="149110"/>
                  </a:lnTo>
                  <a:lnTo>
                    <a:pt x="51993" y="146151"/>
                  </a:lnTo>
                  <a:lnTo>
                    <a:pt x="51993" y="142481"/>
                  </a:lnTo>
                  <a:lnTo>
                    <a:pt x="51993" y="138823"/>
                  </a:lnTo>
                  <a:close/>
                </a:path>
                <a:path w="224155" h="258445">
                  <a:moveTo>
                    <a:pt x="118237" y="208407"/>
                  </a:moveTo>
                  <a:lnTo>
                    <a:pt x="115265" y="205447"/>
                  </a:lnTo>
                  <a:lnTo>
                    <a:pt x="107950" y="205447"/>
                  </a:lnTo>
                  <a:lnTo>
                    <a:pt x="104990" y="208407"/>
                  </a:lnTo>
                  <a:lnTo>
                    <a:pt x="104990" y="215734"/>
                  </a:lnTo>
                  <a:lnTo>
                    <a:pt x="107950" y="218694"/>
                  </a:lnTo>
                  <a:lnTo>
                    <a:pt x="115265" y="218694"/>
                  </a:lnTo>
                  <a:lnTo>
                    <a:pt x="118237" y="215734"/>
                  </a:lnTo>
                  <a:lnTo>
                    <a:pt x="118237" y="212064"/>
                  </a:lnTo>
                  <a:lnTo>
                    <a:pt x="118237" y="208407"/>
                  </a:lnTo>
                  <a:close/>
                </a:path>
                <a:path w="224155" h="258445">
                  <a:moveTo>
                    <a:pt x="118237" y="75869"/>
                  </a:moveTo>
                  <a:lnTo>
                    <a:pt x="115265" y="72898"/>
                  </a:lnTo>
                  <a:lnTo>
                    <a:pt x="107950" y="72898"/>
                  </a:lnTo>
                  <a:lnTo>
                    <a:pt x="104990" y="75869"/>
                  </a:lnTo>
                  <a:lnTo>
                    <a:pt x="104990" y="83185"/>
                  </a:lnTo>
                  <a:lnTo>
                    <a:pt x="107950" y="86156"/>
                  </a:lnTo>
                  <a:lnTo>
                    <a:pt x="115265" y="86156"/>
                  </a:lnTo>
                  <a:lnTo>
                    <a:pt x="118237" y="83185"/>
                  </a:lnTo>
                  <a:lnTo>
                    <a:pt x="118237" y="79527"/>
                  </a:lnTo>
                  <a:lnTo>
                    <a:pt x="118237" y="75869"/>
                  </a:lnTo>
                  <a:close/>
                </a:path>
                <a:path w="224155" h="258445">
                  <a:moveTo>
                    <a:pt x="149034" y="170649"/>
                  </a:moveTo>
                  <a:lnTo>
                    <a:pt x="118237" y="139827"/>
                  </a:lnTo>
                  <a:lnTo>
                    <a:pt x="118237" y="96088"/>
                  </a:lnTo>
                  <a:lnTo>
                    <a:pt x="104990" y="96088"/>
                  </a:lnTo>
                  <a:lnTo>
                    <a:pt x="104990" y="144145"/>
                  </a:lnTo>
                  <a:lnTo>
                    <a:pt x="105651" y="145796"/>
                  </a:lnTo>
                  <a:lnTo>
                    <a:pt x="139763" y="179933"/>
                  </a:lnTo>
                  <a:lnTo>
                    <a:pt x="149034" y="170649"/>
                  </a:lnTo>
                  <a:close/>
                </a:path>
                <a:path w="224155" h="258445">
                  <a:moveTo>
                    <a:pt x="184467" y="138823"/>
                  </a:moveTo>
                  <a:lnTo>
                    <a:pt x="181508" y="135851"/>
                  </a:lnTo>
                  <a:lnTo>
                    <a:pt x="174193" y="135851"/>
                  </a:lnTo>
                  <a:lnTo>
                    <a:pt x="171221" y="138823"/>
                  </a:lnTo>
                  <a:lnTo>
                    <a:pt x="171221" y="146151"/>
                  </a:lnTo>
                  <a:lnTo>
                    <a:pt x="174193" y="149110"/>
                  </a:lnTo>
                  <a:lnTo>
                    <a:pt x="181508" y="149110"/>
                  </a:lnTo>
                  <a:lnTo>
                    <a:pt x="184467" y="146151"/>
                  </a:lnTo>
                  <a:lnTo>
                    <a:pt x="184467" y="142481"/>
                  </a:lnTo>
                  <a:lnTo>
                    <a:pt x="184467" y="138823"/>
                  </a:lnTo>
                  <a:close/>
                </a:path>
                <a:path w="224155" h="258445">
                  <a:moveTo>
                    <a:pt x="223596" y="131927"/>
                  </a:moveTo>
                  <a:lnTo>
                    <a:pt x="212725" y="96024"/>
                  </a:lnTo>
                  <a:lnTo>
                    <a:pt x="204343" y="84518"/>
                  </a:lnTo>
                  <a:lnTo>
                    <a:pt x="204343" y="145796"/>
                  </a:lnTo>
                  <a:lnTo>
                    <a:pt x="197065" y="181965"/>
                  </a:lnTo>
                  <a:lnTo>
                    <a:pt x="177228" y="211455"/>
                  </a:lnTo>
                  <a:lnTo>
                    <a:pt x="147751" y="231305"/>
                  </a:lnTo>
                  <a:lnTo>
                    <a:pt x="111607" y="238582"/>
                  </a:lnTo>
                  <a:lnTo>
                    <a:pt x="75463" y="231305"/>
                  </a:lnTo>
                  <a:lnTo>
                    <a:pt x="45999" y="211455"/>
                  </a:lnTo>
                  <a:lnTo>
                    <a:pt x="26149" y="181965"/>
                  </a:lnTo>
                  <a:lnTo>
                    <a:pt x="18884" y="145796"/>
                  </a:lnTo>
                  <a:lnTo>
                    <a:pt x="26149" y="109626"/>
                  </a:lnTo>
                  <a:lnTo>
                    <a:pt x="45999" y="80149"/>
                  </a:lnTo>
                  <a:lnTo>
                    <a:pt x="75463" y="60286"/>
                  </a:lnTo>
                  <a:lnTo>
                    <a:pt x="111607" y="53009"/>
                  </a:lnTo>
                  <a:lnTo>
                    <a:pt x="147751" y="60286"/>
                  </a:lnTo>
                  <a:lnTo>
                    <a:pt x="177228" y="80149"/>
                  </a:lnTo>
                  <a:lnTo>
                    <a:pt x="197065" y="109626"/>
                  </a:lnTo>
                  <a:lnTo>
                    <a:pt x="204343" y="145796"/>
                  </a:lnTo>
                  <a:lnTo>
                    <a:pt x="204343" y="84518"/>
                  </a:lnTo>
                  <a:lnTo>
                    <a:pt x="190106" y="64947"/>
                  </a:lnTo>
                  <a:lnTo>
                    <a:pt x="200037" y="55003"/>
                  </a:lnTo>
                  <a:lnTo>
                    <a:pt x="201853" y="53009"/>
                  </a:lnTo>
                  <a:lnTo>
                    <a:pt x="202463" y="52349"/>
                  </a:lnTo>
                  <a:lnTo>
                    <a:pt x="203682" y="51028"/>
                  </a:lnTo>
                  <a:lnTo>
                    <a:pt x="203682" y="45161"/>
                  </a:lnTo>
                  <a:lnTo>
                    <a:pt x="201955" y="43332"/>
                  </a:lnTo>
                  <a:lnTo>
                    <a:pt x="196062" y="37439"/>
                  </a:lnTo>
                  <a:lnTo>
                    <a:pt x="189776" y="37109"/>
                  </a:lnTo>
                  <a:lnTo>
                    <a:pt x="185801" y="40754"/>
                  </a:lnTo>
                  <a:lnTo>
                    <a:pt x="174536" y="52349"/>
                  </a:lnTo>
                  <a:lnTo>
                    <a:pt x="162204" y="45161"/>
                  </a:lnTo>
                  <a:lnTo>
                    <a:pt x="149161" y="39598"/>
                  </a:lnTo>
                  <a:lnTo>
                    <a:pt x="135559" y="35763"/>
                  </a:lnTo>
                  <a:lnTo>
                    <a:pt x="121551" y="33794"/>
                  </a:lnTo>
                  <a:lnTo>
                    <a:pt x="121551" y="19875"/>
                  </a:lnTo>
                  <a:lnTo>
                    <a:pt x="151358" y="19875"/>
                  </a:lnTo>
                  <a:lnTo>
                    <a:pt x="151358" y="0"/>
                  </a:lnTo>
                  <a:lnTo>
                    <a:pt x="71869" y="0"/>
                  </a:lnTo>
                  <a:lnTo>
                    <a:pt x="71869" y="19875"/>
                  </a:lnTo>
                  <a:lnTo>
                    <a:pt x="101676" y="19875"/>
                  </a:lnTo>
                  <a:lnTo>
                    <a:pt x="101676" y="33464"/>
                  </a:lnTo>
                  <a:lnTo>
                    <a:pt x="64503" y="43332"/>
                  </a:lnTo>
                  <a:lnTo>
                    <a:pt x="33578" y="64490"/>
                  </a:lnTo>
                  <a:lnTo>
                    <a:pt x="11277" y="94653"/>
                  </a:lnTo>
                  <a:lnTo>
                    <a:pt x="0" y="131546"/>
                  </a:lnTo>
                  <a:lnTo>
                    <a:pt x="1739" y="169367"/>
                  </a:lnTo>
                  <a:lnTo>
                    <a:pt x="1765" y="170103"/>
                  </a:lnTo>
                  <a:lnTo>
                    <a:pt x="15862" y="204863"/>
                  </a:lnTo>
                  <a:lnTo>
                    <a:pt x="40563" y="233045"/>
                  </a:lnTo>
                  <a:lnTo>
                    <a:pt x="74409" y="251955"/>
                  </a:lnTo>
                  <a:lnTo>
                    <a:pt x="74917" y="251955"/>
                  </a:lnTo>
                  <a:lnTo>
                    <a:pt x="112179" y="258279"/>
                  </a:lnTo>
                  <a:lnTo>
                    <a:pt x="173443" y="238582"/>
                  </a:lnTo>
                  <a:lnTo>
                    <a:pt x="207657" y="205117"/>
                  </a:lnTo>
                  <a:lnTo>
                    <a:pt x="222097" y="169367"/>
                  </a:lnTo>
                  <a:lnTo>
                    <a:pt x="223596" y="131927"/>
                  </a:lnTo>
                  <a:close/>
                </a:path>
              </a:pathLst>
            </a:custGeom>
            <a:solidFill>
              <a:srgbClr val="EF92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1632204" y="5568696"/>
            <a:ext cx="10099675" cy="585470"/>
            <a:chOff x="1632204" y="5568696"/>
            <a:chExt cx="10099675" cy="585470"/>
          </a:xfrm>
        </p:grpSpPr>
        <p:sp>
          <p:nvSpPr>
            <p:cNvPr id="25" name="object 25"/>
            <p:cNvSpPr/>
            <p:nvPr/>
          </p:nvSpPr>
          <p:spPr>
            <a:xfrm>
              <a:off x="1632204" y="5568696"/>
              <a:ext cx="10099675" cy="585470"/>
            </a:xfrm>
            <a:custGeom>
              <a:avLst/>
              <a:gdLst/>
              <a:ahLst/>
              <a:cxnLst/>
              <a:rect l="l" t="t" r="r" b="b"/>
              <a:pathLst>
                <a:path w="10099675" h="585470">
                  <a:moveTo>
                    <a:pt x="10041001" y="0"/>
                  </a:moveTo>
                  <a:lnTo>
                    <a:pt x="58546" y="0"/>
                  </a:lnTo>
                  <a:lnTo>
                    <a:pt x="35736" y="4598"/>
                  </a:lnTo>
                  <a:lnTo>
                    <a:pt x="17129" y="17140"/>
                  </a:lnTo>
                  <a:lnTo>
                    <a:pt x="4593" y="35741"/>
                  </a:lnTo>
                  <a:lnTo>
                    <a:pt x="0" y="58521"/>
                  </a:lnTo>
                  <a:lnTo>
                    <a:pt x="0" y="526694"/>
                  </a:lnTo>
                  <a:lnTo>
                    <a:pt x="4593" y="549474"/>
                  </a:lnTo>
                  <a:lnTo>
                    <a:pt x="17129" y="568075"/>
                  </a:lnTo>
                  <a:lnTo>
                    <a:pt x="35736" y="580617"/>
                  </a:lnTo>
                  <a:lnTo>
                    <a:pt x="58546" y="585215"/>
                  </a:lnTo>
                  <a:lnTo>
                    <a:pt x="10041001" y="585215"/>
                  </a:lnTo>
                  <a:lnTo>
                    <a:pt x="10063811" y="580617"/>
                  </a:lnTo>
                  <a:lnTo>
                    <a:pt x="10082418" y="568075"/>
                  </a:lnTo>
                  <a:lnTo>
                    <a:pt x="10094954" y="549474"/>
                  </a:lnTo>
                  <a:lnTo>
                    <a:pt x="10099548" y="526694"/>
                  </a:lnTo>
                  <a:lnTo>
                    <a:pt x="10099548" y="58521"/>
                  </a:lnTo>
                  <a:lnTo>
                    <a:pt x="10094954" y="35741"/>
                  </a:lnTo>
                  <a:lnTo>
                    <a:pt x="10082418" y="17140"/>
                  </a:lnTo>
                  <a:lnTo>
                    <a:pt x="10063811" y="4598"/>
                  </a:lnTo>
                  <a:lnTo>
                    <a:pt x="1004100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837497" y="5742965"/>
              <a:ext cx="278765" cy="237490"/>
            </a:xfrm>
            <a:custGeom>
              <a:avLst/>
              <a:gdLst/>
              <a:ahLst/>
              <a:cxnLst/>
              <a:rect l="l" t="t" r="r" b="b"/>
              <a:pathLst>
                <a:path w="278764" h="237489">
                  <a:moveTo>
                    <a:pt x="112933" y="198120"/>
                  </a:moveTo>
                  <a:lnTo>
                    <a:pt x="92730" y="198120"/>
                  </a:lnTo>
                  <a:lnTo>
                    <a:pt x="95018" y="209550"/>
                  </a:lnTo>
                  <a:lnTo>
                    <a:pt x="128829" y="231140"/>
                  </a:lnTo>
                  <a:lnTo>
                    <a:pt x="169860" y="237490"/>
                  </a:lnTo>
                  <a:lnTo>
                    <a:pt x="211687" y="237490"/>
                  </a:lnTo>
                  <a:lnTo>
                    <a:pt x="242259" y="231140"/>
                  </a:lnTo>
                  <a:lnTo>
                    <a:pt x="267615" y="219710"/>
                  </a:lnTo>
                  <a:lnTo>
                    <a:pt x="268237" y="218440"/>
                  </a:lnTo>
                  <a:lnTo>
                    <a:pt x="174532" y="218440"/>
                  </a:lnTo>
                  <a:lnTo>
                    <a:pt x="165922" y="217170"/>
                  </a:lnTo>
                  <a:lnTo>
                    <a:pt x="165922" y="215900"/>
                  </a:lnTo>
                  <a:lnTo>
                    <a:pt x="152674" y="215900"/>
                  </a:lnTo>
                  <a:lnTo>
                    <a:pt x="143401" y="214630"/>
                  </a:lnTo>
                  <a:lnTo>
                    <a:pt x="139427" y="213360"/>
                  </a:lnTo>
                  <a:lnTo>
                    <a:pt x="139427" y="209550"/>
                  </a:lnTo>
                  <a:lnTo>
                    <a:pt x="126180" y="209550"/>
                  </a:lnTo>
                  <a:lnTo>
                    <a:pt x="117900" y="205740"/>
                  </a:lnTo>
                  <a:lnTo>
                    <a:pt x="112933" y="201930"/>
                  </a:lnTo>
                  <a:lnTo>
                    <a:pt x="112933" y="198120"/>
                  </a:lnTo>
                  <a:close/>
                </a:path>
                <a:path w="278764" h="237489">
                  <a:moveTo>
                    <a:pt x="192416" y="204470"/>
                  </a:moveTo>
                  <a:lnTo>
                    <a:pt x="179169" y="204470"/>
                  </a:lnTo>
                  <a:lnTo>
                    <a:pt x="179169" y="218440"/>
                  </a:lnTo>
                  <a:lnTo>
                    <a:pt x="192416" y="218440"/>
                  </a:lnTo>
                  <a:lnTo>
                    <a:pt x="192416" y="204470"/>
                  </a:lnTo>
                  <a:close/>
                </a:path>
                <a:path w="278764" h="237489">
                  <a:moveTo>
                    <a:pt x="218911" y="204470"/>
                  </a:moveTo>
                  <a:lnTo>
                    <a:pt x="205663" y="204470"/>
                  </a:lnTo>
                  <a:lnTo>
                    <a:pt x="205663" y="217170"/>
                  </a:lnTo>
                  <a:lnTo>
                    <a:pt x="197053" y="218440"/>
                  </a:lnTo>
                  <a:lnTo>
                    <a:pt x="268237" y="218440"/>
                  </a:lnTo>
                  <a:lnTo>
                    <a:pt x="269482" y="215900"/>
                  </a:lnTo>
                  <a:lnTo>
                    <a:pt x="218911" y="215900"/>
                  </a:lnTo>
                  <a:lnTo>
                    <a:pt x="218911" y="204470"/>
                  </a:lnTo>
                  <a:close/>
                </a:path>
                <a:path w="278764" h="237489">
                  <a:moveTo>
                    <a:pt x="218911" y="203200"/>
                  </a:moveTo>
                  <a:lnTo>
                    <a:pt x="143732" y="203200"/>
                  </a:lnTo>
                  <a:lnTo>
                    <a:pt x="152674" y="204470"/>
                  </a:lnTo>
                  <a:lnTo>
                    <a:pt x="152674" y="215900"/>
                  </a:lnTo>
                  <a:lnTo>
                    <a:pt x="165922" y="215900"/>
                  </a:lnTo>
                  <a:lnTo>
                    <a:pt x="165922" y="204470"/>
                  </a:lnTo>
                  <a:lnTo>
                    <a:pt x="218911" y="204470"/>
                  </a:lnTo>
                  <a:lnTo>
                    <a:pt x="218911" y="203200"/>
                  </a:lnTo>
                  <a:close/>
                </a:path>
                <a:path w="278764" h="237489">
                  <a:moveTo>
                    <a:pt x="245405" y="200660"/>
                  </a:moveTo>
                  <a:lnTo>
                    <a:pt x="232158" y="200660"/>
                  </a:lnTo>
                  <a:lnTo>
                    <a:pt x="232158" y="213360"/>
                  </a:lnTo>
                  <a:lnTo>
                    <a:pt x="228184" y="214630"/>
                  </a:lnTo>
                  <a:lnTo>
                    <a:pt x="218911" y="215900"/>
                  </a:lnTo>
                  <a:lnTo>
                    <a:pt x="269482" y="215900"/>
                  </a:lnTo>
                  <a:lnTo>
                    <a:pt x="272593" y="209550"/>
                  </a:lnTo>
                  <a:lnTo>
                    <a:pt x="245405" y="209550"/>
                  </a:lnTo>
                  <a:lnTo>
                    <a:pt x="245405" y="200660"/>
                  </a:lnTo>
                  <a:close/>
                </a:path>
                <a:path w="278764" h="237489">
                  <a:moveTo>
                    <a:pt x="108332" y="0"/>
                  </a:moveTo>
                  <a:lnTo>
                    <a:pt x="92730" y="0"/>
                  </a:lnTo>
                  <a:lnTo>
                    <a:pt x="66505" y="1270"/>
                  </a:lnTo>
                  <a:lnTo>
                    <a:pt x="35933" y="6350"/>
                  </a:lnTo>
                  <a:lnTo>
                    <a:pt x="10577" y="17780"/>
                  </a:lnTo>
                  <a:lnTo>
                    <a:pt x="0" y="39370"/>
                  </a:lnTo>
                  <a:lnTo>
                    <a:pt x="0" y="72390"/>
                  </a:lnTo>
                  <a:lnTo>
                    <a:pt x="812" y="78740"/>
                  </a:lnTo>
                  <a:lnTo>
                    <a:pt x="3270" y="85090"/>
                  </a:lnTo>
                  <a:lnTo>
                    <a:pt x="7405" y="90170"/>
                  </a:lnTo>
                  <a:lnTo>
                    <a:pt x="13247" y="95250"/>
                  </a:lnTo>
                  <a:lnTo>
                    <a:pt x="13247" y="101600"/>
                  </a:lnTo>
                  <a:lnTo>
                    <a:pt x="7824" y="106680"/>
                  </a:lnTo>
                  <a:lnTo>
                    <a:pt x="3643" y="111760"/>
                  </a:lnTo>
                  <a:lnTo>
                    <a:pt x="952" y="118110"/>
                  </a:lnTo>
                  <a:lnTo>
                    <a:pt x="0" y="125730"/>
                  </a:lnTo>
                  <a:lnTo>
                    <a:pt x="0" y="158750"/>
                  </a:lnTo>
                  <a:lnTo>
                    <a:pt x="36098" y="191770"/>
                  </a:lnTo>
                  <a:lnTo>
                    <a:pt x="77129" y="198120"/>
                  </a:lnTo>
                  <a:lnTo>
                    <a:pt x="115913" y="198120"/>
                  </a:lnTo>
                  <a:lnTo>
                    <a:pt x="119225" y="199390"/>
                  </a:lnTo>
                  <a:lnTo>
                    <a:pt x="122537" y="199390"/>
                  </a:lnTo>
                  <a:lnTo>
                    <a:pt x="126180" y="200660"/>
                  </a:lnTo>
                  <a:lnTo>
                    <a:pt x="126180" y="209550"/>
                  </a:lnTo>
                  <a:lnTo>
                    <a:pt x="139427" y="209550"/>
                  </a:lnTo>
                  <a:lnTo>
                    <a:pt x="139427" y="203200"/>
                  </a:lnTo>
                  <a:lnTo>
                    <a:pt x="218911" y="203200"/>
                  </a:lnTo>
                  <a:lnTo>
                    <a:pt x="223216" y="201930"/>
                  </a:lnTo>
                  <a:lnTo>
                    <a:pt x="227853" y="201930"/>
                  </a:lnTo>
                  <a:lnTo>
                    <a:pt x="232158" y="200660"/>
                  </a:lnTo>
                  <a:lnTo>
                    <a:pt x="245405" y="200660"/>
                  </a:lnTo>
                  <a:lnTo>
                    <a:pt x="245405" y="198120"/>
                  </a:lnTo>
                  <a:lnTo>
                    <a:pt x="250042" y="196850"/>
                  </a:lnTo>
                  <a:lnTo>
                    <a:pt x="254678" y="194310"/>
                  </a:lnTo>
                  <a:lnTo>
                    <a:pt x="258653" y="191770"/>
                  </a:lnTo>
                  <a:lnTo>
                    <a:pt x="278192" y="191770"/>
                  </a:lnTo>
                  <a:lnTo>
                    <a:pt x="278192" y="185420"/>
                  </a:lnTo>
                  <a:lnTo>
                    <a:pt x="161285" y="185420"/>
                  </a:lnTo>
                  <a:lnTo>
                    <a:pt x="152674" y="184150"/>
                  </a:lnTo>
                  <a:lnTo>
                    <a:pt x="152674" y="182880"/>
                  </a:lnTo>
                  <a:lnTo>
                    <a:pt x="139427" y="182880"/>
                  </a:lnTo>
                  <a:lnTo>
                    <a:pt x="130154" y="181610"/>
                  </a:lnTo>
                  <a:lnTo>
                    <a:pt x="126180" y="180340"/>
                  </a:lnTo>
                  <a:lnTo>
                    <a:pt x="126180" y="177800"/>
                  </a:lnTo>
                  <a:lnTo>
                    <a:pt x="73191" y="177800"/>
                  </a:lnTo>
                  <a:lnTo>
                    <a:pt x="73191" y="176530"/>
                  </a:lnTo>
                  <a:lnTo>
                    <a:pt x="59943" y="176530"/>
                  </a:lnTo>
                  <a:lnTo>
                    <a:pt x="50670" y="175260"/>
                  </a:lnTo>
                  <a:lnTo>
                    <a:pt x="46696" y="173990"/>
                  </a:lnTo>
                  <a:lnTo>
                    <a:pt x="46696" y="170180"/>
                  </a:lnTo>
                  <a:lnTo>
                    <a:pt x="33449" y="170180"/>
                  </a:lnTo>
                  <a:lnTo>
                    <a:pt x="25169" y="166370"/>
                  </a:lnTo>
                  <a:lnTo>
                    <a:pt x="20202" y="162560"/>
                  </a:lnTo>
                  <a:lnTo>
                    <a:pt x="20202" y="152400"/>
                  </a:lnTo>
                  <a:lnTo>
                    <a:pt x="172545" y="152400"/>
                  </a:lnTo>
                  <a:lnTo>
                    <a:pt x="144115" y="149860"/>
                  </a:lnTo>
                  <a:lnTo>
                    <a:pt x="120964" y="146050"/>
                  </a:lnTo>
                  <a:lnTo>
                    <a:pt x="105388" y="139700"/>
                  </a:lnTo>
                  <a:lnTo>
                    <a:pt x="73191" y="139700"/>
                  </a:lnTo>
                  <a:lnTo>
                    <a:pt x="63918" y="138430"/>
                  </a:lnTo>
                  <a:lnTo>
                    <a:pt x="59943" y="137160"/>
                  </a:lnTo>
                  <a:lnTo>
                    <a:pt x="59943" y="133350"/>
                  </a:lnTo>
                  <a:lnTo>
                    <a:pt x="46696" y="133350"/>
                  </a:lnTo>
                  <a:lnTo>
                    <a:pt x="38417" y="130810"/>
                  </a:lnTo>
                  <a:lnTo>
                    <a:pt x="33449" y="127000"/>
                  </a:lnTo>
                  <a:lnTo>
                    <a:pt x="33449" y="115570"/>
                  </a:lnTo>
                  <a:lnTo>
                    <a:pt x="136398" y="115570"/>
                  </a:lnTo>
                  <a:lnTo>
                    <a:pt x="144115" y="114300"/>
                  </a:lnTo>
                  <a:lnTo>
                    <a:pt x="172545" y="111760"/>
                  </a:lnTo>
                  <a:lnTo>
                    <a:pt x="256169" y="111760"/>
                  </a:lnTo>
                  <a:lnTo>
                    <a:pt x="244877" y="104140"/>
                  </a:lnTo>
                  <a:lnTo>
                    <a:pt x="229177" y="99060"/>
                  </a:lnTo>
                  <a:lnTo>
                    <a:pt x="222223" y="97790"/>
                  </a:lnTo>
                  <a:lnTo>
                    <a:pt x="214771" y="95250"/>
                  </a:lnTo>
                  <a:lnTo>
                    <a:pt x="206823" y="93980"/>
                  </a:lnTo>
                  <a:lnTo>
                    <a:pt x="198377" y="93980"/>
                  </a:lnTo>
                  <a:lnTo>
                    <a:pt x="198709" y="92710"/>
                  </a:lnTo>
                  <a:lnTo>
                    <a:pt x="86438" y="92710"/>
                  </a:lnTo>
                  <a:lnTo>
                    <a:pt x="81801" y="91440"/>
                  </a:lnTo>
                  <a:lnTo>
                    <a:pt x="73191" y="91440"/>
                  </a:lnTo>
                  <a:lnTo>
                    <a:pt x="73191" y="90170"/>
                  </a:lnTo>
                  <a:lnTo>
                    <a:pt x="59943" y="90170"/>
                  </a:lnTo>
                  <a:lnTo>
                    <a:pt x="50670" y="88900"/>
                  </a:lnTo>
                  <a:lnTo>
                    <a:pt x="46696" y="87630"/>
                  </a:lnTo>
                  <a:lnTo>
                    <a:pt x="46696" y="83820"/>
                  </a:lnTo>
                  <a:lnTo>
                    <a:pt x="33449" y="83820"/>
                  </a:lnTo>
                  <a:lnTo>
                    <a:pt x="25169" y="80010"/>
                  </a:lnTo>
                  <a:lnTo>
                    <a:pt x="20202" y="76200"/>
                  </a:lnTo>
                  <a:lnTo>
                    <a:pt x="20202" y="66040"/>
                  </a:lnTo>
                  <a:lnTo>
                    <a:pt x="185461" y="66040"/>
                  </a:lnTo>
                  <a:lnTo>
                    <a:pt x="185461" y="59690"/>
                  </a:lnTo>
                  <a:lnTo>
                    <a:pt x="93062" y="59690"/>
                  </a:lnTo>
                  <a:lnTo>
                    <a:pt x="64632" y="57150"/>
                  </a:lnTo>
                  <a:lnTo>
                    <a:pt x="41480" y="53340"/>
                  </a:lnTo>
                  <a:lnTo>
                    <a:pt x="25904" y="46990"/>
                  </a:lnTo>
                  <a:lnTo>
                    <a:pt x="20202" y="39370"/>
                  </a:lnTo>
                  <a:lnTo>
                    <a:pt x="25904" y="31750"/>
                  </a:lnTo>
                  <a:lnTo>
                    <a:pt x="41480" y="25400"/>
                  </a:lnTo>
                  <a:lnTo>
                    <a:pt x="64632" y="21590"/>
                  </a:lnTo>
                  <a:lnTo>
                    <a:pt x="93062" y="19050"/>
                  </a:lnTo>
                  <a:lnTo>
                    <a:pt x="176354" y="19050"/>
                  </a:lnTo>
                  <a:lnTo>
                    <a:pt x="165063" y="11430"/>
                  </a:lnTo>
                  <a:lnTo>
                    <a:pt x="149363" y="6350"/>
                  </a:lnTo>
                  <a:lnTo>
                    <a:pt x="136928" y="3810"/>
                  </a:lnTo>
                  <a:lnTo>
                    <a:pt x="123158" y="1270"/>
                  </a:lnTo>
                  <a:lnTo>
                    <a:pt x="108332" y="0"/>
                  </a:lnTo>
                  <a:close/>
                </a:path>
                <a:path w="278764" h="237489">
                  <a:moveTo>
                    <a:pt x="278192" y="191770"/>
                  </a:moveTo>
                  <a:lnTo>
                    <a:pt x="258653" y="191770"/>
                  </a:lnTo>
                  <a:lnTo>
                    <a:pt x="258653" y="203200"/>
                  </a:lnTo>
                  <a:lnTo>
                    <a:pt x="253685" y="207010"/>
                  </a:lnTo>
                  <a:lnTo>
                    <a:pt x="245405" y="209550"/>
                  </a:lnTo>
                  <a:lnTo>
                    <a:pt x="272593" y="209550"/>
                  </a:lnTo>
                  <a:lnTo>
                    <a:pt x="278192" y="198120"/>
                  </a:lnTo>
                  <a:lnTo>
                    <a:pt x="278192" y="191770"/>
                  </a:lnTo>
                  <a:close/>
                </a:path>
                <a:path w="278764" h="237489">
                  <a:moveTo>
                    <a:pt x="179169" y="171450"/>
                  </a:moveTo>
                  <a:lnTo>
                    <a:pt x="165922" y="171450"/>
                  </a:lnTo>
                  <a:lnTo>
                    <a:pt x="165922" y="185420"/>
                  </a:lnTo>
                  <a:lnTo>
                    <a:pt x="179169" y="185420"/>
                  </a:lnTo>
                  <a:lnTo>
                    <a:pt x="179169" y="171450"/>
                  </a:lnTo>
                  <a:close/>
                </a:path>
                <a:path w="278764" h="237489">
                  <a:moveTo>
                    <a:pt x="205663" y="171450"/>
                  </a:moveTo>
                  <a:lnTo>
                    <a:pt x="192416" y="171450"/>
                  </a:lnTo>
                  <a:lnTo>
                    <a:pt x="192416" y="184150"/>
                  </a:lnTo>
                  <a:lnTo>
                    <a:pt x="183805" y="184150"/>
                  </a:lnTo>
                  <a:lnTo>
                    <a:pt x="179169" y="185420"/>
                  </a:lnTo>
                  <a:lnTo>
                    <a:pt x="278192" y="185420"/>
                  </a:lnTo>
                  <a:lnTo>
                    <a:pt x="278192" y="182880"/>
                  </a:lnTo>
                  <a:lnTo>
                    <a:pt x="205663" y="182880"/>
                  </a:lnTo>
                  <a:lnTo>
                    <a:pt x="205663" y="171450"/>
                  </a:lnTo>
                  <a:close/>
                </a:path>
                <a:path w="278764" h="237489">
                  <a:moveTo>
                    <a:pt x="209969" y="168910"/>
                  </a:moveTo>
                  <a:lnTo>
                    <a:pt x="139427" y="168910"/>
                  </a:lnTo>
                  <a:lnTo>
                    <a:pt x="139427" y="182880"/>
                  </a:lnTo>
                  <a:lnTo>
                    <a:pt x="152674" y="182880"/>
                  </a:lnTo>
                  <a:lnTo>
                    <a:pt x="152674" y="171450"/>
                  </a:lnTo>
                  <a:lnTo>
                    <a:pt x="205663" y="171450"/>
                  </a:lnTo>
                  <a:lnTo>
                    <a:pt x="205663" y="170180"/>
                  </a:lnTo>
                  <a:lnTo>
                    <a:pt x="209969" y="168910"/>
                  </a:lnTo>
                  <a:close/>
                </a:path>
                <a:path w="278764" h="237489">
                  <a:moveTo>
                    <a:pt x="232158" y="167640"/>
                  </a:moveTo>
                  <a:lnTo>
                    <a:pt x="218911" y="167640"/>
                  </a:lnTo>
                  <a:lnTo>
                    <a:pt x="218911" y="180340"/>
                  </a:lnTo>
                  <a:lnTo>
                    <a:pt x="214937" y="181610"/>
                  </a:lnTo>
                  <a:lnTo>
                    <a:pt x="205663" y="182880"/>
                  </a:lnTo>
                  <a:lnTo>
                    <a:pt x="278192" y="182880"/>
                  </a:lnTo>
                  <a:lnTo>
                    <a:pt x="278192" y="176530"/>
                  </a:lnTo>
                  <a:lnTo>
                    <a:pt x="232158" y="176530"/>
                  </a:lnTo>
                  <a:lnTo>
                    <a:pt x="232158" y="167640"/>
                  </a:lnTo>
                  <a:close/>
                </a:path>
                <a:path w="278764" h="237489">
                  <a:moveTo>
                    <a:pt x="99685" y="165100"/>
                  </a:moveTo>
                  <a:lnTo>
                    <a:pt x="79814" y="165100"/>
                  </a:lnTo>
                  <a:lnTo>
                    <a:pt x="79814" y="170180"/>
                  </a:lnTo>
                  <a:lnTo>
                    <a:pt x="80808" y="173990"/>
                  </a:lnTo>
                  <a:lnTo>
                    <a:pt x="83126" y="177800"/>
                  </a:lnTo>
                  <a:lnTo>
                    <a:pt x="126180" y="177800"/>
                  </a:lnTo>
                  <a:lnTo>
                    <a:pt x="126180" y="176530"/>
                  </a:lnTo>
                  <a:lnTo>
                    <a:pt x="112933" y="176530"/>
                  </a:lnTo>
                  <a:lnTo>
                    <a:pt x="104653" y="172720"/>
                  </a:lnTo>
                  <a:lnTo>
                    <a:pt x="99685" y="168910"/>
                  </a:lnTo>
                  <a:lnTo>
                    <a:pt x="99685" y="165100"/>
                  </a:lnTo>
                  <a:close/>
                </a:path>
                <a:path w="278764" h="237489">
                  <a:moveTo>
                    <a:pt x="99685" y="161290"/>
                  </a:moveTo>
                  <a:lnTo>
                    <a:pt x="51002" y="161290"/>
                  </a:lnTo>
                  <a:lnTo>
                    <a:pt x="55307" y="162560"/>
                  </a:lnTo>
                  <a:lnTo>
                    <a:pt x="59943" y="162560"/>
                  </a:lnTo>
                  <a:lnTo>
                    <a:pt x="59943" y="176530"/>
                  </a:lnTo>
                  <a:lnTo>
                    <a:pt x="73191" y="176530"/>
                  </a:lnTo>
                  <a:lnTo>
                    <a:pt x="73191" y="165100"/>
                  </a:lnTo>
                  <a:lnTo>
                    <a:pt x="99685" y="165100"/>
                  </a:lnTo>
                  <a:lnTo>
                    <a:pt x="99685" y="161290"/>
                  </a:lnTo>
                  <a:close/>
                </a:path>
                <a:path w="278764" h="237489">
                  <a:moveTo>
                    <a:pt x="245405" y="158750"/>
                  </a:moveTo>
                  <a:lnTo>
                    <a:pt x="99685" y="158750"/>
                  </a:lnTo>
                  <a:lnTo>
                    <a:pt x="103659" y="161290"/>
                  </a:lnTo>
                  <a:lnTo>
                    <a:pt x="107965" y="162560"/>
                  </a:lnTo>
                  <a:lnTo>
                    <a:pt x="112933" y="163830"/>
                  </a:lnTo>
                  <a:lnTo>
                    <a:pt x="112933" y="176530"/>
                  </a:lnTo>
                  <a:lnTo>
                    <a:pt x="126180" y="176530"/>
                  </a:lnTo>
                  <a:lnTo>
                    <a:pt x="126180" y="167640"/>
                  </a:lnTo>
                  <a:lnTo>
                    <a:pt x="232158" y="167640"/>
                  </a:lnTo>
                  <a:lnTo>
                    <a:pt x="232158" y="165100"/>
                  </a:lnTo>
                  <a:lnTo>
                    <a:pt x="236795" y="163830"/>
                  </a:lnTo>
                  <a:lnTo>
                    <a:pt x="241431" y="161290"/>
                  </a:lnTo>
                  <a:lnTo>
                    <a:pt x="245405" y="158750"/>
                  </a:lnTo>
                  <a:close/>
                </a:path>
                <a:path w="278764" h="237489">
                  <a:moveTo>
                    <a:pt x="277571" y="158750"/>
                  </a:moveTo>
                  <a:lnTo>
                    <a:pt x="245405" y="158750"/>
                  </a:lnTo>
                  <a:lnTo>
                    <a:pt x="245405" y="168910"/>
                  </a:lnTo>
                  <a:lnTo>
                    <a:pt x="240438" y="173990"/>
                  </a:lnTo>
                  <a:lnTo>
                    <a:pt x="232158" y="176530"/>
                  </a:lnTo>
                  <a:lnTo>
                    <a:pt x="278192" y="176530"/>
                  </a:lnTo>
                  <a:lnTo>
                    <a:pt x="278068" y="163830"/>
                  </a:lnTo>
                  <a:lnTo>
                    <a:pt x="277571" y="158750"/>
                  </a:lnTo>
                  <a:close/>
                </a:path>
                <a:path w="278764" h="237489">
                  <a:moveTo>
                    <a:pt x="256169" y="111760"/>
                  </a:moveTo>
                  <a:lnTo>
                    <a:pt x="172545" y="111760"/>
                  </a:lnTo>
                  <a:lnTo>
                    <a:pt x="200975" y="114300"/>
                  </a:lnTo>
                  <a:lnTo>
                    <a:pt x="224127" y="118110"/>
                  </a:lnTo>
                  <a:lnTo>
                    <a:pt x="239703" y="124460"/>
                  </a:lnTo>
                  <a:lnTo>
                    <a:pt x="245405" y="132080"/>
                  </a:lnTo>
                  <a:lnTo>
                    <a:pt x="239703" y="139700"/>
                  </a:lnTo>
                  <a:lnTo>
                    <a:pt x="224127" y="146050"/>
                  </a:lnTo>
                  <a:lnTo>
                    <a:pt x="200975" y="149860"/>
                  </a:lnTo>
                  <a:lnTo>
                    <a:pt x="172545" y="152400"/>
                  </a:lnTo>
                  <a:lnTo>
                    <a:pt x="20202" y="152400"/>
                  </a:lnTo>
                  <a:lnTo>
                    <a:pt x="24176" y="154940"/>
                  </a:lnTo>
                  <a:lnTo>
                    <a:pt x="28481" y="156210"/>
                  </a:lnTo>
                  <a:lnTo>
                    <a:pt x="33449" y="157480"/>
                  </a:lnTo>
                  <a:lnTo>
                    <a:pt x="33449" y="170180"/>
                  </a:lnTo>
                  <a:lnTo>
                    <a:pt x="46696" y="170180"/>
                  </a:lnTo>
                  <a:lnTo>
                    <a:pt x="46696" y="161290"/>
                  </a:lnTo>
                  <a:lnTo>
                    <a:pt x="99685" y="161290"/>
                  </a:lnTo>
                  <a:lnTo>
                    <a:pt x="99685" y="158750"/>
                  </a:lnTo>
                  <a:lnTo>
                    <a:pt x="277571" y="158750"/>
                  </a:lnTo>
                  <a:lnTo>
                    <a:pt x="275212" y="152400"/>
                  </a:lnTo>
                  <a:lnTo>
                    <a:pt x="271113" y="147320"/>
                  </a:lnTo>
                  <a:lnTo>
                    <a:pt x="265276" y="142240"/>
                  </a:lnTo>
                  <a:lnTo>
                    <a:pt x="265276" y="132080"/>
                  </a:lnTo>
                  <a:lnTo>
                    <a:pt x="262989" y="120650"/>
                  </a:lnTo>
                  <a:lnTo>
                    <a:pt x="256169" y="111760"/>
                  </a:lnTo>
                  <a:close/>
                </a:path>
                <a:path w="278764" h="237489">
                  <a:moveTo>
                    <a:pt x="218911" y="167640"/>
                  </a:moveTo>
                  <a:lnTo>
                    <a:pt x="130485" y="167640"/>
                  </a:lnTo>
                  <a:lnTo>
                    <a:pt x="134791" y="168910"/>
                  </a:lnTo>
                  <a:lnTo>
                    <a:pt x="214605" y="168910"/>
                  </a:lnTo>
                  <a:lnTo>
                    <a:pt x="218911" y="167640"/>
                  </a:lnTo>
                  <a:close/>
                </a:path>
                <a:path w="278764" h="237489">
                  <a:moveTo>
                    <a:pt x="105388" y="124460"/>
                  </a:moveTo>
                  <a:lnTo>
                    <a:pt x="59943" y="124460"/>
                  </a:lnTo>
                  <a:lnTo>
                    <a:pt x="68554" y="127000"/>
                  </a:lnTo>
                  <a:lnTo>
                    <a:pt x="73191" y="127000"/>
                  </a:lnTo>
                  <a:lnTo>
                    <a:pt x="73191" y="139700"/>
                  </a:lnTo>
                  <a:lnTo>
                    <a:pt x="105388" y="139700"/>
                  </a:lnTo>
                  <a:lnTo>
                    <a:pt x="99685" y="132080"/>
                  </a:lnTo>
                  <a:lnTo>
                    <a:pt x="105388" y="124460"/>
                  </a:lnTo>
                  <a:close/>
                </a:path>
                <a:path w="278764" h="237489">
                  <a:moveTo>
                    <a:pt x="136398" y="115570"/>
                  </a:moveTo>
                  <a:lnTo>
                    <a:pt x="33449" y="115570"/>
                  </a:lnTo>
                  <a:lnTo>
                    <a:pt x="37423" y="118110"/>
                  </a:lnTo>
                  <a:lnTo>
                    <a:pt x="41728" y="119380"/>
                  </a:lnTo>
                  <a:lnTo>
                    <a:pt x="46696" y="120650"/>
                  </a:lnTo>
                  <a:lnTo>
                    <a:pt x="46696" y="133350"/>
                  </a:lnTo>
                  <a:lnTo>
                    <a:pt x="59943" y="133350"/>
                  </a:lnTo>
                  <a:lnTo>
                    <a:pt x="59943" y="124460"/>
                  </a:lnTo>
                  <a:lnTo>
                    <a:pt x="105388" y="124460"/>
                  </a:lnTo>
                  <a:lnTo>
                    <a:pt x="120964" y="118110"/>
                  </a:lnTo>
                  <a:lnTo>
                    <a:pt x="136398" y="115570"/>
                  </a:lnTo>
                  <a:close/>
                </a:path>
                <a:path w="278764" h="237489">
                  <a:moveTo>
                    <a:pt x="99685" y="78740"/>
                  </a:moveTo>
                  <a:lnTo>
                    <a:pt x="86438" y="78740"/>
                  </a:lnTo>
                  <a:lnTo>
                    <a:pt x="86438" y="92710"/>
                  </a:lnTo>
                  <a:lnTo>
                    <a:pt x="99685" y="92710"/>
                  </a:lnTo>
                  <a:lnTo>
                    <a:pt x="99685" y="78740"/>
                  </a:lnTo>
                  <a:close/>
                </a:path>
                <a:path w="278764" h="237489">
                  <a:moveTo>
                    <a:pt x="126180" y="78740"/>
                  </a:moveTo>
                  <a:lnTo>
                    <a:pt x="112933" y="78740"/>
                  </a:lnTo>
                  <a:lnTo>
                    <a:pt x="112933" y="91440"/>
                  </a:lnTo>
                  <a:lnTo>
                    <a:pt x="104322" y="91440"/>
                  </a:lnTo>
                  <a:lnTo>
                    <a:pt x="99685" y="92710"/>
                  </a:lnTo>
                  <a:lnTo>
                    <a:pt x="198709" y="92710"/>
                  </a:lnTo>
                  <a:lnTo>
                    <a:pt x="198709" y="90170"/>
                  </a:lnTo>
                  <a:lnTo>
                    <a:pt x="126180" y="90170"/>
                  </a:lnTo>
                  <a:lnTo>
                    <a:pt x="126180" y="78740"/>
                  </a:lnTo>
                  <a:close/>
                </a:path>
                <a:path w="278764" h="237489">
                  <a:moveTo>
                    <a:pt x="139427" y="74930"/>
                  </a:moveTo>
                  <a:lnTo>
                    <a:pt x="46696" y="74930"/>
                  </a:lnTo>
                  <a:lnTo>
                    <a:pt x="55307" y="76200"/>
                  </a:lnTo>
                  <a:lnTo>
                    <a:pt x="59943" y="77470"/>
                  </a:lnTo>
                  <a:lnTo>
                    <a:pt x="59943" y="90170"/>
                  </a:lnTo>
                  <a:lnTo>
                    <a:pt x="73191" y="90170"/>
                  </a:lnTo>
                  <a:lnTo>
                    <a:pt x="73191" y="78740"/>
                  </a:lnTo>
                  <a:lnTo>
                    <a:pt x="126180" y="78740"/>
                  </a:lnTo>
                  <a:lnTo>
                    <a:pt x="126180" y="77470"/>
                  </a:lnTo>
                  <a:lnTo>
                    <a:pt x="130485" y="76200"/>
                  </a:lnTo>
                  <a:lnTo>
                    <a:pt x="135122" y="76200"/>
                  </a:lnTo>
                  <a:lnTo>
                    <a:pt x="139427" y="74930"/>
                  </a:lnTo>
                  <a:close/>
                </a:path>
                <a:path w="278764" h="237489">
                  <a:moveTo>
                    <a:pt x="152674" y="74930"/>
                  </a:moveTo>
                  <a:lnTo>
                    <a:pt x="139427" y="74930"/>
                  </a:lnTo>
                  <a:lnTo>
                    <a:pt x="139427" y="87630"/>
                  </a:lnTo>
                  <a:lnTo>
                    <a:pt x="135453" y="88900"/>
                  </a:lnTo>
                  <a:lnTo>
                    <a:pt x="126180" y="90170"/>
                  </a:lnTo>
                  <a:lnTo>
                    <a:pt x="198709" y="90170"/>
                  </a:lnTo>
                  <a:lnTo>
                    <a:pt x="198709" y="88900"/>
                  </a:lnTo>
                  <a:lnTo>
                    <a:pt x="198059" y="83820"/>
                  </a:lnTo>
                  <a:lnTo>
                    <a:pt x="152674" y="83820"/>
                  </a:lnTo>
                  <a:lnTo>
                    <a:pt x="152674" y="74930"/>
                  </a:lnTo>
                  <a:close/>
                </a:path>
                <a:path w="278764" h="237489">
                  <a:moveTo>
                    <a:pt x="165922" y="66040"/>
                  </a:moveTo>
                  <a:lnTo>
                    <a:pt x="20202" y="66040"/>
                  </a:lnTo>
                  <a:lnTo>
                    <a:pt x="24176" y="68580"/>
                  </a:lnTo>
                  <a:lnTo>
                    <a:pt x="28481" y="69850"/>
                  </a:lnTo>
                  <a:lnTo>
                    <a:pt x="33449" y="71120"/>
                  </a:lnTo>
                  <a:lnTo>
                    <a:pt x="33449" y="83820"/>
                  </a:lnTo>
                  <a:lnTo>
                    <a:pt x="46696" y="83820"/>
                  </a:lnTo>
                  <a:lnTo>
                    <a:pt x="46696" y="74930"/>
                  </a:lnTo>
                  <a:lnTo>
                    <a:pt x="152674" y="74930"/>
                  </a:lnTo>
                  <a:lnTo>
                    <a:pt x="152674" y="72390"/>
                  </a:lnTo>
                  <a:lnTo>
                    <a:pt x="157311" y="69850"/>
                  </a:lnTo>
                  <a:lnTo>
                    <a:pt x="161947" y="68580"/>
                  </a:lnTo>
                  <a:lnTo>
                    <a:pt x="165922" y="66040"/>
                  </a:lnTo>
                  <a:close/>
                </a:path>
                <a:path w="278764" h="237489">
                  <a:moveTo>
                    <a:pt x="185461" y="66040"/>
                  </a:moveTo>
                  <a:lnTo>
                    <a:pt x="165922" y="66040"/>
                  </a:lnTo>
                  <a:lnTo>
                    <a:pt x="165922" y="76200"/>
                  </a:lnTo>
                  <a:lnTo>
                    <a:pt x="160954" y="81280"/>
                  </a:lnTo>
                  <a:lnTo>
                    <a:pt x="152674" y="83820"/>
                  </a:lnTo>
                  <a:lnTo>
                    <a:pt x="198059" y="83820"/>
                  </a:lnTo>
                  <a:lnTo>
                    <a:pt x="197896" y="82550"/>
                  </a:lnTo>
                  <a:lnTo>
                    <a:pt x="195438" y="76200"/>
                  </a:lnTo>
                  <a:lnTo>
                    <a:pt x="191304" y="71120"/>
                  </a:lnTo>
                  <a:lnTo>
                    <a:pt x="185461" y="66040"/>
                  </a:lnTo>
                  <a:close/>
                </a:path>
                <a:path w="278764" h="237489">
                  <a:moveTo>
                    <a:pt x="176354" y="19050"/>
                  </a:moveTo>
                  <a:lnTo>
                    <a:pt x="93062" y="19050"/>
                  </a:lnTo>
                  <a:lnTo>
                    <a:pt x="121492" y="21590"/>
                  </a:lnTo>
                  <a:lnTo>
                    <a:pt x="144643" y="25400"/>
                  </a:lnTo>
                  <a:lnTo>
                    <a:pt x="160219" y="31750"/>
                  </a:lnTo>
                  <a:lnTo>
                    <a:pt x="165922" y="39370"/>
                  </a:lnTo>
                  <a:lnTo>
                    <a:pt x="160219" y="46990"/>
                  </a:lnTo>
                  <a:lnTo>
                    <a:pt x="144643" y="53340"/>
                  </a:lnTo>
                  <a:lnTo>
                    <a:pt x="121492" y="57150"/>
                  </a:lnTo>
                  <a:lnTo>
                    <a:pt x="93062" y="59690"/>
                  </a:lnTo>
                  <a:lnTo>
                    <a:pt x="185461" y="59690"/>
                  </a:lnTo>
                  <a:lnTo>
                    <a:pt x="185461" y="39370"/>
                  </a:lnTo>
                  <a:lnTo>
                    <a:pt x="183174" y="27940"/>
                  </a:lnTo>
                  <a:lnTo>
                    <a:pt x="176354" y="19050"/>
                  </a:lnTo>
                  <a:close/>
                </a:path>
              </a:pathLst>
            </a:custGeom>
            <a:solidFill>
              <a:srgbClr val="F09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805257" y="569798"/>
            <a:ext cx="4409440" cy="5443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3245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latin typeface="Calibri"/>
                <a:cs typeface="Calibri"/>
              </a:rPr>
              <a:t>Advantages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2-tier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Architecture: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000">
              <a:latin typeface="Calibri"/>
              <a:cs typeface="Calibri"/>
            </a:endParaRPr>
          </a:p>
          <a:p>
            <a:pPr marL="563245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Easy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understand</a:t>
            </a:r>
            <a:endParaRPr sz="2000">
              <a:latin typeface="Calibri"/>
              <a:cs typeface="Calibri"/>
            </a:endParaRPr>
          </a:p>
          <a:p>
            <a:pPr marL="563245" marR="2146300" indent="-551180">
              <a:lnSpc>
                <a:spcPct val="239600"/>
              </a:lnSpc>
              <a:tabLst>
                <a:tab pos="371475" algn="l"/>
                <a:tab pos="562610" algn="l"/>
              </a:tabLst>
            </a:pPr>
            <a:r>
              <a:rPr sz="2000" u="sng" dirty="0">
                <a:uFill>
                  <a:solidFill>
                    <a:srgbClr val="ED8339"/>
                  </a:solidFill>
                </a:uFill>
                <a:latin typeface="Calibri"/>
                <a:cs typeface="Calibri"/>
              </a:rPr>
              <a:t>	</a:t>
            </a:r>
            <a:r>
              <a:rPr sz="2000" dirty="0">
                <a:latin typeface="Calibri"/>
                <a:cs typeface="Calibri"/>
              </a:rPr>
              <a:t>	Easy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retrieve </a:t>
            </a:r>
            <a:r>
              <a:rPr sz="2000" dirty="0">
                <a:latin typeface="Calibri"/>
                <a:cs typeface="Calibri"/>
              </a:rPr>
              <a:t>Easy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modify </a:t>
            </a:r>
            <a:r>
              <a:rPr sz="2000" dirty="0">
                <a:latin typeface="Calibri"/>
                <a:cs typeface="Calibri"/>
              </a:rPr>
              <a:t>Easy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maintain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2000">
              <a:latin typeface="Calibri"/>
              <a:cs typeface="Calibri"/>
            </a:endParaRPr>
          </a:p>
          <a:p>
            <a:pPr marL="563245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Disadvantages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2-tier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architecture:</a:t>
            </a:r>
            <a:endParaRPr sz="2000">
              <a:latin typeface="Calibri"/>
              <a:cs typeface="Calibri"/>
            </a:endParaRPr>
          </a:p>
          <a:p>
            <a:pPr marL="563245" marR="2145665">
              <a:lnSpc>
                <a:spcPct val="239600"/>
              </a:lnSpc>
            </a:pPr>
            <a:r>
              <a:rPr sz="2000" dirty="0">
                <a:latin typeface="Calibri"/>
                <a:cs typeface="Calibri"/>
              </a:rPr>
              <a:t>Time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consuming </a:t>
            </a:r>
            <a:r>
              <a:rPr sz="2000" dirty="0">
                <a:latin typeface="Calibri"/>
                <a:cs typeface="Calibri"/>
              </a:rPr>
              <a:t>Cost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effective.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80059" y="1339722"/>
            <a:ext cx="40951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45" dirty="0"/>
              <a:t>3-</a:t>
            </a:r>
            <a:r>
              <a:rPr sz="4400" dirty="0"/>
              <a:t>tier</a:t>
            </a:r>
            <a:r>
              <a:rPr sz="4400" spc="-170" dirty="0"/>
              <a:t> </a:t>
            </a:r>
            <a:r>
              <a:rPr sz="4400" spc="-40" dirty="0"/>
              <a:t>Architecture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804672" y="598931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274319" y="0"/>
                </a:moveTo>
                <a:lnTo>
                  <a:pt x="225011" y="4419"/>
                </a:lnTo>
                <a:lnTo>
                  <a:pt x="178602" y="17161"/>
                </a:lnTo>
                <a:lnTo>
                  <a:pt x="135867" y="37450"/>
                </a:lnTo>
                <a:lnTo>
                  <a:pt x="97580" y="64513"/>
                </a:lnTo>
                <a:lnTo>
                  <a:pt x="64518" y="97575"/>
                </a:lnTo>
                <a:lnTo>
                  <a:pt x="37453" y="135861"/>
                </a:lnTo>
                <a:lnTo>
                  <a:pt x="17162" y="178597"/>
                </a:lnTo>
                <a:lnTo>
                  <a:pt x="4419" y="225008"/>
                </a:lnTo>
                <a:lnTo>
                  <a:pt x="0" y="274319"/>
                </a:lnTo>
                <a:lnTo>
                  <a:pt x="4419" y="323631"/>
                </a:lnTo>
                <a:lnTo>
                  <a:pt x="17162" y="370042"/>
                </a:lnTo>
                <a:lnTo>
                  <a:pt x="37453" y="412778"/>
                </a:lnTo>
                <a:lnTo>
                  <a:pt x="64518" y="451064"/>
                </a:lnTo>
                <a:lnTo>
                  <a:pt x="97580" y="484126"/>
                </a:lnTo>
                <a:lnTo>
                  <a:pt x="135867" y="511189"/>
                </a:lnTo>
                <a:lnTo>
                  <a:pt x="178602" y="531478"/>
                </a:lnTo>
                <a:lnTo>
                  <a:pt x="225011" y="544220"/>
                </a:lnTo>
                <a:lnTo>
                  <a:pt x="274319" y="548639"/>
                </a:lnTo>
                <a:lnTo>
                  <a:pt x="323628" y="544220"/>
                </a:lnTo>
                <a:lnTo>
                  <a:pt x="370037" y="531478"/>
                </a:lnTo>
                <a:lnTo>
                  <a:pt x="412772" y="511189"/>
                </a:lnTo>
                <a:lnTo>
                  <a:pt x="451059" y="484126"/>
                </a:lnTo>
                <a:lnTo>
                  <a:pt x="484121" y="451064"/>
                </a:lnTo>
                <a:lnTo>
                  <a:pt x="511186" y="412778"/>
                </a:lnTo>
                <a:lnTo>
                  <a:pt x="531477" y="370042"/>
                </a:lnTo>
                <a:lnTo>
                  <a:pt x="544220" y="323631"/>
                </a:lnTo>
                <a:lnTo>
                  <a:pt x="548640" y="274319"/>
                </a:lnTo>
                <a:lnTo>
                  <a:pt x="544220" y="225008"/>
                </a:lnTo>
                <a:lnTo>
                  <a:pt x="531477" y="178597"/>
                </a:lnTo>
                <a:lnTo>
                  <a:pt x="511186" y="135861"/>
                </a:lnTo>
                <a:lnTo>
                  <a:pt x="484121" y="97575"/>
                </a:lnTo>
                <a:lnTo>
                  <a:pt x="451059" y="64513"/>
                </a:lnTo>
                <a:lnTo>
                  <a:pt x="412772" y="37450"/>
                </a:lnTo>
                <a:lnTo>
                  <a:pt x="370037" y="17161"/>
                </a:lnTo>
                <a:lnTo>
                  <a:pt x="323628" y="4419"/>
                </a:lnTo>
                <a:lnTo>
                  <a:pt x="274319" y="0"/>
                </a:lnTo>
                <a:close/>
              </a:path>
            </a:pathLst>
          </a:custGeom>
          <a:solidFill>
            <a:srgbClr val="83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69975" y="734695"/>
            <a:ext cx="21780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4326" y="2849371"/>
            <a:ext cx="2914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3-</a:t>
            </a:r>
            <a:r>
              <a:rPr sz="2400" dirty="0">
                <a:latin typeface="Calibri"/>
                <a:cs typeface="Calibri"/>
              </a:rPr>
              <a:t>tier</a:t>
            </a:r>
            <a:r>
              <a:rPr sz="2400" spc="4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76191" y="2849371"/>
            <a:ext cx="16579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separates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2926" y="3178555"/>
            <a:ext cx="4622165" cy="17081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2400" dirty="0">
                <a:latin typeface="Calibri"/>
                <a:cs typeface="Calibri"/>
              </a:rPr>
              <a:t>tiers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how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present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database.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widely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used </a:t>
            </a:r>
            <a:r>
              <a:rPr sz="2400" spc="-10" dirty="0">
                <a:latin typeface="Calibri"/>
                <a:cs typeface="Calibri"/>
              </a:rPr>
              <a:t>architecture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DBMS.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88658" y="661153"/>
            <a:ext cx="3225210" cy="408814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4"/>
            <a:ext cx="12192000" cy="6856095"/>
            <a:chOff x="0" y="44"/>
            <a:chExt cx="12192000" cy="68560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4"/>
              <a:ext cx="12192000" cy="685596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3127" y="2770632"/>
              <a:ext cx="10905744" cy="3404616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643127" y="4826508"/>
            <a:ext cx="10906125" cy="1348740"/>
          </a:xfrm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marL="145415" marR="137160" algn="ctr">
              <a:lnSpc>
                <a:spcPct val="91800"/>
              </a:lnSpc>
              <a:spcBef>
                <a:spcPts val="187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20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FFFFF"/>
                </a:solidFill>
                <a:latin typeface="Calibri"/>
                <a:cs typeface="Calibri"/>
              </a:rPr>
              <a:t>(Presentation)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sz="20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−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End-users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operate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know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nothing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about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existence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beyond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layer.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layer,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views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generated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reside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tier.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3658" y="2690622"/>
            <a:ext cx="10445750" cy="14484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05"/>
              </a:spcBef>
            </a:pP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(Middle)</a:t>
            </a:r>
            <a:r>
              <a:rPr sz="2000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sz="20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−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reside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user,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presents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abstracted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End-users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unaware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existence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beyond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end,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tier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aware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beyond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tier.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Hence,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layer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sits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middle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mediator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end-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3127" y="714755"/>
            <a:ext cx="10905744" cy="2075688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207109" y="822197"/>
            <a:ext cx="9779635" cy="106045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5080" indent="-1905" algn="ctr">
              <a:lnSpc>
                <a:spcPct val="91500"/>
              </a:lnSpc>
              <a:spcBef>
                <a:spcPts val="345"/>
              </a:spcBef>
            </a:pPr>
            <a:r>
              <a:rPr sz="2400" b="1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(Data)</a:t>
            </a:r>
            <a:r>
              <a:rPr sz="24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Tier</a:t>
            </a:r>
            <a:r>
              <a:rPr sz="24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−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tier,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resides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along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query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languages.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relations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their constraints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level.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23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760"/>
            <a:ext cx="12191999" cy="684423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4963" rIns="0" bIns="0" rtlCol="0">
            <a:spAutoFit/>
          </a:bodyPr>
          <a:lstStyle/>
          <a:p>
            <a:pPr marL="31115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Transaction</a:t>
            </a:r>
            <a:r>
              <a:rPr spc="-100" dirty="0"/>
              <a:t> </a:t>
            </a:r>
            <a:r>
              <a:rPr spc="-30" dirty="0"/>
              <a:t>Management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43127" y="1461516"/>
            <a:ext cx="10906125" cy="4709160"/>
            <a:chOff x="643127" y="1461516"/>
            <a:chExt cx="10906125" cy="4709160"/>
          </a:xfrm>
        </p:grpSpPr>
        <p:sp>
          <p:nvSpPr>
            <p:cNvPr id="5" name="object 5"/>
            <p:cNvSpPr/>
            <p:nvPr/>
          </p:nvSpPr>
          <p:spPr>
            <a:xfrm>
              <a:off x="643127" y="1461516"/>
              <a:ext cx="10906125" cy="2192020"/>
            </a:xfrm>
            <a:custGeom>
              <a:avLst/>
              <a:gdLst/>
              <a:ahLst/>
              <a:cxnLst/>
              <a:rect l="l" t="t" r="r" b="b"/>
              <a:pathLst>
                <a:path w="10906125" h="2192020">
                  <a:moveTo>
                    <a:pt x="10686542" y="0"/>
                  </a:moveTo>
                  <a:lnTo>
                    <a:pt x="219151" y="0"/>
                  </a:lnTo>
                  <a:lnTo>
                    <a:pt x="168902" y="5790"/>
                  </a:lnTo>
                  <a:lnTo>
                    <a:pt x="122775" y="22285"/>
                  </a:lnTo>
                  <a:lnTo>
                    <a:pt x="82084" y="48165"/>
                  </a:lnTo>
                  <a:lnTo>
                    <a:pt x="48145" y="82115"/>
                  </a:lnTo>
                  <a:lnTo>
                    <a:pt x="22275" y="122816"/>
                  </a:lnTo>
                  <a:lnTo>
                    <a:pt x="5788" y="168950"/>
                  </a:lnTo>
                  <a:lnTo>
                    <a:pt x="0" y="219201"/>
                  </a:lnTo>
                  <a:lnTo>
                    <a:pt x="0" y="1972310"/>
                  </a:lnTo>
                  <a:lnTo>
                    <a:pt x="5788" y="2022561"/>
                  </a:lnTo>
                  <a:lnTo>
                    <a:pt x="22275" y="2068695"/>
                  </a:lnTo>
                  <a:lnTo>
                    <a:pt x="48145" y="2109396"/>
                  </a:lnTo>
                  <a:lnTo>
                    <a:pt x="82084" y="2143346"/>
                  </a:lnTo>
                  <a:lnTo>
                    <a:pt x="122775" y="2169226"/>
                  </a:lnTo>
                  <a:lnTo>
                    <a:pt x="168902" y="2185721"/>
                  </a:lnTo>
                  <a:lnTo>
                    <a:pt x="219151" y="2191512"/>
                  </a:lnTo>
                  <a:lnTo>
                    <a:pt x="10686542" y="2191512"/>
                  </a:lnTo>
                  <a:lnTo>
                    <a:pt x="10736793" y="2185721"/>
                  </a:lnTo>
                  <a:lnTo>
                    <a:pt x="10782927" y="2169226"/>
                  </a:lnTo>
                  <a:lnTo>
                    <a:pt x="10823628" y="2143346"/>
                  </a:lnTo>
                  <a:lnTo>
                    <a:pt x="10857578" y="2109396"/>
                  </a:lnTo>
                  <a:lnTo>
                    <a:pt x="10883458" y="2068695"/>
                  </a:lnTo>
                  <a:lnTo>
                    <a:pt x="10899953" y="2022561"/>
                  </a:lnTo>
                  <a:lnTo>
                    <a:pt x="10905744" y="1972310"/>
                  </a:lnTo>
                  <a:lnTo>
                    <a:pt x="10905744" y="219201"/>
                  </a:lnTo>
                  <a:lnTo>
                    <a:pt x="10899953" y="168950"/>
                  </a:lnTo>
                  <a:lnTo>
                    <a:pt x="10883458" y="122816"/>
                  </a:lnTo>
                  <a:lnTo>
                    <a:pt x="10857578" y="82115"/>
                  </a:lnTo>
                  <a:lnTo>
                    <a:pt x="10823628" y="48165"/>
                  </a:lnTo>
                  <a:lnTo>
                    <a:pt x="10782927" y="22285"/>
                  </a:lnTo>
                  <a:lnTo>
                    <a:pt x="10736793" y="5790"/>
                  </a:lnTo>
                  <a:lnTo>
                    <a:pt x="106865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0233" y="2161367"/>
              <a:ext cx="422909" cy="173990"/>
            </a:xfrm>
            <a:custGeom>
              <a:avLst/>
              <a:gdLst/>
              <a:ahLst/>
              <a:cxnLst/>
              <a:rect l="l" t="t" r="r" b="b"/>
              <a:pathLst>
                <a:path w="422910" h="173989">
                  <a:moveTo>
                    <a:pt x="422653" y="0"/>
                  </a:moveTo>
                  <a:lnTo>
                    <a:pt x="0" y="0"/>
                  </a:lnTo>
                  <a:lnTo>
                    <a:pt x="0" y="173905"/>
                  </a:lnTo>
                  <a:lnTo>
                    <a:pt x="422653" y="173905"/>
                  </a:lnTo>
                  <a:lnTo>
                    <a:pt x="4226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4044" y="2819722"/>
              <a:ext cx="149171" cy="14906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6974" y="2819722"/>
              <a:ext cx="149171" cy="1490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9903" y="2819722"/>
              <a:ext cx="149171" cy="14906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13768" y="2384960"/>
              <a:ext cx="795655" cy="397510"/>
            </a:xfrm>
            <a:custGeom>
              <a:avLst/>
              <a:gdLst/>
              <a:ahLst/>
              <a:cxnLst/>
              <a:rect l="l" t="t" r="r" b="b"/>
              <a:pathLst>
                <a:path w="795655" h="397510">
                  <a:moveTo>
                    <a:pt x="422653" y="0"/>
                  </a:moveTo>
                  <a:lnTo>
                    <a:pt x="372929" y="0"/>
                  </a:lnTo>
                  <a:lnTo>
                    <a:pt x="372929" y="118007"/>
                  </a:lnTo>
                  <a:lnTo>
                    <a:pt x="316989" y="173905"/>
                  </a:lnTo>
                  <a:lnTo>
                    <a:pt x="0" y="173905"/>
                  </a:lnTo>
                  <a:lnTo>
                    <a:pt x="0" y="397497"/>
                  </a:lnTo>
                  <a:lnTo>
                    <a:pt x="49723" y="397497"/>
                  </a:lnTo>
                  <a:lnTo>
                    <a:pt x="49723" y="223592"/>
                  </a:lnTo>
                  <a:lnTo>
                    <a:pt x="360498" y="223592"/>
                  </a:lnTo>
                  <a:lnTo>
                    <a:pt x="335636" y="198748"/>
                  </a:lnTo>
                  <a:lnTo>
                    <a:pt x="397791" y="136639"/>
                  </a:lnTo>
                  <a:lnTo>
                    <a:pt x="441299" y="136639"/>
                  </a:lnTo>
                  <a:lnTo>
                    <a:pt x="422653" y="118007"/>
                  </a:lnTo>
                  <a:lnTo>
                    <a:pt x="422653" y="0"/>
                  </a:lnTo>
                  <a:close/>
                </a:path>
                <a:path w="795655" h="397510">
                  <a:moveTo>
                    <a:pt x="360498" y="223592"/>
                  </a:moveTo>
                  <a:lnTo>
                    <a:pt x="316989" y="223592"/>
                  </a:lnTo>
                  <a:lnTo>
                    <a:pt x="372929" y="279490"/>
                  </a:lnTo>
                  <a:lnTo>
                    <a:pt x="372929" y="397497"/>
                  </a:lnTo>
                  <a:lnTo>
                    <a:pt x="422653" y="397497"/>
                  </a:lnTo>
                  <a:lnTo>
                    <a:pt x="422653" y="279490"/>
                  </a:lnTo>
                  <a:lnTo>
                    <a:pt x="441299" y="260857"/>
                  </a:lnTo>
                  <a:lnTo>
                    <a:pt x="397791" y="260857"/>
                  </a:lnTo>
                  <a:lnTo>
                    <a:pt x="360498" y="223592"/>
                  </a:lnTo>
                  <a:close/>
                </a:path>
                <a:path w="795655" h="397510">
                  <a:moveTo>
                    <a:pt x="795582" y="223592"/>
                  </a:moveTo>
                  <a:lnTo>
                    <a:pt x="745858" y="223592"/>
                  </a:lnTo>
                  <a:lnTo>
                    <a:pt x="745858" y="397497"/>
                  </a:lnTo>
                  <a:lnTo>
                    <a:pt x="795582" y="397497"/>
                  </a:lnTo>
                  <a:lnTo>
                    <a:pt x="795582" y="223592"/>
                  </a:lnTo>
                  <a:close/>
                </a:path>
                <a:path w="795655" h="397510">
                  <a:moveTo>
                    <a:pt x="441299" y="136639"/>
                  </a:moveTo>
                  <a:lnTo>
                    <a:pt x="397791" y="136639"/>
                  </a:lnTo>
                  <a:lnTo>
                    <a:pt x="459946" y="198748"/>
                  </a:lnTo>
                  <a:lnTo>
                    <a:pt x="397791" y="260857"/>
                  </a:lnTo>
                  <a:lnTo>
                    <a:pt x="441299" y="260857"/>
                  </a:lnTo>
                  <a:lnTo>
                    <a:pt x="478592" y="223592"/>
                  </a:lnTo>
                  <a:lnTo>
                    <a:pt x="795582" y="223592"/>
                  </a:lnTo>
                  <a:lnTo>
                    <a:pt x="795582" y="173905"/>
                  </a:lnTo>
                  <a:lnTo>
                    <a:pt x="478592" y="173905"/>
                  </a:lnTo>
                  <a:lnTo>
                    <a:pt x="441299" y="1366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43127" y="3979164"/>
              <a:ext cx="10906125" cy="2192020"/>
            </a:xfrm>
            <a:custGeom>
              <a:avLst/>
              <a:gdLst/>
              <a:ahLst/>
              <a:cxnLst/>
              <a:rect l="l" t="t" r="r" b="b"/>
              <a:pathLst>
                <a:path w="10906125" h="2192020">
                  <a:moveTo>
                    <a:pt x="10686542" y="0"/>
                  </a:moveTo>
                  <a:lnTo>
                    <a:pt x="219151" y="0"/>
                  </a:lnTo>
                  <a:lnTo>
                    <a:pt x="168902" y="5790"/>
                  </a:lnTo>
                  <a:lnTo>
                    <a:pt x="122775" y="22285"/>
                  </a:lnTo>
                  <a:lnTo>
                    <a:pt x="82084" y="48165"/>
                  </a:lnTo>
                  <a:lnTo>
                    <a:pt x="48145" y="82115"/>
                  </a:lnTo>
                  <a:lnTo>
                    <a:pt x="22275" y="122816"/>
                  </a:lnTo>
                  <a:lnTo>
                    <a:pt x="5788" y="168950"/>
                  </a:lnTo>
                  <a:lnTo>
                    <a:pt x="0" y="219202"/>
                  </a:lnTo>
                  <a:lnTo>
                    <a:pt x="0" y="1972360"/>
                  </a:lnTo>
                  <a:lnTo>
                    <a:pt x="5788" y="2022609"/>
                  </a:lnTo>
                  <a:lnTo>
                    <a:pt x="22275" y="2068736"/>
                  </a:lnTo>
                  <a:lnTo>
                    <a:pt x="48145" y="2109427"/>
                  </a:lnTo>
                  <a:lnTo>
                    <a:pt x="82084" y="2143366"/>
                  </a:lnTo>
                  <a:lnTo>
                    <a:pt x="122775" y="2169236"/>
                  </a:lnTo>
                  <a:lnTo>
                    <a:pt x="168902" y="2185723"/>
                  </a:lnTo>
                  <a:lnTo>
                    <a:pt x="219151" y="2191512"/>
                  </a:lnTo>
                  <a:lnTo>
                    <a:pt x="10686542" y="2191512"/>
                  </a:lnTo>
                  <a:lnTo>
                    <a:pt x="10736793" y="2185723"/>
                  </a:lnTo>
                  <a:lnTo>
                    <a:pt x="10782927" y="2169236"/>
                  </a:lnTo>
                  <a:lnTo>
                    <a:pt x="10823628" y="2143366"/>
                  </a:lnTo>
                  <a:lnTo>
                    <a:pt x="10857578" y="2109427"/>
                  </a:lnTo>
                  <a:lnTo>
                    <a:pt x="10883458" y="2068736"/>
                  </a:lnTo>
                  <a:lnTo>
                    <a:pt x="10899953" y="2022609"/>
                  </a:lnTo>
                  <a:lnTo>
                    <a:pt x="10905744" y="1972360"/>
                  </a:lnTo>
                  <a:lnTo>
                    <a:pt x="10905744" y="219202"/>
                  </a:lnTo>
                  <a:lnTo>
                    <a:pt x="10899953" y="168950"/>
                  </a:lnTo>
                  <a:lnTo>
                    <a:pt x="10883458" y="122816"/>
                  </a:lnTo>
                  <a:lnTo>
                    <a:pt x="10857578" y="82115"/>
                  </a:lnTo>
                  <a:lnTo>
                    <a:pt x="10823628" y="48165"/>
                  </a:lnTo>
                  <a:lnTo>
                    <a:pt x="10782927" y="22285"/>
                  </a:lnTo>
                  <a:lnTo>
                    <a:pt x="10736793" y="5790"/>
                  </a:lnTo>
                  <a:lnTo>
                    <a:pt x="1068654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39183" y="4630852"/>
              <a:ext cx="944880" cy="894715"/>
            </a:xfrm>
            <a:custGeom>
              <a:avLst/>
              <a:gdLst/>
              <a:ahLst/>
              <a:cxnLst/>
              <a:rect l="l" t="t" r="r" b="b"/>
              <a:pathLst>
                <a:path w="944880" h="894714">
                  <a:moveTo>
                    <a:pt x="857737" y="757729"/>
                  </a:moveTo>
                  <a:lnTo>
                    <a:pt x="87016" y="757729"/>
                  </a:lnTo>
                  <a:lnTo>
                    <a:pt x="87016" y="782573"/>
                  </a:lnTo>
                  <a:lnTo>
                    <a:pt x="0" y="844682"/>
                  </a:lnTo>
                  <a:lnTo>
                    <a:pt x="0" y="894369"/>
                  </a:lnTo>
                  <a:lnTo>
                    <a:pt x="944754" y="894369"/>
                  </a:lnTo>
                  <a:lnTo>
                    <a:pt x="944754" y="844682"/>
                  </a:lnTo>
                  <a:lnTo>
                    <a:pt x="857737" y="782573"/>
                  </a:lnTo>
                  <a:lnTo>
                    <a:pt x="857737" y="757729"/>
                  </a:lnTo>
                  <a:close/>
                </a:path>
                <a:path w="944880" h="894714">
                  <a:moveTo>
                    <a:pt x="211326" y="335388"/>
                  </a:moveTo>
                  <a:lnTo>
                    <a:pt x="136740" y="335388"/>
                  </a:lnTo>
                  <a:lnTo>
                    <a:pt x="136740" y="757729"/>
                  </a:lnTo>
                  <a:lnTo>
                    <a:pt x="211326" y="757729"/>
                  </a:lnTo>
                  <a:lnTo>
                    <a:pt x="211326" y="335388"/>
                  </a:lnTo>
                  <a:close/>
                </a:path>
                <a:path w="944880" h="894714">
                  <a:moveTo>
                    <a:pt x="360498" y="335388"/>
                  </a:moveTo>
                  <a:lnTo>
                    <a:pt x="285912" y="335388"/>
                  </a:lnTo>
                  <a:lnTo>
                    <a:pt x="285912" y="757729"/>
                  </a:lnTo>
                  <a:lnTo>
                    <a:pt x="360498" y="757729"/>
                  </a:lnTo>
                  <a:lnTo>
                    <a:pt x="360498" y="335388"/>
                  </a:lnTo>
                  <a:close/>
                </a:path>
                <a:path w="944880" h="894714">
                  <a:moveTo>
                    <a:pt x="509669" y="335388"/>
                  </a:moveTo>
                  <a:lnTo>
                    <a:pt x="435084" y="335388"/>
                  </a:lnTo>
                  <a:lnTo>
                    <a:pt x="435084" y="757729"/>
                  </a:lnTo>
                  <a:lnTo>
                    <a:pt x="509669" y="757729"/>
                  </a:lnTo>
                  <a:lnTo>
                    <a:pt x="509669" y="335388"/>
                  </a:lnTo>
                  <a:close/>
                </a:path>
                <a:path w="944880" h="894714">
                  <a:moveTo>
                    <a:pt x="658841" y="335388"/>
                  </a:moveTo>
                  <a:lnTo>
                    <a:pt x="584255" y="335388"/>
                  </a:lnTo>
                  <a:lnTo>
                    <a:pt x="584255" y="757729"/>
                  </a:lnTo>
                  <a:lnTo>
                    <a:pt x="658841" y="757729"/>
                  </a:lnTo>
                  <a:lnTo>
                    <a:pt x="658841" y="335388"/>
                  </a:lnTo>
                  <a:close/>
                </a:path>
                <a:path w="944880" h="894714">
                  <a:moveTo>
                    <a:pt x="808013" y="335388"/>
                  </a:moveTo>
                  <a:lnTo>
                    <a:pt x="733427" y="335388"/>
                  </a:lnTo>
                  <a:lnTo>
                    <a:pt x="733427" y="757729"/>
                  </a:lnTo>
                  <a:lnTo>
                    <a:pt x="808013" y="757729"/>
                  </a:lnTo>
                  <a:lnTo>
                    <a:pt x="808013" y="335388"/>
                  </a:lnTo>
                  <a:close/>
                </a:path>
                <a:path w="944880" h="894714">
                  <a:moveTo>
                    <a:pt x="857737" y="310544"/>
                  </a:moveTo>
                  <a:lnTo>
                    <a:pt x="87016" y="310544"/>
                  </a:lnTo>
                  <a:lnTo>
                    <a:pt x="87016" y="335388"/>
                  </a:lnTo>
                  <a:lnTo>
                    <a:pt x="857737" y="335388"/>
                  </a:lnTo>
                  <a:lnTo>
                    <a:pt x="857737" y="310544"/>
                  </a:lnTo>
                  <a:close/>
                </a:path>
                <a:path w="944880" h="894714">
                  <a:moveTo>
                    <a:pt x="895030" y="236014"/>
                  </a:moveTo>
                  <a:lnTo>
                    <a:pt x="49723" y="236014"/>
                  </a:lnTo>
                  <a:lnTo>
                    <a:pt x="49723" y="310544"/>
                  </a:lnTo>
                  <a:lnTo>
                    <a:pt x="895030" y="310544"/>
                  </a:lnTo>
                  <a:lnTo>
                    <a:pt x="895030" y="236014"/>
                  </a:lnTo>
                  <a:close/>
                </a:path>
                <a:path w="944880" h="894714">
                  <a:moveTo>
                    <a:pt x="472377" y="0"/>
                  </a:moveTo>
                  <a:lnTo>
                    <a:pt x="87016" y="236014"/>
                  </a:lnTo>
                  <a:lnTo>
                    <a:pt x="857737" y="236014"/>
                  </a:lnTo>
                  <a:lnTo>
                    <a:pt x="817173" y="211170"/>
                  </a:lnTo>
                  <a:lnTo>
                    <a:pt x="459946" y="211170"/>
                  </a:lnTo>
                  <a:lnTo>
                    <a:pt x="440639" y="207249"/>
                  </a:lnTo>
                  <a:lnTo>
                    <a:pt x="424828" y="196574"/>
                  </a:lnTo>
                  <a:lnTo>
                    <a:pt x="414145" y="180775"/>
                  </a:lnTo>
                  <a:lnTo>
                    <a:pt x="410222" y="161483"/>
                  </a:lnTo>
                  <a:lnTo>
                    <a:pt x="414145" y="142190"/>
                  </a:lnTo>
                  <a:lnTo>
                    <a:pt x="424828" y="126391"/>
                  </a:lnTo>
                  <a:lnTo>
                    <a:pt x="440639" y="115716"/>
                  </a:lnTo>
                  <a:lnTo>
                    <a:pt x="459946" y="111796"/>
                  </a:lnTo>
                  <a:lnTo>
                    <a:pt x="654916" y="111796"/>
                  </a:lnTo>
                  <a:lnTo>
                    <a:pt x="472377" y="0"/>
                  </a:lnTo>
                  <a:close/>
                </a:path>
                <a:path w="944880" h="894714">
                  <a:moveTo>
                    <a:pt x="654916" y="111796"/>
                  </a:moveTo>
                  <a:lnTo>
                    <a:pt x="459946" y="111796"/>
                  </a:lnTo>
                  <a:lnTo>
                    <a:pt x="479252" y="115716"/>
                  </a:lnTo>
                  <a:lnTo>
                    <a:pt x="495063" y="126391"/>
                  </a:lnTo>
                  <a:lnTo>
                    <a:pt x="505746" y="142190"/>
                  </a:lnTo>
                  <a:lnTo>
                    <a:pt x="509669" y="161483"/>
                  </a:lnTo>
                  <a:lnTo>
                    <a:pt x="505746" y="180775"/>
                  </a:lnTo>
                  <a:lnTo>
                    <a:pt x="495063" y="196574"/>
                  </a:lnTo>
                  <a:lnTo>
                    <a:pt x="479252" y="207249"/>
                  </a:lnTo>
                  <a:lnTo>
                    <a:pt x="459946" y="211170"/>
                  </a:lnTo>
                  <a:lnTo>
                    <a:pt x="817173" y="211170"/>
                  </a:lnTo>
                  <a:lnTo>
                    <a:pt x="654916" y="11179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395598" y="1600327"/>
            <a:ext cx="7826375" cy="456819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715" algn="just">
              <a:lnSpc>
                <a:spcPct val="101800"/>
              </a:lnSpc>
              <a:spcBef>
                <a:spcPts val="45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4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4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4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r>
              <a:rPr sz="24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24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make</a:t>
            </a:r>
            <a:r>
              <a:rPr sz="2400" spc="2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up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performed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against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database,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either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400" spc="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4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committed</a:t>
            </a:r>
            <a:r>
              <a:rPr sz="24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400" spc="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4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24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400" spc="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rolled</a:t>
            </a:r>
            <a:r>
              <a:rPr sz="24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24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unit.</a:t>
            </a:r>
            <a:r>
              <a:rPr sz="2400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400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unit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work</a:t>
            </a:r>
            <a:r>
              <a:rPr sz="2400" spc="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typically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satisfies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user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ensures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integrity.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2400">
              <a:latin typeface="Calibri"/>
              <a:cs typeface="Calibri"/>
            </a:endParaRPr>
          </a:p>
          <a:p>
            <a:pPr marL="12700" marR="5080" algn="just">
              <a:lnSpc>
                <a:spcPct val="1018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example,</a:t>
            </a:r>
            <a:r>
              <a:rPr sz="2400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when</a:t>
            </a:r>
            <a:r>
              <a:rPr sz="2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you</a:t>
            </a:r>
            <a:r>
              <a:rPr sz="2400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2400" spc="4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48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400" spc="4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4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400" spc="4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money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400" spc="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bank</a:t>
            </a:r>
            <a:r>
              <a:rPr sz="2400" spc="5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400" spc="5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5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another,</a:t>
            </a:r>
            <a:r>
              <a:rPr sz="2400" spc="5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5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request</a:t>
            </a:r>
            <a:r>
              <a:rPr sz="2400" spc="5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involves</a:t>
            </a:r>
            <a:r>
              <a:rPr sz="2400" spc="5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transaction:</a:t>
            </a:r>
            <a:r>
              <a:rPr sz="2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updating</a:t>
            </a:r>
            <a:r>
              <a:rPr sz="2400" spc="3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sz="24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24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3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400" spc="3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both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accounts.</a:t>
            </a:r>
            <a:r>
              <a:rPr sz="2400" spc="5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5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5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400" spc="5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5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400" spc="5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  <a:r>
              <a:rPr sz="2400" spc="5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5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database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permanent,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204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2400" spc="21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completed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entirety.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241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FFFFFF"/>
                </a:solidFill>
              </a:rPr>
              <a:t>24</a:t>
            </a:fld>
            <a:endParaRPr spc="-25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785"/>
              </a:spcBef>
            </a:pPr>
            <a:r>
              <a:rPr sz="5000" spc="-50" dirty="0"/>
              <a:t>Properties</a:t>
            </a:r>
            <a:r>
              <a:rPr sz="5000" spc="-204" dirty="0"/>
              <a:t> </a:t>
            </a:r>
            <a:r>
              <a:rPr sz="5000" spc="-25" dirty="0"/>
              <a:t>of </a:t>
            </a:r>
            <a:r>
              <a:rPr sz="5000" spc="-10" dirty="0"/>
              <a:t>Transaction</a:t>
            </a:r>
            <a:endParaRPr sz="5000"/>
          </a:p>
        </p:txBody>
      </p:sp>
      <p:grpSp>
        <p:nvGrpSpPr>
          <p:cNvPr id="3" name="object 3"/>
          <p:cNvGrpSpPr/>
          <p:nvPr/>
        </p:nvGrpSpPr>
        <p:grpSpPr>
          <a:xfrm>
            <a:off x="0" y="73152"/>
            <a:ext cx="12192000" cy="6784975"/>
            <a:chOff x="0" y="73152"/>
            <a:chExt cx="12192000" cy="6784975"/>
          </a:xfrm>
        </p:grpSpPr>
        <p:sp>
          <p:nvSpPr>
            <p:cNvPr id="4" name="object 4"/>
            <p:cNvSpPr/>
            <p:nvPr/>
          </p:nvSpPr>
          <p:spPr>
            <a:xfrm>
              <a:off x="594360" y="73151"/>
              <a:ext cx="1179830" cy="233679"/>
            </a:xfrm>
            <a:custGeom>
              <a:avLst/>
              <a:gdLst/>
              <a:ahLst/>
              <a:cxnLst/>
              <a:rect l="l" t="t" r="r" b="b"/>
              <a:pathLst>
                <a:path w="1179830" h="233679">
                  <a:moveTo>
                    <a:pt x="54864" y="203454"/>
                  </a:moveTo>
                  <a:lnTo>
                    <a:pt x="52705" y="191909"/>
                  </a:lnTo>
                  <a:lnTo>
                    <a:pt x="46824" y="182460"/>
                  </a:lnTo>
                  <a:lnTo>
                    <a:pt x="38100" y="176085"/>
                  </a:lnTo>
                  <a:lnTo>
                    <a:pt x="27432" y="173748"/>
                  </a:lnTo>
                  <a:lnTo>
                    <a:pt x="16751" y="176085"/>
                  </a:lnTo>
                  <a:lnTo>
                    <a:pt x="8026" y="182460"/>
                  </a:lnTo>
                  <a:lnTo>
                    <a:pt x="2146" y="191909"/>
                  </a:lnTo>
                  <a:lnTo>
                    <a:pt x="0" y="203454"/>
                  </a:lnTo>
                  <a:lnTo>
                    <a:pt x="2146" y="215011"/>
                  </a:lnTo>
                  <a:lnTo>
                    <a:pt x="8026" y="224459"/>
                  </a:lnTo>
                  <a:lnTo>
                    <a:pt x="16751" y="230835"/>
                  </a:lnTo>
                  <a:lnTo>
                    <a:pt x="27432" y="233172"/>
                  </a:lnTo>
                  <a:lnTo>
                    <a:pt x="38100" y="230835"/>
                  </a:lnTo>
                  <a:lnTo>
                    <a:pt x="46824" y="224459"/>
                  </a:lnTo>
                  <a:lnTo>
                    <a:pt x="52705" y="215011"/>
                  </a:lnTo>
                  <a:lnTo>
                    <a:pt x="54864" y="203454"/>
                  </a:lnTo>
                  <a:close/>
                </a:path>
                <a:path w="1179830" h="233679">
                  <a:moveTo>
                    <a:pt x="54864" y="29718"/>
                  </a:moveTo>
                  <a:lnTo>
                    <a:pt x="52705" y="18173"/>
                  </a:lnTo>
                  <a:lnTo>
                    <a:pt x="46824" y="8724"/>
                  </a:lnTo>
                  <a:lnTo>
                    <a:pt x="38100" y="2349"/>
                  </a:lnTo>
                  <a:lnTo>
                    <a:pt x="27432" y="0"/>
                  </a:lnTo>
                  <a:lnTo>
                    <a:pt x="16751" y="2349"/>
                  </a:lnTo>
                  <a:lnTo>
                    <a:pt x="8026" y="8724"/>
                  </a:lnTo>
                  <a:lnTo>
                    <a:pt x="2146" y="18173"/>
                  </a:lnTo>
                  <a:lnTo>
                    <a:pt x="0" y="29718"/>
                  </a:lnTo>
                  <a:lnTo>
                    <a:pt x="2146" y="41275"/>
                  </a:lnTo>
                  <a:lnTo>
                    <a:pt x="8026" y="50723"/>
                  </a:lnTo>
                  <a:lnTo>
                    <a:pt x="16751" y="57099"/>
                  </a:lnTo>
                  <a:lnTo>
                    <a:pt x="27432" y="59436"/>
                  </a:lnTo>
                  <a:lnTo>
                    <a:pt x="38100" y="57099"/>
                  </a:lnTo>
                  <a:lnTo>
                    <a:pt x="46824" y="50723"/>
                  </a:lnTo>
                  <a:lnTo>
                    <a:pt x="52705" y="41275"/>
                  </a:lnTo>
                  <a:lnTo>
                    <a:pt x="54864" y="29718"/>
                  </a:lnTo>
                  <a:close/>
                </a:path>
                <a:path w="1179830" h="233679">
                  <a:moveTo>
                    <a:pt x="179832" y="203454"/>
                  </a:moveTo>
                  <a:lnTo>
                    <a:pt x="177673" y="191909"/>
                  </a:lnTo>
                  <a:lnTo>
                    <a:pt x="171792" y="182460"/>
                  </a:lnTo>
                  <a:lnTo>
                    <a:pt x="163068" y="176085"/>
                  </a:lnTo>
                  <a:lnTo>
                    <a:pt x="152400" y="173748"/>
                  </a:lnTo>
                  <a:lnTo>
                    <a:pt x="141719" y="176085"/>
                  </a:lnTo>
                  <a:lnTo>
                    <a:pt x="132994" y="182460"/>
                  </a:lnTo>
                  <a:lnTo>
                    <a:pt x="127114" y="191909"/>
                  </a:lnTo>
                  <a:lnTo>
                    <a:pt x="124968" y="203454"/>
                  </a:lnTo>
                  <a:lnTo>
                    <a:pt x="127114" y="215011"/>
                  </a:lnTo>
                  <a:lnTo>
                    <a:pt x="132994" y="224459"/>
                  </a:lnTo>
                  <a:lnTo>
                    <a:pt x="141719" y="230835"/>
                  </a:lnTo>
                  <a:lnTo>
                    <a:pt x="152400" y="233172"/>
                  </a:lnTo>
                  <a:lnTo>
                    <a:pt x="163068" y="230835"/>
                  </a:lnTo>
                  <a:lnTo>
                    <a:pt x="171792" y="224459"/>
                  </a:lnTo>
                  <a:lnTo>
                    <a:pt x="177673" y="215011"/>
                  </a:lnTo>
                  <a:lnTo>
                    <a:pt x="179832" y="203454"/>
                  </a:lnTo>
                  <a:close/>
                </a:path>
                <a:path w="1179830" h="233679">
                  <a:moveTo>
                    <a:pt x="179832" y="29718"/>
                  </a:moveTo>
                  <a:lnTo>
                    <a:pt x="177673" y="18173"/>
                  </a:lnTo>
                  <a:lnTo>
                    <a:pt x="171792" y="8724"/>
                  </a:lnTo>
                  <a:lnTo>
                    <a:pt x="163068" y="2349"/>
                  </a:lnTo>
                  <a:lnTo>
                    <a:pt x="152400" y="0"/>
                  </a:lnTo>
                  <a:lnTo>
                    <a:pt x="141719" y="2349"/>
                  </a:lnTo>
                  <a:lnTo>
                    <a:pt x="132994" y="8724"/>
                  </a:lnTo>
                  <a:lnTo>
                    <a:pt x="127114" y="18173"/>
                  </a:lnTo>
                  <a:lnTo>
                    <a:pt x="124968" y="29718"/>
                  </a:lnTo>
                  <a:lnTo>
                    <a:pt x="127114" y="41275"/>
                  </a:lnTo>
                  <a:lnTo>
                    <a:pt x="132994" y="50723"/>
                  </a:lnTo>
                  <a:lnTo>
                    <a:pt x="141719" y="57099"/>
                  </a:lnTo>
                  <a:lnTo>
                    <a:pt x="152400" y="59436"/>
                  </a:lnTo>
                  <a:lnTo>
                    <a:pt x="163068" y="57099"/>
                  </a:lnTo>
                  <a:lnTo>
                    <a:pt x="171792" y="50723"/>
                  </a:lnTo>
                  <a:lnTo>
                    <a:pt x="177673" y="41275"/>
                  </a:lnTo>
                  <a:lnTo>
                    <a:pt x="179832" y="29718"/>
                  </a:lnTo>
                  <a:close/>
                </a:path>
                <a:path w="1179830" h="233679">
                  <a:moveTo>
                    <a:pt x="304800" y="203454"/>
                  </a:moveTo>
                  <a:lnTo>
                    <a:pt x="302641" y="191909"/>
                  </a:lnTo>
                  <a:lnTo>
                    <a:pt x="296760" y="182460"/>
                  </a:lnTo>
                  <a:lnTo>
                    <a:pt x="288036" y="176085"/>
                  </a:lnTo>
                  <a:lnTo>
                    <a:pt x="277368" y="173748"/>
                  </a:lnTo>
                  <a:lnTo>
                    <a:pt x="266687" y="176085"/>
                  </a:lnTo>
                  <a:lnTo>
                    <a:pt x="257962" y="182460"/>
                  </a:lnTo>
                  <a:lnTo>
                    <a:pt x="252082" y="191909"/>
                  </a:lnTo>
                  <a:lnTo>
                    <a:pt x="249936" y="203454"/>
                  </a:lnTo>
                  <a:lnTo>
                    <a:pt x="252082" y="215011"/>
                  </a:lnTo>
                  <a:lnTo>
                    <a:pt x="257962" y="224459"/>
                  </a:lnTo>
                  <a:lnTo>
                    <a:pt x="266687" y="230835"/>
                  </a:lnTo>
                  <a:lnTo>
                    <a:pt x="277368" y="233172"/>
                  </a:lnTo>
                  <a:lnTo>
                    <a:pt x="288036" y="230835"/>
                  </a:lnTo>
                  <a:lnTo>
                    <a:pt x="296760" y="224459"/>
                  </a:lnTo>
                  <a:lnTo>
                    <a:pt x="302641" y="215011"/>
                  </a:lnTo>
                  <a:lnTo>
                    <a:pt x="304800" y="203454"/>
                  </a:lnTo>
                  <a:close/>
                </a:path>
                <a:path w="1179830" h="233679">
                  <a:moveTo>
                    <a:pt x="304800" y="29718"/>
                  </a:moveTo>
                  <a:lnTo>
                    <a:pt x="302641" y="18173"/>
                  </a:lnTo>
                  <a:lnTo>
                    <a:pt x="296760" y="8724"/>
                  </a:lnTo>
                  <a:lnTo>
                    <a:pt x="288036" y="2349"/>
                  </a:lnTo>
                  <a:lnTo>
                    <a:pt x="277368" y="0"/>
                  </a:lnTo>
                  <a:lnTo>
                    <a:pt x="266687" y="2349"/>
                  </a:lnTo>
                  <a:lnTo>
                    <a:pt x="257962" y="8724"/>
                  </a:lnTo>
                  <a:lnTo>
                    <a:pt x="252082" y="18173"/>
                  </a:lnTo>
                  <a:lnTo>
                    <a:pt x="249936" y="29718"/>
                  </a:lnTo>
                  <a:lnTo>
                    <a:pt x="252082" y="41275"/>
                  </a:lnTo>
                  <a:lnTo>
                    <a:pt x="257962" y="50723"/>
                  </a:lnTo>
                  <a:lnTo>
                    <a:pt x="266687" y="57099"/>
                  </a:lnTo>
                  <a:lnTo>
                    <a:pt x="277368" y="59436"/>
                  </a:lnTo>
                  <a:lnTo>
                    <a:pt x="288036" y="57099"/>
                  </a:lnTo>
                  <a:lnTo>
                    <a:pt x="296760" y="50723"/>
                  </a:lnTo>
                  <a:lnTo>
                    <a:pt x="302641" y="41275"/>
                  </a:lnTo>
                  <a:lnTo>
                    <a:pt x="304800" y="29718"/>
                  </a:lnTo>
                  <a:close/>
                </a:path>
                <a:path w="1179830" h="233679">
                  <a:moveTo>
                    <a:pt x="429768" y="203454"/>
                  </a:moveTo>
                  <a:lnTo>
                    <a:pt x="427609" y="191909"/>
                  </a:lnTo>
                  <a:lnTo>
                    <a:pt x="421728" y="182460"/>
                  </a:lnTo>
                  <a:lnTo>
                    <a:pt x="413004" y="176085"/>
                  </a:lnTo>
                  <a:lnTo>
                    <a:pt x="402336" y="173748"/>
                  </a:lnTo>
                  <a:lnTo>
                    <a:pt x="391655" y="176085"/>
                  </a:lnTo>
                  <a:lnTo>
                    <a:pt x="382930" y="182460"/>
                  </a:lnTo>
                  <a:lnTo>
                    <a:pt x="377050" y="191909"/>
                  </a:lnTo>
                  <a:lnTo>
                    <a:pt x="374904" y="203454"/>
                  </a:lnTo>
                  <a:lnTo>
                    <a:pt x="377050" y="215011"/>
                  </a:lnTo>
                  <a:lnTo>
                    <a:pt x="382930" y="224459"/>
                  </a:lnTo>
                  <a:lnTo>
                    <a:pt x="391655" y="230835"/>
                  </a:lnTo>
                  <a:lnTo>
                    <a:pt x="402336" y="233172"/>
                  </a:lnTo>
                  <a:lnTo>
                    <a:pt x="413004" y="230835"/>
                  </a:lnTo>
                  <a:lnTo>
                    <a:pt x="421728" y="224459"/>
                  </a:lnTo>
                  <a:lnTo>
                    <a:pt x="427609" y="215011"/>
                  </a:lnTo>
                  <a:lnTo>
                    <a:pt x="429768" y="203454"/>
                  </a:lnTo>
                  <a:close/>
                </a:path>
                <a:path w="1179830" h="233679">
                  <a:moveTo>
                    <a:pt x="429768" y="29718"/>
                  </a:moveTo>
                  <a:lnTo>
                    <a:pt x="427609" y="18173"/>
                  </a:lnTo>
                  <a:lnTo>
                    <a:pt x="421728" y="8724"/>
                  </a:lnTo>
                  <a:lnTo>
                    <a:pt x="413004" y="2349"/>
                  </a:lnTo>
                  <a:lnTo>
                    <a:pt x="402336" y="0"/>
                  </a:lnTo>
                  <a:lnTo>
                    <a:pt x="391655" y="2349"/>
                  </a:lnTo>
                  <a:lnTo>
                    <a:pt x="382930" y="8724"/>
                  </a:lnTo>
                  <a:lnTo>
                    <a:pt x="377050" y="18173"/>
                  </a:lnTo>
                  <a:lnTo>
                    <a:pt x="374904" y="29718"/>
                  </a:lnTo>
                  <a:lnTo>
                    <a:pt x="377050" y="41275"/>
                  </a:lnTo>
                  <a:lnTo>
                    <a:pt x="382930" y="50723"/>
                  </a:lnTo>
                  <a:lnTo>
                    <a:pt x="391655" y="57099"/>
                  </a:lnTo>
                  <a:lnTo>
                    <a:pt x="402336" y="59436"/>
                  </a:lnTo>
                  <a:lnTo>
                    <a:pt x="413004" y="57099"/>
                  </a:lnTo>
                  <a:lnTo>
                    <a:pt x="421728" y="50723"/>
                  </a:lnTo>
                  <a:lnTo>
                    <a:pt x="427609" y="41275"/>
                  </a:lnTo>
                  <a:lnTo>
                    <a:pt x="429768" y="29718"/>
                  </a:lnTo>
                  <a:close/>
                </a:path>
                <a:path w="1179830" h="233679">
                  <a:moveTo>
                    <a:pt x="554736" y="203454"/>
                  </a:moveTo>
                  <a:lnTo>
                    <a:pt x="552577" y="191909"/>
                  </a:lnTo>
                  <a:lnTo>
                    <a:pt x="546696" y="182460"/>
                  </a:lnTo>
                  <a:lnTo>
                    <a:pt x="537972" y="176085"/>
                  </a:lnTo>
                  <a:lnTo>
                    <a:pt x="527304" y="173748"/>
                  </a:lnTo>
                  <a:lnTo>
                    <a:pt x="516623" y="176085"/>
                  </a:lnTo>
                  <a:lnTo>
                    <a:pt x="507898" y="182460"/>
                  </a:lnTo>
                  <a:lnTo>
                    <a:pt x="502018" y="191909"/>
                  </a:lnTo>
                  <a:lnTo>
                    <a:pt x="499872" y="203454"/>
                  </a:lnTo>
                  <a:lnTo>
                    <a:pt x="502018" y="215011"/>
                  </a:lnTo>
                  <a:lnTo>
                    <a:pt x="507898" y="224459"/>
                  </a:lnTo>
                  <a:lnTo>
                    <a:pt x="516623" y="230835"/>
                  </a:lnTo>
                  <a:lnTo>
                    <a:pt x="527304" y="233172"/>
                  </a:lnTo>
                  <a:lnTo>
                    <a:pt x="537972" y="230835"/>
                  </a:lnTo>
                  <a:lnTo>
                    <a:pt x="546696" y="224459"/>
                  </a:lnTo>
                  <a:lnTo>
                    <a:pt x="552577" y="215011"/>
                  </a:lnTo>
                  <a:lnTo>
                    <a:pt x="554736" y="203454"/>
                  </a:lnTo>
                  <a:close/>
                </a:path>
                <a:path w="1179830" h="233679">
                  <a:moveTo>
                    <a:pt x="554736" y="29718"/>
                  </a:moveTo>
                  <a:lnTo>
                    <a:pt x="552577" y="18173"/>
                  </a:lnTo>
                  <a:lnTo>
                    <a:pt x="546696" y="8724"/>
                  </a:lnTo>
                  <a:lnTo>
                    <a:pt x="537972" y="2349"/>
                  </a:lnTo>
                  <a:lnTo>
                    <a:pt x="527304" y="0"/>
                  </a:lnTo>
                  <a:lnTo>
                    <a:pt x="516623" y="2349"/>
                  </a:lnTo>
                  <a:lnTo>
                    <a:pt x="507898" y="8724"/>
                  </a:lnTo>
                  <a:lnTo>
                    <a:pt x="502018" y="18173"/>
                  </a:lnTo>
                  <a:lnTo>
                    <a:pt x="499872" y="29718"/>
                  </a:lnTo>
                  <a:lnTo>
                    <a:pt x="502018" y="41275"/>
                  </a:lnTo>
                  <a:lnTo>
                    <a:pt x="507898" y="50723"/>
                  </a:lnTo>
                  <a:lnTo>
                    <a:pt x="516623" y="57099"/>
                  </a:lnTo>
                  <a:lnTo>
                    <a:pt x="527304" y="59436"/>
                  </a:lnTo>
                  <a:lnTo>
                    <a:pt x="537972" y="57099"/>
                  </a:lnTo>
                  <a:lnTo>
                    <a:pt x="546696" y="50723"/>
                  </a:lnTo>
                  <a:lnTo>
                    <a:pt x="552577" y="41275"/>
                  </a:lnTo>
                  <a:lnTo>
                    <a:pt x="554736" y="29718"/>
                  </a:lnTo>
                  <a:close/>
                </a:path>
                <a:path w="1179830" h="233679">
                  <a:moveTo>
                    <a:pt x="679704" y="203454"/>
                  </a:moveTo>
                  <a:lnTo>
                    <a:pt x="677545" y="191909"/>
                  </a:lnTo>
                  <a:lnTo>
                    <a:pt x="671664" y="182460"/>
                  </a:lnTo>
                  <a:lnTo>
                    <a:pt x="662940" y="176085"/>
                  </a:lnTo>
                  <a:lnTo>
                    <a:pt x="652272" y="173748"/>
                  </a:lnTo>
                  <a:lnTo>
                    <a:pt x="641591" y="176085"/>
                  </a:lnTo>
                  <a:lnTo>
                    <a:pt x="632866" y="182460"/>
                  </a:lnTo>
                  <a:lnTo>
                    <a:pt x="626986" y="191909"/>
                  </a:lnTo>
                  <a:lnTo>
                    <a:pt x="624840" y="203454"/>
                  </a:lnTo>
                  <a:lnTo>
                    <a:pt x="626986" y="215011"/>
                  </a:lnTo>
                  <a:lnTo>
                    <a:pt x="632866" y="224459"/>
                  </a:lnTo>
                  <a:lnTo>
                    <a:pt x="641591" y="230835"/>
                  </a:lnTo>
                  <a:lnTo>
                    <a:pt x="652272" y="233172"/>
                  </a:lnTo>
                  <a:lnTo>
                    <a:pt x="662940" y="230835"/>
                  </a:lnTo>
                  <a:lnTo>
                    <a:pt x="671664" y="224459"/>
                  </a:lnTo>
                  <a:lnTo>
                    <a:pt x="677545" y="215011"/>
                  </a:lnTo>
                  <a:lnTo>
                    <a:pt x="679704" y="203454"/>
                  </a:lnTo>
                  <a:close/>
                </a:path>
                <a:path w="1179830" h="233679">
                  <a:moveTo>
                    <a:pt x="679704" y="29718"/>
                  </a:moveTo>
                  <a:lnTo>
                    <a:pt x="677545" y="18173"/>
                  </a:lnTo>
                  <a:lnTo>
                    <a:pt x="671664" y="8724"/>
                  </a:lnTo>
                  <a:lnTo>
                    <a:pt x="662940" y="2349"/>
                  </a:lnTo>
                  <a:lnTo>
                    <a:pt x="652272" y="0"/>
                  </a:lnTo>
                  <a:lnTo>
                    <a:pt x="641591" y="2349"/>
                  </a:lnTo>
                  <a:lnTo>
                    <a:pt x="632866" y="8724"/>
                  </a:lnTo>
                  <a:lnTo>
                    <a:pt x="626986" y="18173"/>
                  </a:lnTo>
                  <a:lnTo>
                    <a:pt x="624840" y="29718"/>
                  </a:lnTo>
                  <a:lnTo>
                    <a:pt x="626986" y="41275"/>
                  </a:lnTo>
                  <a:lnTo>
                    <a:pt x="632866" y="50723"/>
                  </a:lnTo>
                  <a:lnTo>
                    <a:pt x="641591" y="57099"/>
                  </a:lnTo>
                  <a:lnTo>
                    <a:pt x="652272" y="59436"/>
                  </a:lnTo>
                  <a:lnTo>
                    <a:pt x="662940" y="57099"/>
                  </a:lnTo>
                  <a:lnTo>
                    <a:pt x="671664" y="50723"/>
                  </a:lnTo>
                  <a:lnTo>
                    <a:pt x="677545" y="41275"/>
                  </a:lnTo>
                  <a:lnTo>
                    <a:pt x="679704" y="29718"/>
                  </a:lnTo>
                  <a:close/>
                </a:path>
                <a:path w="1179830" h="233679">
                  <a:moveTo>
                    <a:pt x="804672" y="203454"/>
                  </a:moveTo>
                  <a:lnTo>
                    <a:pt x="802500" y="191909"/>
                  </a:lnTo>
                  <a:lnTo>
                    <a:pt x="796620" y="182460"/>
                  </a:lnTo>
                  <a:lnTo>
                    <a:pt x="787895" y="176085"/>
                  </a:lnTo>
                  <a:lnTo>
                    <a:pt x="777240" y="173748"/>
                  </a:lnTo>
                  <a:lnTo>
                    <a:pt x="766572" y="176085"/>
                  </a:lnTo>
                  <a:lnTo>
                    <a:pt x="757847" y="182460"/>
                  </a:lnTo>
                  <a:lnTo>
                    <a:pt x="751967" y="191909"/>
                  </a:lnTo>
                  <a:lnTo>
                    <a:pt x="749808" y="203454"/>
                  </a:lnTo>
                  <a:lnTo>
                    <a:pt x="751967" y="215011"/>
                  </a:lnTo>
                  <a:lnTo>
                    <a:pt x="757847" y="224459"/>
                  </a:lnTo>
                  <a:lnTo>
                    <a:pt x="766572" y="230835"/>
                  </a:lnTo>
                  <a:lnTo>
                    <a:pt x="777240" y="233172"/>
                  </a:lnTo>
                  <a:lnTo>
                    <a:pt x="787895" y="230835"/>
                  </a:lnTo>
                  <a:lnTo>
                    <a:pt x="796620" y="224459"/>
                  </a:lnTo>
                  <a:lnTo>
                    <a:pt x="802500" y="215011"/>
                  </a:lnTo>
                  <a:lnTo>
                    <a:pt x="804672" y="203454"/>
                  </a:lnTo>
                  <a:close/>
                </a:path>
                <a:path w="1179830" h="233679">
                  <a:moveTo>
                    <a:pt x="804672" y="29718"/>
                  </a:moveTo>
                  <a:lnTo>
                    <a:pt x="802500" y="18173"/>
                  </a:lnTo>
                  <a:lnTo>
                    <a:pt x="796620" y="8724"/>
                  </a:lnTo>
                  <a:lnTo>
                    <a:pt x="787895" y="2349"/>
                  </a:lnTo>
                  <a:lnTo>
                    <a:pt x="777240" y="0"/>
                  </a:lnTo>
                  <a:lnTo>
                    <a:pt x="766572" y="2349"/>
                  </a:lnTo>
                  <a:lnTo>
                    <a:pt x="757847" y="8724"/>
                  </a:lnTo>
                  <a:lnTo>
                    <a:pt x="751967" y="18173"/>
                  </a:lnTo>
                  <a:lnTo>
                    <a:pt x="749808" y="29718"/>
                  </a:lnTo>
                  <a:lnTo>
                    <a:pt x="751967" y="41275"/>
                  </a:lnTo>
                  <a:lnTo>
                    <a:pt x="757847" y="50723"/>
                  </a:lnTo>
                  <a:lnTo>
                    <a:pt x="766572" y="57099"/>
                  </a:lnTo>
                  <a:lnTo>
                    <a:pt x="777240" y="59436"/>
                  </a:lnTo>
                  <a:lnTo>
                    <a:pt x="787895" y="57099"/>
                  </a:lnTo>
                  <a:lnTo>
                    <a:pt x="796620" y="50723"/>
                  </a:lnTo>
                  <a:lnTo>
                    <a:pt x="802500" y="41275"/>
                  </a:lnTo>
                  <a:lnTo>
                    <a:pt x="804672" y="29718"/>
                  </a:lnTo>
                  <a:close/>
                </a:path>
                <a:path w="1179830" h="233679">
                  <a:moveTo>
                    <a:pt x="929640" y="203454"/>
                  </a:moveTo>
                  <a:lnTo>
                    <a:pt x="927468" y="191909"/>
                  </a:lnTo>
                  <a:lnTo>
                    <a:pt x="921588" y="182460"/>
                  </a:lnTo>
                  <a:lnTo>
                    <a:pt x="912863" y="176085"/>
                  </a:lnTo>
                  <a:lnTo>
                    <a:pt x="902208" y="173748"/>
                  </a:lnTo>
                  <a:lnTo>
                    <a:pt x="891540" y="176085"/>
                  </a:lnTo>
                  <a:lnTo>
                    <a:pt x="882815" y="182460"/>
                  </a:lnTo>
                  <a:lnTo>
                    <a:pt x="876935" y="191909"/>
                  </a:lnTo>
                  <a:lnTo>
                    <a:pt x="874776" y="203454"/>
                  </a:lnTo>
                  <a:lnTo>
                    <a:pt x="876935" y="215011"/>
                  </a:lnTo>
                  <a:lnTo>
                    <a:pt x="882815" y="224459"/>
                  </a:lnTo>
                  <a:lnTo>
                    <a:pt x="891540" y="230835"/>
                  </a:lnTo>
                  <a:lnTo>
                    <a:pt x="902208" y="233172"/>
                  </a:lnTo>
                  <a:lnTo>
                    <a:pt x="912863" y="230835"/>
                  </a:lnTo>
                  <a:lnTo>
                    <a:pt x="921588" y="224459"/>
                  </a:lnTo>
                  <a:lnTo>
                    <a:pt x="927468" y="215011"/>
                  </a:lnTo>
                  <a:lnTo>
                    <a:pt x="929640" y="203454"/>
                  </a:lnTo>
                  <a:close/>
                </a:path>
                <a:path w="1179830" h="233679">
                  <a:moveTo>
                    <a:pt x="929640" y="29718"/>
                  </a:moveTo>
                  <a:lnTo>
                    <a:pt x="927468" y="18173"/>
                  </a:lnTo>
                  <a:lnTo>
                    <a:pt x="921588" y="8724"/>
                  </a:lnTo>
                  <a:lnTo>
                    <a:pt x="912863" y="2349"/>
                  </a:lnTo>
                  <a:lnTo>
                    <a:pt x="902208" y="0"/>
                  </a:lnTo>
                  <a:lnTo>
                    <a:pt x="891540" y="2349"/>
                  </a:lnTo>
                  <a:lnTo>
                    <a:pt x="882815" y="8724"/>
                  </a:lnTo>
                  <a:lnTo>
                    <a:pt x="876935" y="18173"/>
                  </a:lnTo>
                  <a:lnTo>
                    <a:pt x="874776" y="29718"/>
                  </a:lnTo>
                  <a:lnTo>
                    <a:pt x="876935" y="41275"/>
                  </a:lnTo>
                  <a:lnTo>
                    <a:pt x="882815" y="50723"/>
                  </a:lnTo>
                  <a:lnTo>
                    <a:pt x="891540" y="57099"/>
                  </a:lnTo>
                  <a:lnTo>
                    <a:pt x="902208" y="59436"/>
                  </a:lnTo>
                  <a:lnTo>
                    <a:pt x="912863" y="57099"/>
                  </a:lnTo>
                  <a:lnTo>
                    <a:pt x="921588" y="50723"/>
                  </a:lnTo>
                  <a:lnTo>
                    <a:pt x="927468" y="41275"/>
                  </a:lnTo>
                  <a:lnTo>
                    <a:pt x="929640" y="29718"/>
                  </a:lnTo>
                  <a:close/>
                </a:path>
                <a:path w="1179830" h="233679">
                  <a:moveTo>
                    <a:pt x="1054608" y="203454"/>
                  </a:moveTo>
                  <a:lnTo>
                    <a:pt x="1052436" y="191909"/>
                  </a:lnTo>
                  <a:lnTo>
                    <a:pt x="1046556" y="182460"/>
                  </a:lnTo>
                  <a:lnTo>
                    <a:pt x="1037831" y="176085"/>
                  </a:lnTo>
                  <a:lnTo>
                    <a:pt x="1027176" y="173748"/>
                  </a:lnTo>
                  <a:lnTo>
                    <a:pt x="1016508" y="176085"/>
                  </a:lnTo>
                  <a:lnTo>
                    <a:pt x="1007783" y="182460"/>
                  </a:lnTo>
                  <a:lnTo>
                    <a:pt x="1001903" y="191909"/>
                  </a:lnTo>
                  <a:lnTo>
                    <a:pt x="999744" y="203454"/>
                  </a:lnTo>
                  <a:lnTo>
                    <a:pt x="1001903" y="215011"/>
                  </a:lnTo>
                  <a:lnTo>
                    <a:pt x="1007783" y="224459"/>
                  </a:lnTo>
                  <a:lnTo>
                    <a:pt x="1016508" y="230835"/>
                  </a:lnTo>
                  <a:lnTo>
                    <a:pt x="1027176" y="233172"/>
                  </a:lnTo>
                  <a:lnTo>
                    <a:pt x="1037831" y="230835"/>
                  </a:lnTo>
                  <a:lnTo>
                    <a:pt x="1046556" y="224459"/>
                  </a:lnTo>
                  <a:lnTo>
                    <a:pt x="1052436" y="215011"/>
                  </a:lnTo>
                  <a:lnTo>
                    <a:pt x="1054608" y="203454"/>
                  </a:lnTo>
                  <a:close/>
                </a:path>
                <a:path w="1179830" h="233679">
                  <a:moveTo>
                    <a:pt x="1054608" y="29718"/>
                  </a:moveTo>
                  <a:lnTo>
                    <a:pt x="1052436" y="18173"/>
                  </a:lnTo>
                  <a:lnTo>
                    <a:pt x="1046556" y="8724"/>
                  </a:lnTo>
                  <a:lnTo>
                    <a:pt x="1037831" y="2349"/>
                  </a:lnTo>
                  <a:lnTo>
                    <a:pt x="1027176" y="0"/>
                  </a:lnTo>
                  <a:lnTo>
                    <a:pt x="1016508" y="2349"/>
                  </a:lnTo>
                  <a:lnTo>
                    <a:pt x="1007783" y="8724"/>
                  </a:lnTo>
                  <a:lnTo>
                    <a:pt x="1001903" y="18173"/>
                  </a:lnTo>
                  <a:lnTo>
                    <a:pt x="999744" y="29718"/>
                  </a:lnTo>
                  <a:lnTo>
                    <a:pt x="1001903" y="41275"/>
                  </a:lnTo>
                  <a:lnTo>
                    <a:pt x="1007783" y="50723"/>
                  </a:lnTo>
                  <a:lnTo>
                    <a:pt x="1016508" y="57099"/>
                  </a:lnTo>
                  <a:lnTo>
                    <a:pt x="1027176" y="59436"/>
                  </a:lnTo>
                  <a:lnTo>
                    <a:pt x="1037831" y="57099"/>
                  </a:lnTo>
                  <a:lnTo>
                    <a:pt x="1046556" y="50723"/>
                  </a:lnTo>
                  <a:lnTo>
                    <a:pt x="1052436" y="41275"/>
                  </a:lnTo>
                  <a:lnTo>
                    <a:pt x="1054608" y="29718"/>
                  </a:lnTo>
                  <a:close/>
                </a:path>
                <a:path w="1179830" h="233679">
                  <a:moveTo>
                    <a:pt x="1179576" y="203454"/>
                  </a:moveTo>
                  <a:lnTo>
                    <a:pt x="1177404" y="191909"/>
                  </a:lnTo>
                  <a:lnTo>
                    <a:pt x="1171524" y="182460"/>
                  </a:lnTo>
                  <a:lnTo>
                    <a:pt x="1162799" y="176085"/>
                  </a:lnTo>
                  <a:lnTo>
                    <a:pt x="1152144" y="173748"/>
                  </a:lnTo>
                  <a:lnTo>
                    <a:pt x="1141476" y="176085"/>
                  </a:lnTo>
                  <a:lnTo>
                    <a:pt x="1132751" y="182460"/>
                  </a:lnTo>
                  <a:lnTo>
                    <a:pt x="1126871" y="191909"/>
                  </a:lnTo>
                  <a:lnTo>
                    <a:pt x="1124712" y="203454"/>
                  </a:lnTo>
                  <a:lnTo>
                    <a:pt x="1126871" y="215011"/>
                  </a:lnTo>
                  <a:lnTo>
                    <a:pt x="1132751" y="224459"/>
                  </a:lnTo>
                  <a:lnTo>
                    <a:pt x="1141476" y="230835"/>
                  </a:lnTo>
                  <a:lnTo>
                    <a:pt x="1152144" y="233172"/>
                  </a:lnTo>
                  <a:lnTo>
                    <a:pt x="1162799" y="230835"/>
                  </a:lnTo>
                  <a:lnTo>
                    <a:pt x="1171524" y="224459"/>
                  </a:lnTo>
                  <a:lnTo>
                    <a:pt x="1177404" y="215011"/>
                  </a:lnTo>
                  <a:lnTo>
                    <a:pt x="1179576" y="203454"/>
                  </a:lnTo>
                  <a:close/>
                </a:path>
                <a:path w="1179830" h="233679">
                  <a:moveTo>
                    <a:pt x="1179576" y="29718"/>
                  </a:moveTo>
                  <a:lnTo>
                    <a:pt x="1177404" y="18173"/>
                  </a:lnTo>
                  <a:lnTo>
                    <a:pt x="1171524" y="8724"/>
                  </a:lnTo>
                  <a:lnTo>
                    <a:pt x="1162799" y="2349"/>
                  </a:lnTo>
                  <a:lnTo>
                    <a:pt x="1152144" y="0"/>
                  </a:lnTo>
                  <a:lnTo>
                    <a:pt x="1141476" y="2349"/>
                  </a:lnTo>
                  <a:lnTo>
                    <a:pt x="1132751" y="8724"/>
                  </a:lnTo>
                  <a:lnTo>
                    <a:pt x="1126871" y="18173"/>
                  </a:lnTo>
                  <a:lnTo>
                    <a:pt x="1124712" y="29718"/>
                  </a:lnTo>
                  <a:lnTo>
                    <a:pt x="1126871" y="41275"/>
                  </a:lnTo>
                  <a:lnTo>
                    <a:pt x="1132751" y="50723"/>
                  </a:lnTo>
                  <a:lnTo>
                    <a:pt x="1141476" y="57099"/>
                  </a:lnTo>
                  <a:lnTo>
                    <a:pt x="1152144" y="59436"/>
                  </a:lnTo>
                  <a:lnTo>
                    <a:pt x="1162799" y="57099"/>
                  </a:lnTo>
                  <a:lnTo>
                    <a:pt x="1171524" y="50723"/>
                  </a:lnTo>
                  <a:lnTo>
                    <a:pt x="1177404" y="41275"/>
                  </a:lnTo>
                  <a:lnTo>
                    <a:pt x="1179576" y="29718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1384"/>
              <a:ext cx="12192000" cy="356870"/>
            </a:xfrm>
            <a:custGeom>
              <a:avLst/>
              <a:gdLst/>
              <a:ahLst/>
              <a:cxnLst/>
              <a:rect l="l" t="t" r="r" b="b"/>
              <a:pathLst>
                <a:path w="12192000" h="356870">
                  <a:moveTo>
                    <a:pt x="12192000" y="0"/>
                  </a:moveTo>
                  <a:lnTo>
                    <a:pt x="0" y="0"/>
                  </a:lnTo>
                  <a:lnTo>
                    <a:pt x="0" y="356615"/>
                  </a:lnTo>
                  <a:lnTo>
                    <a:pt x="12192000" y="35661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38052" y="656275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14415" y="460248"/>
            <a:ext cx="6117590" cy="1198245"/>
            <a:chOff x="5614415" y="460248"/>
            <a:chExt cx="6117590" cy="1198245"/>
          </a:xfrm>
        </p:grpSpPr>
        <p:sp>
          <p:nvSpPr>
            <p:cNvPr id="8" name="object 8"/>
            <p:cNvSpPr/>
            <p:nvPr/>
          </p:nvSpPr>
          <p:spPr>
            <a:xfrm>
              <a:off x="5614415" y="460248"/>
              <a:ext cx="6117590" cy="1198245"/>
            </a:xfrm>
            <a:custGeom>
              <a:avLst/>
              <a:gdLst/>
              <a:ahLst/>
              <a:cxnLst/>
              <a:rect l="l" t="t" r="r" b="b"/>
              <a:pathLst>
                <a:path w="6117590" h="1198245">
                  <a:moveTo>
                    <a:pt x="5997575" y="0"/>
                  </a:moveTo>
                  <a:lnTo>
                    <a:pt x="119761" y="0"/>
                  </a:lnTo>
                  <a:lnTo>
                    <a:pt x="73134" y="9407"/>
                  </a:lnTo>
                  <a:lnTo>
                    <a:pt x="35067" y="35067"/>
                  </a:lnTo>
                  <a:lnTo>
                    <a:pt x="9407" y="73134"/>
                  </a:lnTo>
                  <a:lnTo>
                    <a:pt x="0" y="119761"/>
                  </a:lnTo>
                  <a:lnTo>
                    <a:pt x="0" y="1078102"/>
                  </a:lnTo>
                  <a:lnTo>
                    <a:pt x="9407" y="1124729"/>
                  </a:lnTo>
                  <a:lnTo>
                    <a:pt x="35067" y="1162796"/>
                  </a:lnTo>
                  <a:lnTo>
                    <a:pt x="73134" y="1188456"/>
                  </a:lnTo>
                  <a:lnTo>
                    <a:pt x="119761" y="1197864"/>
                  </a:lnTo>
                  <a:lnTo>
                    <a:pt x="5997575" y="1197864"/>
                  </a:lnTo>
                  <a:lnTo>
                    <a:pt x="6044201" y="1188456"/>
                  </a:lnTo>
                  <a:lnTo>
                    <a:pt x="6082268" y="1162796"/>
                  </a:lnTo>
                  <a:lnTo>
                    <a:pt x="6107928" y="1124729"/>
                  </a:lnTo>
                  <a:lnTo>
                    <a:pt x="6117336" y="1078102"/>
                  </a:lnTo>
                  <a:lnTo>
                    <a:pt x="6117336" y="119761"/>
                  </a:lnTo>
                  <a:lnTo>
                    <a:pt x="6107928" y="73134"/>
                  </a:lnTo>
                  <a:lnTo>
                    <a:pt x="6082268" y="35067"/>
                  </a:lnTo>
                  <a:lnTo>
                    <a:pt x="6044201" y="9407"/>
                  </a:lnTo>
                  <a:lnTo>
                    <a:pt x="59975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4678" y="1018897"/>
              <a:ext cx="81366" cy="815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064515" y="788137"/>
              <a:ext cx="486409" cy="543560"/>
            </a:xfrm>
            <a:custGeom>
              <a:avLst/>
              <a:gdLst/>
              <a:ahLst/>
              <a:cxnLst/>
              <a:rect l="l" t="t" r="r" b="b"/>
              <a:pathLst>
                <a:path w="486409" h="543560">
                  <a:moveTo>
                    <a:pt x="179997" y="426719"/>
                  </a:moveTo>
                  <a:lnTo>
                    <a:pt x="152021" y="426719"/>
                  </a:lnTo>
                  <a:lnTo>
                    <a:pt x="169047" y="474979"/>
                  </a:lnTo>
                  <a:lnTo>
                    <a:pt x="190077" y="511809"/>
                  </a:lnTo>
                  <a:lnTo>
                    <a:pt x="214286" y="535939"/>
                  </a:lnTo>
                  <a:lnTo>
                    <a:pt x="240846" y="543559"/>
                  </a:lnTo>
                  <a:lnTo>
                    <a:pt x="267502" y="535939"/>
                  </a:lnTo>
                  <a:lnTo>
                    <a:pt x="286740" y="516889"/>
                  </a:lnTo>
                  <a:lnTo>
                    <a:pt x="240846" y="516889"/>
                  </a:lnTo>
                  <a:lnTo>
                    <a:pt x="224795" y="510539"/>
                  </a:lnTo>
                  <a:lnTo>
                    <a:pt x="208045" y="491489"/>
                  </a:lnTo>
                  <a:lnTo>
                    <a:pt x="191931" y="461009"/>
                  </a:lnTo>
                  <a:lnTo>
                    <a:pt x="179997" y="426719"/>
                  </a:lnTo>
                  <a:close/>
                </a:path>
                <a:path w="486409" h="543560">
                  <a:moveTo>
                    <a:pt x="338250" y="394969"/>
                  </a:moveTo>
                  <a:lnTo>
                    <a:pt x="242880" y="394969"/>
                  </a:lnTo>
                  <a:lnTo>
                    <a:pt x="258518" y="402589"/>
                  </a:lnTo>
                  <a:lnTo>
                    <a:pt x="273901" y="408939"/>
                  </a:lnTo>
                  <a:lnTo>
                    <a:pt x="303905" y="419099"/>
                  </a:lnTo>
                  <a:lnTo>
                    <a:pt x="289761" y="461009"/>
                  </a:lnTo>
                  <a:lnTo>
                    <a:pt x="273647" y="491489"/>
                  </a:lnTo>
                  <a:lnTo>
                    <a:pt x="256897" y="510539"/>
                  </a:lnTo>
                  <a:lnTo>
                    <a:pt x="240846" y="516889"/>
                  </a:lnTo>
                  <a:lnTo>
                    <a:pt x="286740" y="516889"/>
                  </a:lnTo>
                  <a:lnTo>
                    <a:pt x="291870" y="511809"/>
                  </a:lnTo>
                  <a:lnTo>
                    <a:pt x="312932" y="474979"/>
                  </a:lnTo>
                  <a:lnTo>
                    <a:pt x="329671" y="426719"/>
                  </a:lnTo>
                  <a:lnTo>
                    <a:pt x="454991" y="426719"/>
                  </a:lnTo>
                  <a:lnTo>
                    <a:pt x="464212" y="421639"/>
                  </a:lnTo>
                  <a:lnTo>
                    <a:pt x="474328" y="410209"/>
                  </a:lnTo>
                  <a:lnTo>
                    <a:pt x="388238" y="410209"/>
                  </a:lnTo>
                  <a:lnTo>
                    <a:pt x="354759" y="405129"/>
                  </a:lnTo>
                  <a:lnTo>
                    <a:pt x="337130" y="401319"/>
                  </a:lnTo>
                  <a:lnTo>
                    <a:pt x="338250" y="394969"/>
                  </a:lnTo>
                  <a:close/>
                </a:path>
                <a:path w="486409" h="543560">
                  <a:moveTo>
                    <a:pt x="454991" y="426719"/>
                  </a:moveTo>
                  <a:lnTo>
                    <a:pt x="329671" y="426719"/>
                  </a:lnTo>
                  <a:lnTo>
                    <a:pt x="349504" y="431799"/>
                  </a:lnTo>
                  <a:lnTo>
                    <a:pt x="368320" y="435609"/>
                  </a:lnTo>
                  <a:lnTo>
                    <a:pt x="402901" y="438149"/>
                  </a:lnTo>
                  <a:lnTo>
                    <a:pt x="427491" y="436879"/>
                  </a:lnTo>
                  <a:lnTo>
                    <a:pt x="448076" y="430529"/>
                  </a:lnTo>
                  <a:lnTo>
                    <a:pt x="454991" y="426719"/>
                  </a:lnTo>
                  <a:close/>
                </a:path>
                <a:path w="486409" h="543560">
                  <a:moveTo>
                    <a:pt x="95573" y="106679"/>
                  </a:moveTo>
                  <a:lnTo>
                    <a:pt x="78791" y="106679"/>
                  </a:lnTo>
                  <a:lnTo>
                    <a:pt x="54201" y="107949"/>
                  </a:lnTo>
                  <a:lnTo>
                    <a:pt x="33616" y="113029"/>
                  </a:lnTo>
                  <a:lnTo>
                    <a:pt x="17481" y="123189"/>
                  </a:lnTo>
                  <a:lnTo>
                    <a:pt x="6240" y="135889"/>
                  </a:lnTo>
                  <a:lnTo>
                    <a:pt x="0" y="163829"/>
                  </a:lnTo>
                  <a:lnTo>
                    <a:pt x="8698" y="196849"/>
                  </a:lnTo>
                  <a:lnTo>
                    <a:pt x="30745" y="233679"/>
                  </a:lnTo>
                  <a:lnTo>
                    <a:pt x="64552" y="273049"/>
                  </a:lnTo>
                  <a:lnTo>
                    <a:pt x="32228" y="312419"/>
                  </a:lnTo>
                  <a:lnTo>
                    <a:pt x="11410" y="347979"/>
                  </a:lnTo>
                  <a:lnTo>
                    <a:pt x="3432" y="380999"/>
                  </a:lnTo>
                  <a:lnTo>
                    <a:pt x="9630" y="407669"/>
                  </a:lnTo>
                  <a:lnTo>
                    <a:pt x="20871" y="420369"/>
                  </a:lnTo>
                  <a:lnTo>
                    <a:pt x="37006" y="429259"/>
                  </a:lnTo>
                  <a:lnTo>
                    <a:pt x="57592" y="434339"/>
                  </a:lnTo>
                  <a:lnTo>
                    <a:pt x="82182" y="436879"/>
                  </a:lnTo>
                  <a:lnTo>
                    <a:pt x="115067" y="434339"/>
                  </a:lnTo>
                  <a:lnTo>
                    <a:pt x="133099" y="431799"/>
                  </a:lnTo>
                  <a:lnTo>
                    <a:pt x="152021" y="426719"/>
                  </a:lnTo>
                  <a:lnTo>
                    <a:pt x="179997" y="426719"/>
                  </a:lnTo>
                  <a:lnTo>
                    <a:pt x="177787" y="420369"/>
                  </a:lnTo>
                  <a:lnTo>
                    <a:pt x="193679" y="415289"/>
                  </a:lnTo>
                  <a:lnTo>
                    <a:pt x="206596" y="410209"/>
                  </a:lnTo>
                  <a:lnTo>
                    <a:pt x="82182" y="410209"/>
                  </a:lnTo>
                  <a:lnTo>
                    <a:pt x="64732" y="408939"/>
                  </a:lnTo>
                  <a:lnTo>
                    <a:pt x="50398" y="406399"/>
                  </a:lnTo>
                  <a:lnTo>
                    <a:pt x="39750" y="401319"/>
                  </a:lnTo>
                  <a:lnTo>
                    <a:pt x="33362" y="394969"/>
                  </a:lnTo>
                  <a:lnTo>
                    <a:pt x="30914" y="377189"/>
                  </a:lnTo>
                  <a:lnTo>
                    <a:pt x="38702" y="354329"/>
                  </a:lnTo>
                  <a:lnTo>
                    <a:pt x="56532" y="325119"/>
                  </a:lnTo>
                  <a:lnTo>
                    <a:pt x="84216" y="292099"/>
                  </a:lnTo>
                  <a:lnTo>
                    <a:pt x="125143" y="292099"/>
                  </a:lnTo>
                  <a:lnTo>
                    <a:pt x="117695" y="285749"/>
                  </a:lnTo>
                  <a:lnTo>
                    <a:pt x="110628" y="279399"/>
                  </a:lnTo>
                  <a:lnTo>
                    <a:pt x="103879" y="273049"/>
                  </a:lnTo>
                  <a:lnTo>
                    <a:pt x="110723" y="267969"/>
                  </a:lnTo>
                  <a:lnTo>
                    <a:pt x="117949" y="261619"/>
                  </a:lnTo>
                  <a:lnTo>
                    <a:pt x="125429" y="255269"/>
                  </a:lnTo>
                  <a:lnTo>
                    <a:pt x="83538" y="255269"/>
                  </a:lnTo>
                  <a:lnTo>
                    <a:pt x="54466" y="222249"/>
                  </a:lnTo>
                  <a:lnTo>
                    <a:pt x="35566" y="191769"/>
                  </a:lnTo>
                  <a:lnTo>
                    <a:pt x="27090" y="167639"/>
                  </a:lnTo>
                  <a:lnTo>
                    <a:pt x="29294" y="149859"/>
                  </a:lnTo>
                  <a:lnTo>
                    <a:pt x="35968" y="143509"/>
                  </a:lnTo>
                  <a:lnTo>
                    <a:pt x="46584" y="138429"/>
                  </a:lnTo>
                  <a:lnTo>
                    <a:pt x="60759" y="134619"/>
                  </a:lnTo>
                  <a:lnTo>
                    <a:pt x="206596" y="134619"/>
                  </a:lnTo>
                  <a:lnTo>
                    <a:pt x="193679" y="129539"/>
                  </a:lnTo>
                  <a:lnTo>
                    <a:pt x="177787" y="124459"/>
                  </a:lnTo>
                  <a:lnTo>
                    <a:pt x="180439" y="116839"/>
                  </a:lnTo>
                  <a:lnTo>
                    <a:pt x="152021" y="116839"/>
                  </a:lnTo>
                  <a:lnTo>
                    <a:pt x="132188" y="113029"/>
                  </a:lnTo>
                  <a:lnTo>
                    <a:pt x="113372" y="109219"/>
                  </a:lnTo>
                  <a:lnTo>
                    <a:pt x="95573" y="106679"/>
                  </a:lnTo>
                  <a:close/>
                </a:path>
                <a:path w="486409" h="543560">
                  <a:moveTo>
                    <a:pt x="125143" y="292099"/>
                  </a:moveTo>
                  <a:lnTo>
                    <a:pt x="84216" y="292099"/>
                  </a:lnTo>
                  <a:lnTo>
                    <a:pt x="96167" y="302259"/>
                  </a:lnTo>
                  <a:lnTo>
                    <a:pt x="108626" y="312419"/>
                  </a:lnTo>
                  <a:lnTo>
                    <a:pt x="121594" y="322579"/>
                  </a:lnTo>
                  <a:lnTo>
                    <a:pt x="135070" y="334009"/>
                  </a:lnTo>
                  <a:lnTo>
                    <a:pt x="136850" y="350519"/>
                  </a:lnTo>
                  <a:lnTo>
                    <a:pt x="139138" y="368299"/>
                  </a:lnTo>
                  <a:lnTo>
                    <a:pt x="141935" y="384809"/>
                  </a:lnTo>
                  <a:lnTo>
                    <a:pt x="145241" y="401319"/>
                  </a:lnTo>
                  <a:lnTo>
                    <a:pt x="128618" y="405129"/>
                  </a:lnTo>
                  <a:lnTo>
                    <a:pt x="96898" y="410209"/>
                  </a:lnTo>
                  <a:lnTo>
                    <a:pt x="206596" y="410209"/>
                  </a:lnTo>
                  <a:lnTo>
                    <a:pt x="226226" y="402589"/>
                  </a:lnTo>
                  <a:lnTo>
                    <a:pt x="242880" y="394969"/>
                  </a:lnTo>
                  <a:lnTo>
                    <a:pt x="338250" y="394969"/>
                  </a:lnTo>
                  <a:lnTo>
                    <a:pt x="338474" y="393699"/>
                  </a:lnTo>
                  <a:lnTo>
                    <a:pt x="171685" y="393699"/>
                  </a:lnTo>
                  <a:lnTo>
                    <a:pt x="169767" y="383539"/>
                  </a:lnTo>
                  <a:lnTo>
                    <a:pt x="168040" y="374649"/>
                  </a:lnTo>
                  <a:lnTo>
                    <a:pt x="166440" y="363219"/>
                  </a:lnTo>
                  <a:lnTo>
                    <a:pt x="164904" y="353059"/>
                  </a:lnTo>
                  <a:lnTo>
                    <a:pt x="218852" y="353059"/>
                  </a:lnTo>
                  <a:lnTo>
                    <a:pt x="210842" y="349249"/>
                  </a:lnTo>
                  <a:lnTo>
                    <a:pt x="200163" y="342899"/>
                  </a:lnTo>
                  <a:lnTo>
                    <a:pt x="179991" y="330199"/>
                  </a:lnTo>
                  <a:lnTo>
                    <a:pt x="170223" y="325119"/>
                  </a:lnTo>
                  <a:lnTo>
                    <a:pt x="160836" y="318769"/>
                  </a:lnTo>
                  <a:lnTo>
                    <a:pt x="160052" y="307339"/>
                  </a:lnTo>
                  <a:lnTo>
                    <a:pt x="159918" y="303529"/>
                  </a:lnTo>
                  <a:lnTo>
                    <a:pt x="159828" y="300989"/>
                  </a:lnTo>
                  <a:lnTo>
                    <a:pt x="159739" y="298449"/>
                  </a:lnTo>
                  <a:lnTo>
                    <a:pt x="133036" y="298449"/>
                  </a:lnTo>
                  <a:lnTo>
                    <a:pt x="125143" y="292099"/>
                  </a:lnTo>
                  <a:close/>
                </a:path>
                <a:path w="486409" h="543560">
                  <a:moveTo>
                    <a:pt x="435128" y="292099"/>
                  </a:moveTo>
                  <a:lnTo>
                    <a:pt x="401545" y="292099"/>
                  </a:lnTo>
                  <a:lnTo>
                    <a:pt x="429228" y="325119"/>
                  </a:lnTo>
                  <a:lnTo>
                    <a:pt x="447059" y="354329"/>
                  </a:lnTo>
                  <a:lnTo>
                    <a:pt x="454846" y="377189"/>
                  </a:lnTo>
                  <a:lnTo>
                    <a:pt x="452399" y="394969"/>
                  </a:lnTo>
                  <a:lnTo>
                    <a:pt x="445724" y="401319"/>
                  </a:lnTo>
                  <a:lnTo>
                    <a:pt x="435108" y="406399"/>
                  </a:lnTo>
                  <a:lnTo>
                    <a:pt x="420933" y="408939"/>
                  </a:lnTo>
                  <a:lnTo>
                    <a:pt x="403579" y="410209"/>
                  </a:lnTo>
                  <a:lnTo>
                    <a:pt x="474328" y="410209"/>
                  </a:lnTo>
                  <a:lnTo>
                    <a:pt x="475453" y="408939"/>
                  </a:lnTo>
                  <a:lnTo>
                    <a:pt x="481650" y="382269"/>
                  </a:lnTo>
                  <a:lnTo>
                    <a:pt x="473673" y="349249"/>
                  </a:lnTo>
                  <a:lnTo>
                    <a:pt x="452854" y="313689"/>
                  </a:lnTo>
                  <a:lnTo>
                    <a:pt x="435128" y="292099"/>
                  </a:lnTo>
                  <a:close/>
                </a:path>
                <a:path w="486409" h="543560">
                  <a:moveTo>
                    <a:pt x="218852" y="353059"/>
                  </a:moveTo>
                  <a:lnTo>
                    <a:pt x="164904" y="353059"/>
                  </a:lnTo>
                  <a:lnTo>
                    <a:pt x="170403" y="356869"/>
                  </a:lnTo>
                  <a:lnTo>
                    <a:pt x="175838" y="359409"/>
                  </a:lnTo>
                  <a:lnTo>
                    <a:pt x="181400" y="363219"/>
                  </a:lnTo>
                  <a:lnTo>
                    <a:pt x="187280" y="367029"/>
                  </a:lnTo>
                  <a:lnTo>
                    <a:pt x="198892" y="373379"/>
                  </a:lnTo>
                  <a:lnTo>
                    <a:pt x="204920" y="375919"/>
                  </a:lnTo>
                  <a:lnTo>
                    <a:pt x="211012" y="379729"/>
                  </a:lnTo>
                  <a:lnTo>
                    <a:pt x="181358" y="391159"/>
                  </a:lnTo>
                  <a:lnTo>
                    <a:pt x="171685" y="393699"/>
                  </a:lnTo>
                  <a:lnTo>
                    <a:pt x="310686" y="393699"/>
                  </a:lnTo>
                  <a:lnTo>
                    <a:pt x="301924" y="389889"/>
                  </a:lnTo>
                  <a:lnTo>
                    <a:pt x="292971" y="387349"/>
                  </a:lnTo>
                  <a:lnTo>
                    <a:pt x="274749" y="379729"/>
                  </a:lnTo>
                  <a:lnTo>
                    <a:pt x="280851" y="375919"/>
                  </a:lnTo>
                  <a:lnTo>
                    <a:pt x="286954" y="373379"/>
                  </a:lnTo>
                  <a:lnTo>
                    <a:pt x="299159" y="365759"/>
                  </a:lnTo>
                  <a:lnTo>
                    <a:pt x="242880" y="365759"/>
                  </a:lnTo>
                  <a:lnTo>
                    <a:pt x="232201" y="360679"/>
                  </a:lnTo>
                  <a:lnTo>
                    <a:pt x="221522" y="354329"/>
                  </a:lnTo>
                  <a:lnTo>
                    <a:pt x="218852" y="353059"/>
                  </a:lnTo>
                  <a:close/>
                </a:path>
                <a:path w="486409" h="543560">
                  <a:moveTo>
                    <a:pt x="344512" y="355599"/>
                  </a:moveTo>
                  <a:lnTo>
                    <a:pt x="316788" y="355599"/>
                  </a:lnTo>
                  <a:lnTo>
                    <a:pt x="313737" y="374649"/>
                  </a:lnTo>
                  <a:lnTo>
                    <a:pt x="312211" y="384809"/>
                  </a:lnTo>
                  <a:lnTo>
                    <a:pt x="310686" y="393699"/>
                  </a:lnTo>
                  <a:lnTo>
                    <a:pt x="338474" y="393699"/>
                  </a:lnTo>
                  <a:lnTo>
                    <a:pt x="340043" y="384809"/>
                  </a:lnTo>
                  <a:lnTo>
                    <a:pt x="342639" y="369569"/>
                  </a:lnTo>
                  <a:lnTo>
                    <a:pt x="344512" y="355599"/>
                  </a:lnTo>
                  <a:close/>
                </a:path>
                <a:path w="486409" h="543560">
                  <a:moveTo>
                    <a:pt x="300970" y="181609"/>
                  </a:moveTo>
                  <a:lnTo>
                    <a:pt x="242880" y="181609"/>
                  </a:lnTo>
                  <a:lnTo>
                    <a:pt x="252543" y="185419"/>
                  </a:lnTo>
                  <a:lnTo>
                    <a:pt x="271867" y="195579"/>
                  </a:lnTo>
                  <a:lnTo>
                    <a:pt x="281529" y="201929"/>
                  </a:lnTo>
                  <a:lnTo>
                    <a:pt x="291679" y="207009"/>
                  </a:lnTo>
                  <a:lnTo>
                    <a:pt x="301701" y="213359"/>
                  </a:lnTo>
                  <a:lnTo>
                    <a:pt x="311470" y="219709"/>
                  </a:lnTo>
                  <a:lnTo>
                    <a:pt x="320856" y="226059"/>
                  </a:lnTo>
                  <a:lnTo>
                    <a:pt x="321640" y="237489"/>
                  </a:lnTo>
                  <a:lnTo>
                    <a:pt x="321640" y="298449"/>
                  </a:lnTo>
                  <a:lnTo>
                    <a:pt x="321068" y="309879"/>
                  </a:lnTo>
                  <a:lnTo>
                    <a:pt x="320178" y="321309"/>
                  </a:lnTo>
                  <a:lnTo>
                    <a:pt x="311915" y="326389"/>
                  </a:lnTo>
                  <a:lnTo>
                    <a:pt x="303397" y="331469"/>
                  </a:lnTo>
                  <a:lnTo>
                    <a:pt x="285598" y="342899"/>
                  </a:lnTo>
                  <a:lnTo>
                    <a:pt x="274918" y="349249"/>
                  </a:lnTo>
                  <a:lnTo>
                    <a:pt x="264239" y="354329"/>
                  </a:lnTo>
                  <a:lnTo>
                    <a:pt x="253560" y="360679"/>
                  </a:lnTo>
                  <a:lnTo>
                    <a:pt x="242880" y="365759"/>
                  </a:lnTo>
                  <a:lnTo>
                    <a:pt x="299159" y="365759"/>
                  </a:lnTo>
                  <a:lnTo>
                    <a:pt x="311364" y="359409"/>
                  </a:lnTo>
                  <a:lnTo>
                    <a:pt x="316788" y="355599"/>
                  </a:lnTo>
                  <a:lnTo>
                    <a:pt x="344512" y="355599"/>
                  </a:lnTo>
                  <a:lnTo>
                    <a:pt x="344853" y="353059"/>
                  </a:lnTo>
                  <a:lnTo>
                    <a:pt x="346622" y="336549"/>
                  </a:lnTo>
                  <a:lnTo>
                    <a:pt x="361497" y="325119"/>
                  </a:lnTo>
                  <a:lnTo>
                    <a:pt x="375609" y="314959"/>
                  </a:lnTo>
                  <a:lnTo>
                    <a:pt x="388958" y="303529"/>
                  </a:lnTo>
                  <a:lnTo>
                    <a:pt x="391755" y="300989"/>
                  </a:lnTo>
                  <a:lnTo>
                    <a:pt x="348657" y="300989"/>
                  </a:lnTo>
                  <a:lnTo>
                    <a:pt x="348813" y="298449"/>
                  </a:lnTo>
                  <a:lnTo>
                    <a:pt x="348892" y="297179"/>
                  </a:lnTo>
                  <a:lnTo>
                    <a:pt x="348970" y="295909"/>
                  </a:lnTo>
                  <a:lnTo>
                    <a:pt x="349049" y="252729"/>
                  </a:lnTo>
                  <a:lnTo>
                    <a:pt x="348657" y="246379"/>
                  </a:lnTo>
                  <a:lnTo>
                    <a:pt x="391755" y="246379"/>
                  </a:lnTo>
                  <a:lnTo>
                    <a:pt x="388958" y="243839"/>
                  </a:lnTo>
                  <a:lnTo>
                    <a:pt x="375609" y="232409"/>
                  </a:lnTo>
                  <a:lnTo>
                    <a:pt x="361497" y="222249"/>
                  </a:lnTo>
                  <a:lnTo>
                    <a:pt x="346622" y="210819"/>
                  </a:lnTo>
                  <a:lnTo>
                    <a:pt x="344843" y="194309"/>
                  </a:lnTo>
                  <a:lnTo>
                    <a:pt x="344516" y="191769"/>
                  </a:lnTo>
                  <a:lnTo>
                    <a:pt x="317466" y="191769"/>
                  </a:lnTo>
                  <a:lnTo>
                    <a:pt x="306533" y="184149"/>
                  </a:lnTo>
                  <a:lnTo>
                    <a:pt x="300970" y="181609"/>
                  </a:lnTo>
                  <a:close/>
                </a:path>
                <a:path w="486409" h="543560">
                  <a:moveTo>
                    <a:pt x="391755" y="246379"/>
                  </a:moveTo>
                  <a:lnTo>
                    <a:pt x="348657" y="246379"/>
                  </a:lnTo>
                  <a:lnTo>
                    <a:pt x="357567" y="253999"/>
                  </a:lnTo>
                  <a:lnTo>
                    <a:pt x="366032" y="260349"/>
                  </a:lnTo>
                  <a:lnTo>
                    <a:pt x="374115" y="266699"/>
                  </a:lnTo>
                  <a:lnTo>
                    <a:pt x="381881" y="274319"/>
                  </a:lnTo>
                  <a:lnTo>
                    <a:pt x="374115" y="280669"/>
                  </a:lnTo>
                  <a:lnTo>
                    <a:pt x="366032" y="288289"/>
                  </a:lnTo>
                  <a:lnTo>
                    <a:pt x="357567" y="294639"/>
                  </a:lnTo>
                  <a:lnTo>
                    <a:pt x="348657" y="300989"/>
                  </a:lnTo>
                  <a:lnTo>
                    <a:pt x="391755" y="300989"/>
                  </a:lnTo>
                  <a:lnTo>
                    <a:pt x="401545" y="292099"/>
                  </a:lnTo>
                  <a:lnTo>
                    <a:pt x="435128" y="292099"/>
                  </a:lnTo>
                  <a:lnTo>
                    <a:pt x="420530" y="274319"/>
                  </a:lnTo>
                  <a:lnTo>
                    <a:pt x="437217" y="255269"/>
                  </a:lnTo>
                  <a:lnTo>
                    <a:pt x="401545" y="255269"/>
                  </a:lnTo>
                  <a:lnTo>
                    <a:pt x="391755" y="246379"/>
                  </a:lnTo>
                  <a:close/>
                </a:path>
                <a:path w="486409" h="543560">
                  <a:moveTo>
                    <a:pt x="159958" y="248919"/>
                  </a:moveTo>
                  <a:lnTo>
                    <a:pt x="133036" y="248919"/>
                  </a:lnTo>
                  <a:lnTo>
                    <a:pt x="133036" y="256539"/>
                  </a:lnTo>
                  <a:lnTo>
                    <a:pt x="132358" y="264159"/>
                  </a:lnTo>
                  <a:lnTo>
                    <a:pt x="132879" y="295909"/>
                  </a:lnTo>
                  <a:lnTo>
                    <a:pt x="132957" y="297179"/>
                  </a:lnTo>
                  <a:lnTo>
                    <a:pt x="133036" y="298449"/>
                  </a:lnTo>
                  <a:lnTo>
                    <a:pt x="159739" y="298449"/>
                  </a:lnTo>
                  <a:lnTo>
                    <a:pt x="159835" y="252729"/>
                  </a:lnTo>
                  <a:lnTo>
                    <a:pt x="159958" y="248919"/>
                  </a:lnTo>
                  <a:close/>
                </a:path>
                <a:path w="486409" h="543560">
                  <a:moveTo>
                    <a:pt x="206596" y="134619"/>
                  </a:moveTo>
                  <a:lnTo>
                    <a:pt x="93359" y="134619"/>
                  </a:lnTo>
                  <a:lnTo>
                    <a:pt x="126647" y="139699"/>
                  </a:lnTo>
                  <a:lnTo>
                    <a:pt x="144563" y="143509"/>
                  </a:lnTo>
                  <a:lnTo>
                    <a:pt x="141257" y="160019"/>
                  </a:lnTo>
                  <a:lnTo>
                    <a:pt x="138460" y="177799"/>
                  </a:lnTo>
                  <a:lnTo>
                    <a:pt x="136172" y="195579"/>
                  </a:lnTo>
                  <a:lnTo>
                    <a:pt x="134392" y="213359"/>
                  </a:lnTo>
                  <a:lnTo>
                    <a:pt x="120534" y="223519"/>
                  </a:lnTo>
                  <a:lnTo>
                    <a:pt x="107439" y="233679"/>
                  </a:lnTo>
                  <a:lnTo>
                    <a:pt x="95107" y="245109"/>
                  </a:lnTo>
                  <a:lnTo>
                    <a:pt x="83538" y="255269"/>
                  </a:lnTo>
                  <a:lnTo>
                    <a:pt x="125429" y="255269"/>
                  </a:lnTo>
                  <a:lnTo>
                    <a:pt x="133036" y="248919"/>
                  </a:lnTo>
                  <a:lnTo>
                    <a:pt x="159958" y="248919"/>
                  </a:lnTo>
                  <a:lnTo>
                    <a:pt x="160836" y="228599"/>
                  </a:lnTo>
                  <a:lnTo>
                    <a:pt x="171144" y="222249"/>
                  </a:lnTo>
                  <a:lnTo>
                    <a:pt x="181771" y="214629"/>
                  </a:lnTo>
                  <a:lnTo>
                    <a:pt x="192779" y="208279"/>
                  </a:lnTo>
                  <a:lnTo>
                    <a:pt x="204231" y="201929"/>
                  </a:lnTo>
                  <a:lnTo>
                    <a:pt x="213894" y="195579"/>
                  </a:lnTo>
                  <a:lnTo>
                    <a:pt x="216309" y="194309"/>
                  </a:lnTo>
                  <a:lnTo>
                    <a:pt x="164226" y="194309"/>
                  </a:lnTo>
                  <a:lnTo>
                    <a:pt x="165762" y="182879"/>
                  </a:lnTo>
                  <a:lnTo>
                    <a:pt x="167362" y="171449"/>
                  </a:lnTo>
                  <a:lnTo>
                    <a:pt x="169089" y="161289"/>
                  </a:lnTo>
                  <a:lnTo>
                    <a:pt x="171007" y="151129"/>
                  </a:lnTo>
                  <a:lnTo>
                    <a:pt x="337829" y="151129"/>
                  </a:lnTo>
                  <a:lnTo>
                    <a:pt x="337553" y="149859"/>
                  </a:lnTo>
                  <a:lnTo>
                    <a:pt x="242880" y="149859"/>
                  </a:lnTo>
                  <a:lnTo>
                    <a:pt x="226226" y="143509"/>
                  </a:lnTo>
                  <a:lnTo>
                    <a:pt x="209825" y="135889"/>
                  </a:lnTo>
                  <a:lnTo>
                    <a:pt x="206596" y="134619"/>
                  </a:lnTo>
                  <a:close/>
                </a:path>
                <a:path w="486409" h="543560">
                  <a:moveTo>
                    <a:pt x="478397" y="134619"/>
                  </a:moveTo>
                  <a:lnTo>
                    <a:pt x="406969" y="134619"/>
                  </a:lnTo>
                  <a:lnTo>
                    <a:pt x="424418" y="135889"/>
                  </a:lnTo>
                  <a:lnTo>
                    <a:pt x="438753" y="138429"/>
                  </a:lnTo>
                  <a:lnTo>
                    <a:pt x="449400" y="143509"/>
                  </a:lnTo>
                  <a:lnTo>
                    <a:pt x="455789" y="149859"/>
                  </a:lnTo>
                  <a:lnTo>
                    <a:pt x="458088" y="167639"/>
                  </a:lnTo>
                  <a:lnTo>
                    <a:pt x="449771" y="191769"/>
                  </a:lnTo>
                  <a:lnTo>
                    <a:pt x="430902" y="222249"/>
                  </a:lnTo>
                  <a:lnTo>
                    <a:pt x="401545" y="255269"/>
                  </a:lnTo>
                  <a:lnTo>
                    <a:pt x="437217" y="255269"/>
                  </a:lnTo>
                  <a:lnTo>
                    <a:pt x="455016" y="234949"/>
                  </a:lnTo>
                  <a:lnTo>
                    <a:pt x="477232" y="198119"/>
                  </a:lnTo>
                  <a:lnTo>
                    <a:pt x="485846" y="163829"/>
                  </a:lnTo>
                  <a:lnTo>
                    <a:pt x="479521" y="135889"/>
                  </a:lnTo>
                  <a:lnTo>
                    <a:pt x="478397" y="134619"/>
                  </a:lnTo>
                  <a:close/>
                </a:path>
                <a:path w="486409" h="543560">
                  <a:moveTo>
                    <a:pt x="337829" y="151129"/>
                  </a:moveTo>
                  <a:lnTo>
                    <a:pt x="171007" y="151129"/>
                  </a:lnTo>
                  <a:lnTo>
                    <a:pt x="180785" y="154939"/>
                  </a:lnTo>
                  <a:lnTo>
                    <a:pt x="211012" y="166369"/>
                  </a:lnTo>
                  <a:lnTo>
                    <a:pt x="204231" y="168909"/>
                  </a:lnTo>
                  <a:lnTo>
                    <a:pt x="196773" y="173989"/>
                  </a:lnTo>
                  <a:lnTo>
                    <a:pt x="189992" y="177799"/>
                  </a:lnTo>
                  <a:lnTo>
                    <a:pt x="183773" y="181609"/>
                  </a:lnTo>
                  <a:lnTo>
                    <a:pt x="177363" y="185419"/>
                  </a:lnTo>
                  <a:lnTo>
                    <a:pt x="170827" y="190499"/>
                  </a:lnTo>
                  <a:lnTo>
                    <a:pt x="164226" y="194309"/>
                  </a:lnTo>
                  <a:lnTo>
                    <a:pt x="216309" y="194309"/>
                  </a:lnTo>
                  <a:lnTo>
                    <a:pt x="233218" y="185419"/>
                  </a:lnTo>
                  <a:lnTo>
                    <a:pt x="242880" y="181609"/>
                  </a:lnTo>
                  <a:lnTo>
                    <a:pt x="300970" y="181609"/>
                  </a:lnTo>
                  <a:lnTo>
                    <a:pt x="295090" y="177799"/>
                  </a:lnTo>
                  <a:lnTo>
                    <a:pt x="281529" y="170179"/>
                  </a:lnTo>
                  <a:lnTo>
                    <a:pt x="274071" y="166369"/>
                  </a:lnTo>
                  <a:lnTo>
                    <a:pt x="292378" y="158749"/>
                  </a:lnTo>
                  <a:lnTo>
                    <a:pt x="301532" y="156209"/>
                  </a:lnTo>
                  <a:lnTo>
                    <a:pt x="310686" y="152399"/>
                  </a:lnTo>
                  <a:lnTo>
                    <a:pt x="338104" y="152399"/>
                  </a:lnTo>
                  <a:lnTo>
                    <a:pt x="337829" y="151129"/>
                  </a:lnTo>
                  <a:close/>
                </a:path>
                <a:path w="486409" h="543560">
                  <a:moveTo>
                    <a:pt x="338104" y="152399"/>
                  </a:moveTo>
                  <a:lnTo>
                    <a:pt x="310686" y="152399"/>
                  </a:lnTo>
                  <a:lnTo>
                    <a:pt x="312603" y="161289"/>
                  </a:lnTo>
                  <a:lnTo>
                    <a:pt x="314330" y="171449"/>
                  </a:lnTo>
                  <a:lnTo>
                    <a:pt x="315930" y="181609"/>
                  </a:lnTo>
                  <a:lnTo>
                    <a:pt x="317466" y="191769"/>
                  </a:lnTo>
                  <a:lnTo>
                    <a:pt x="344516" y="191769"/>
                  </a:lnTo>
                  <a:lnTo>
                    <a:pt x="342554" y="176529"/>
                  </a:lnTo>
                  <a:lnTo>
                    <a:pt x="339757" y="160019"/>
                  </a:lnTo>
                  <a:lnTo>
                    <a:pt x="338104" y="152399"/>
                  </a:lnTo>
                  <a:close/>
                </a:path>
                <a:path w="486409" h="543560">
                  <a:moveTo>
                    <a:pt x="287070" y="27939"/>
                  </a:moveTo>
                  <a:lnTo>
                    <a:pt x="240846" y="27939"/>
                  </a:lnTo>
                  <a:lnTo>
                    <a:pt x="257003" y="34289"/>
                  </a:lnTo>
                  <a:lnTo>
                    <a:pt x="273986" y="53339"/>
                  </a:lnTo>
                  <a:lnTo>
                    <a:pt x="290333" y="83819"/>
                  </a:lnTo>
                  <a:lnTo>
                    <a:pt x="304583" y="125729"/>
                  </a:lnTo>
                  <a:lnTo>
                    <a:pt x="289602" y="130809"/>
                  </a:lnTo>
                  <a:lnTo>
                    <a:pt x="242880" y="149859"/>
                  </a:lnTo>
                  <a:lnTo>
                    <a:pt x="337553" y="149859"/>
                  </a:lnTo>
                  <a:lnTo>
                    <a:pt x="336452" y="144779"/>
                  </a:lnTo>
                  <a:lnTo>
                    <a:pt x="355480" y="139699"/>
                  </a:lnTo>
                  <a:lnTo>
                    <a:pt x="390993" y="134619"/>
                  </a:lnTo>
                  <a:lnTo>
                    <a:pt x="478397" y="134619"/>
                  </a:lnTo>
                  <a:lnTo>
                    <a:pt x="468280" y="123189"/>
                  </a:lnTo>
                  <a:lnTo>
                    <a:pt x="459060" y="118109"/>
                  </a:lnTo>
                  <a:lnTo>
                    <a:pt x="330349" y="118109"/>
                  </a:lnTo>
                  <a:lnTo>
                    <a:pt x="313313" y="69849"/>
                  </a:lnTo>
                  <a:lnTo>
                    <a:pt x="292209" y="33019"/>
                  </a:lnTo>
                  <a:lnTo>
                    <a:pt x="287070" y="27939"/>
                  </a:lnTo>
                  <a:close/>
                </a:path>
                <a:path w="486409" h="543560">
                  <a:moveTo>
                    <a:pt x="406969" y="106679"/>
                  </a:moveTo>
                  <a:lnTo>
                    <a:pt x="389562" y="107949"/>
                  </a:lnTo>
                  <a:lnTo>
                    <a:pt x="351189" y="113029"/>
                  </a:lnTo>
                  <a:lnTo>
                    <a:pt x="330349" y="118109"/>
                  </a:lnTo>
                  <a:lnTo>
                    <a:pt x="459060" y="118109"/>
                  </a:lnTo>
                  <a:lnTo>
                    <a:pt x="452144" y="114299"/>
                  </a:lnTo>
                  <a:lnTo>
                    <a:pt x="431559" y="109219"/>
                  </a:lnTo>
                  <a:lnTo>
                    <a:pt x="406969" y="106679"/>
                  </a:lnTo>
                  <a:close/>
                </a:path>
                <a:path w="486409" h="543560">
                  <a:moveTo>
                    <a:pt x="240846" y="0"/>
                  </a:moveTo>
                  <a:lnTo>
                    <a:pt x="214190" y="8889"/>
                  </a:lnTo>
                  <a:lnTo>
                    <a:pt x="189823" y="31749"/>
                  </a:lnTo>
                  <a:lnTo>
                    <a:pt x="168761" y="68579"/>
                  </a:lnTo>
                  <a:lnTo>
                    <a:pt x="152021" y="116839"/>
                  </a:lnTo>
                  <a:lnTo>
                    <a:pt x="180439" y="116839"/>
                  </a:lnTo>
                  <a:lnTo>
                    <a:pt x="191931" y="83819"/>
                  </a:lnTo>
                  <a:lnTo>
                    <a:pt x="208045" y="53339"/>
                  </a:lnTo>
                  <a:lnTo>
                    <a:pt x="224795" y="34289"/>
                  </a:lnTo>
                  <a:lnTo>
                    <a:pt x="240846" y="27939"/>
                  </a:lnTo>
                  <a:lnTo>
                    <a:pt x="287070" y="27939"/>
                  </a:lnTo>
                  <a:lnTo>
                    <a:pt x="267799" y="8889"/>
                  </a:lnTo>
                  <a:lnTo>
                    <a:pt x="24084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113523" y="863599"/>
            <a:ext cx="1417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1.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Atomicity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14415" y="1956816"/>
            <a:ext cx="6117590" cy="1199515"/>
            <a:chOff x="5614415" y="1956816"/>
            <a:chExt cx="6117590" cy="1199515"/>
          </a:xfrm>
        </p:grpSpPr>
        <p:sp>
          <p:nvSpPr>
            <p:cNvPr id="13" name="object 13"/>
            <p:cNvSpPr/>
            <p:nvPr/>
          </p:nvSpPr>
          <p:spPr>
            <a:xfrm>
              <a:off x="5614415" y="1956816"/>
              <a:ext cx="6117590" cy="1199515"/>
            </a:xfrm>
            <a:custGeom>
              <a:avLst/>
              <a:gdLst/>
              <a:ahLst/>
              <a:cxnLst/>
              <a:rect l="l" t="t" r="r" b="b"/>
              <a:pathLst>
                <a:path w="6117590" h="1199514">
                  <a:moveTo>
                    <a:pt x="5997448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7"/>
                  </a:lnTo>
                  <a:lnTo>
                    <a:pt x="0" y="1079500"/>
                  </a:lnTo>
                  <a:lnTo>
                    <a:pt x="9427" y="1126146"/>
                  </a:lnTo>
                  <a:lnTo>
                    <a:pt x="35131" y="1164256"/>
                  </a:lnTo>
                  <a:lnTo>
                    <a:pt x="73241" y="1189960"/>
                  </a:lnTo>
                  <a:lnTo>
                    <a:pt x="119887" y="1199388"/>
                  </a:lnTo>
                  <a:lnTo>
                    <a:pt x="5997448" y="1199388"/>
                  </a:lnTo>
                  <a:lnTo>
                    <a:pt x="6044094" y="1189960"/>
                  </a:lnTo>
                  <a:lnTo>
                    <a:pt x="6082204" y="1164256"/>
                  </a:lnTo>
                  <a:lnTo>
                    <a:pt x="6107908" y="1126146"/>
                  </a:lnTo>
                  <a:lnTo>
                    <a:pt x="6117336" y="1079500"/>
                  </a:lnTo>
                  <a:lnTo>
                    <a:pt x="6117336" y="119887"/>
                  </a:lnTo>
                  <a:lnTo>
                    <a:pt x="6107908" y="73241"/>
                  </a:lnTo>
                  <a:lnTo>
                    <a:pt x="6082204" y="35131"/>
                  </a:lnTo>
                  <a:lnTo>
                    <a:pt x="6044094" y="9427"/>
                  </a:lnTo>
                  <a:lnTo>
                    <a:pt x="599744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94135" y="2338829"/>
              <a:ext cx="626745" cy="441325"/>
            </a:xfrm>
            <a:custGeom>
              <a:avLst/>
              <a:gdLst/>
              <a:ahLst/>
              <a:cxnLst/>
              <a:rect l="l" t="t" r="r" b="b"/>
              <a:pathLst>
                <a:path w="626745" h="441325">
                  <a:moveTo>
                    <a:pt x="571598" y="0"/>
                  </a:moveTo>
                  <a:lnTo>
                    <a:pt x="224435" y="329119"/>
                  </a:lnTo>
                  <a:lnTo>
                    <a:pt x="57634" y="157759"/>
                  </a:lnTo>
                  <a:lnTo>
                    <a:pt x="0" y="212839"/>
                  </a:lnTo>
                  <a:lnTo>
                    <a:pt x="221723" y="441319"/>
                  </a:lnTo>
                  <a:lnTo>
                    <a:pt x="280035" y="386919"/>
                  </a:lnTo>
                  <a:lnTo>
                    <a:pt x="626521" y="57119"/>
                  </a:lnTo>
                  <a:lnTo>
                    <a:pt x="57159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113523" y="2361692"/>
            <a:ext cx="16713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latin typeface="Calibri"/>
                <a:cs typeface="Calibri"/>
              </a:rPr>
              <a:t>2.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Consistency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14415" y="3454908"/>
            <a:ext cx="6117590" cy="1199515"/>
            <a:chOff x="5614415" y="3454908"/>
            <a:chExt cx="6117590" cy="1199515"/>
          </a:xfrm>
        </p:grpSpPr>
        <p:sp>
          <p:nvSpPr>
            <p:cNvPr id="17" name="object 17"/>
            <p:cNvSpPr/>
            <p:nvPr/>
          </p:nvSpPr>
          <p:spPr>
            <a:xfrm>
              <a:off x="5614415" y="3454908"/>
              <a:ext cx="6117590" cy="1199515"/>
            </a:xfrm>
            <a:custGeom>
              <a:avLst/>
              <a:gdLst/>
              <a:ahLst/>
              <a:cxnLst/>
              <a:rect l="l" t="t" r="r" b="b"/>
              <a:pathLst>
                <a:path w="6117590" h="1199514">
                  <a:moveTo>
                    <a:pt x="5997448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7"/>
                  </a:lnTo>
                  <a:lnTo>
                    <a:pt x="0" y="1079499"/>
                  </a:lnTo>
                  <a:lnTo>
                    <a:pt x="9427" y="1126146"/>
                  </a:lnTo>
                  <a:lnTo>
                    <a:pt x="35131" y="1164256"/>
                  </a:lnTo>
                  <a:lnTo>
                    <a:pt x="73241" y="1189960"/>
                  </a:lnTo>
                  <a:lnTo>
                    <a:pt x="119887" y="1199387"/>
                  </a:lnTo>
                  <a:lnTo>
                    <a:pt x="5997448" y="1199387"/>
                  </a:lnTo>
                  <a:lnTo>
                    <a:pt x="6044094" y="1189960"/>
                  </a:lnTo>
                  <a:lnTo>
                    <a:pt x="6082204" y="1164256"/>
                  </a:lnTo>
                  <a:lnTo>
                    <a:pt x="6107908" y="1126146"/>
                  </a:lnTo>
                  <a:lnTo>
                    <a:pt x="6117336" y="1079499"/>
                  </a:lnTo>
                  <a:lnTo>
                    <a:pt x="6117336" y="119887"/>
                  </a:lnTo>
                  <a:lnTo>
                    <a:pt x="6107908" y="73241"/>
                  </a:lnTo>
                  <a:lnTo>
                    <a:pt x="6082204" y="35131"/>
                  </a:lnTo>
                  <a:lnTo>
                    <a:pt x="6044094" y="9427"/>
                  </a:lnTo>
                  <a:lnTo>
                    <a:pt x="599744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67365" y="3815161"/>
              <a:ext cx="480059" cy="481965"/>
            </a:xfrm>
            <a:custGeom>
              <a:avLst/>
              <a:gdLst/>
              <a:ahLst/>
              <a:cxnLst/>
              <a:rect l="l" t="t" r="r" b="b"/>
              <a:pathLst>
                <a:path w="480059" h="481964">
                  <a:moveTo>
                    <a:pt x="57634" y="0"/>
                  </a:moveTo>
                  <a:lnTo>
                    <a:pt x="0" y="57799"/>
                  </a:lnTo>
                  <a:lnTo>
                    <a:pt x="182396" y="240719"/>
                  </a:lnTo>
                  <a:lnTo>
                    <a:pt x="0" y="423639"/>
                  </a:lnTo>
                  <a:lnTo>
                    <a:pt x="57634" y="481439"/>
                  </a:lnTo>
                  <a:lnTo>
                    <a:pt x="240030" y="298519"/>
                  </a:lnTo>
                  <a:lnTo>
                    <a:pt x="355299" y="298519"/>
                  </a:lnTo>
                  <a:lnTo>
                    <a:pt x="297665" y="240719"/>
                  </a:lnTo>
                  <a:lnTo>
                    <a:pt x="355299" y="182919"/>
                  </a:lnTo>
                  <a:lnTo>
                    <a:pt x="240030" y="182919"/>
                  </a:lnTo>
                  <a:lnTo>
                    <a:pt x="57634" y="0"/>
                  </a:lnTo>
                  <a:close/>
                </a:path>
                <a:path w="480059" h="481964">
                  <a:moveTo>
                    <a:pt x="355299" y="298519"/>
                  </a:moveTo>
                  <a:lnTo>
                    <a:pt x="240030" y="298519"/>
                  </a:lnTo>
                  <a:lnTo>
                    <a:pt x="422427" y="481439"/>
                  </a:lnTo>
                  <a:lnTo>
                    <a:pt x="480061" y="423639"/>
                  </a:lnTo>
                  <a:lnTo>
                    <a:pt x="355299" y="298519"/>
                  </a:lnTo>
                  <a:close/>
                </a:path>
                <a:path w="480059" h="481964">
                  <a:moveTo>
                    <a:pt x="422427" y="0"/>
                  </a:moveTo>
                  <a:lnTo>
                    <a:pt x="240030" y="182919"/>
                  </a:lnTo>
                  <a:lnTo>
                    <a:pt x="355299" y="182919"/>
                  </a:lnTo>
                  <a:lnTo>
                    <a:pt x="480061" y="57799"/>
                  </a:lnTo>
                  <a:lnTo>
                    <a:pt x="42242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113523" y="3859479"/>
            <a:ext cx="9988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Isolation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614415" y="4953000"/>
            <a:ext cx="6117590" cy="1198245"/>
            <a:chOff x="5614415" y="4953000"/>
            <a:chExt cx="6117590" cy="1198245"/>
          </a:xfrm>
        </p:grpSpPr>
        <p:sp>
          <p:nvSpPr>
            <p:cNvPr id="21" name="object 21"/>
            <p:cNvSpPr/>
            <p:nvPr/>
          </p:nvSpPr>
          <p:spPr>
            <a:xfrm>
              <a:off x="5614415" y="4953000"/>
              <a:ext cx="6117590" cy="1198245"/>
            </a:xfrm>
            <a:custGeom>
              <a:avLst/>
              <a:gdLst/>
              <a:ahLst/>
              <a:cxnLst/>
              <a:rect l="l" t="t" r="r" b="b"/>
              <a:pathLst>
                <a:path w="6117590" h="1198245">
                  <a:moveTo>
                    <a:pt x="5997575" y="0"/>
                  </a:moveTo>
                  <a:lnTo>
                    <a:pt x="119761" y="0"/>
                  </a:lnTo>
                  <a:lnTo>
                    <a:pt x="73134" y="9407"/>
                  </a:lnTo>
                  <a:lnTo>
                    <a:pt x="35067" y="35067"/>
                  </a:lnTo>
                  <a:lnTo>
                    <a:pt x="9407" y="73134"/>
                  </a:lnTo>
                  <a:lnTo>
                    <a:pt x="0" y="119761"/>
                  </a:lnTo>
                  <a:lnTo>
                    <a:pt x="0" y="1078077"/>
                  </a:lnTo>
                  <a:lnTo>
                    <a:pt x="9407" y="1124703"/>
                  </a:lnTo>
                  <a:lnTo>
                    <a:pt x="35067" y="1162778"/>
                  </a:lnTo>
                  <a:lnTo>
                    <a:pt x="73134" y="1188450"/>
                  </a:lnTo>
                  <a:lnTo>
                    <a:pt x="119761" y="1197864"/>
                  </a:lnTo>
                  <a:lnTo>
                    <a:pt x="5997575" y="1197864"/>
                  </a:lnTo>
                  <a:lnTo>
                    <a:pt x="6044201" y="1188450"/>
                  </a:lnTo>
                  <a:lnTo>
                    <a:pt x="6082268" y="1162778"/>
                  </a:lnTo>
                  <a:lnTo>
                    <a:pt x="6107928" y="1124703"/>
                  </a:lnTo>
                  <a:lnTo>
                    <a:pt x="6117336" y="1078077"/>
                  </a:lnTo>
                  <a:lnTo>
                    <a:pt x="6117336" y="119761"/>
                  </a:lnTo>
                  <a:lnTo>
                    <a:pt x="6107928" y="73134"/>
                  </a:lnTo>
                  <a:lnTo>
                    <a:pt x="6082268" y="35067"/>
                  </a:lnTo>
                  <a:lnTo>
                    <a:pt x="6044201" y="9407"/>
                  </a:lnTo>
                  <a:lnTo>
                    <a:pt x="599757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049736" y="5322773"/>
              <a:ext cx="515620" cy="462915"/>
            </a:xfrm>
            <a:custGeom>
              <a:avLst/>
              <a:gdLst/>
              <a:ahLst/>
              <a:cxnLst/>
              <a:rect l="l" t="t" r="r" b="b"/>
              <a:pathLst>
                <a:path w="515620" h="462914">
                  <a:moveTo>
                    <a:pt x="478027" y="54399"/>
                  </a:moveTo>
                  <a:lnTo>
                    <a:pt x="37292" y="54399"/>
                  </a:lnTo>
                  <a:lnTo>
                    <a:pt x="101707" y="440639"/>
                  </a:lnTo>
                  <a:lnTo>
                    <a:pt x="105060" y="449203"/>
                  </a:lnTo>
                  <a:lnTo>
                    <a:pt x="105172" y="449490"/>
                  </a:lnTo>
                  <a:lnTo>
                    <a:pt x="111115" y="456364"/>
                  </a:lnTo>
                  <a:lnTo>
                    <a:pt x="118966" y="460816"/>
                  </a:lnTo>
                  <a:lnTo>
                    <a:pt x="128152" y="462399"/>
                  </a:lnTo>
                  <a:lnTo>
                    <a:pt x="385812" y="462399"/>
                  </a:lnTo>
                  <a:lnTo>
                    <a:pt x="394564" y="460816"/>
                  </a:lnTo>
                  <a:lnTo>
                    <a:pt x="394927" y="460816"/>
                  </a:lnTo>
                  <a:lnTo>
                    <a:pt x="403102" y="456109"/>
                  </a:lnTo>
                  <a:lnTo>
                    <a:pt x="409077" y="449203"/>
                  </a:lnTo>
                  <a:lnTo>
                    <a:pt x="412256" y="440639"/>
                  </a:lnTo>
                  <a:lnTo>
                    <a:pt x="424762" y="367199"/>
                  </a:lnTo>
                  <a:lnTo>
                    <a:pt x="284104" y="367199"/>
                  </a:lnTo>
                  <a:lnTo>
                    <a:pt x="256982" y="339999"/>
                  </a:lnTo>
                  <a:lnTo>
                    <a:pt x="162054" y="339999"/>
                  </a:lnTo>
                  <a:lnTo>
                    <a:pt x="151089" y="338523"/>
                  </a:lnTo>
                  <a:lnTo>
                    <a:pt x="121646" y="309006"/>
                  </a:lnTo>
                  <a:lnTo>
                    <a:pt x="120565" y="298519"/>
                  </a:lnTo>
                  <a:lnTo>
                    <a:pt x="122197" y="288415"/>
                  </a:lnTo>
                  <a:lnTo>
                    <a:pt x="126795" y="278119"/>
                  </a:lnTo>
                  <a:lnTo>
                    <a:pt x="161376" y="218279"/>
                  </a:lnTo>
                  <a:lnTo>
                    <a:pt x="138322" y="205359"/>
                  </a:lnTo>
                  <a:lnTo>
                    <a:pt x="193923" y="190399"/>
                  </a:lnTo>
                  <a:lnTo>
                    <a:pt x="305123" y="190399"/>
                  </a:lnTo>
                  <a:lnTo>
                    <a:pt x="290359" y="164559"/>
                  </a:lnTo>
                  <a:lnTo>
                    <a:pt x="227147" y="164559"/>
                  </a:lnTo>
                  <a:lnTo>
                    <a:pt x="203415" y="151639"/>
                  </a:lnTo>
                  <a:lnTo>
                    <a:pt x="223757" y="116279"/>
                  </a:lnTo>
                  <a:lnTo>
                    <a:pt x="259694" y="95199"/>
                  </a:lnTo>
                  <a:lnTo>
                    <a:pt x="471079" y="95199"/>
                  </a:lnTo>
                  <a:lnTo>
                    <a:pt x="478027" y="54399"/>
                  </a:lnTo>
                  <a:close/>
                </a:path>
                <a:path w="515620" h="462914">
                  <a:moveTo>
                    <a:pt x="445605" y="244799"/>
                  </a:moveTo>
                  <a:lnTo>
                    <a:pt x="368182" y="244799"/>
                  </a:lnTo>
                  <a:lnTo>
                    <a:pt x="388524" y="280159"/>
                  </a:lnTo>
                  <a:lnTo>
                    <a:pt x="390558" y="283559"/>
                  </a:lnTo>
                  <a:lnTo>
                    <a:pt x="391914" y="286279"/>
                  </a:lnTo>
                  <a:lnTo>
                    <a:pt x="392592" y="289679"/>
                  </a:lnTo>
                  <a:lnTo>
                    <a:pt x="395305" y="291039"/>
                  </a:lnTo>
                  <a:lnTo>
                    <a:pt x="393270" y="291719"/>
                  </a:lnTo>
                  <a:lnTo>
                    <a:pt x="394388" y="298519"/>
                  </a:lnTo>
                  <a:lnTo>
                    <a:pt x="394287" y="307189"/>
                  </a:lnTo>
                  <a:lnTo>
                    <a:pt x="392508" y="314669"/>
                  </a:lnTo>
                  <a:lnTo>
                    <a:pt x="354621" y="340679"/>
                  </a:lnTo>
                  <a:lnTo>
                    <a:pt x="284104" y="340679"/>
                  </a:lnTo>
                  <a:lnTo>
                    <a:pt x="284104" y="367199"/>
                  </a:lnTo>
                  <a:lnTo>
                    <a:pt x="424762" y="367199"/>
                  </a:lnTo>
                  <a:lnTo>
                    <a:pt x="445605" y="244799"/>
                  </a:lnTo>
                  <a:close/>
                </a:path>
                <a:path w="515620" h="462914">
                  <a:moveTo>
                    <a:pt x="184430" y="231879"/>
                  </a:moveTo>
                  <a:lnTo>
                    <a:pt x="150527" y="292399"/>
                  </a:lnTo>
                  <a:lnTo>
                    <a:pt x="147137" y="297159"/>
                  </a:lnTo>
                  <a:lnTo>
                    <a:pt x="146459" y="301919"/>
                  </a:lnTo>
                  <a:lnTo>
                    <a:pt x="151883" y="310079"/>
                  </a:lnTo>
                  <a:lnTo>
                    <a:pt x="156630" y="312799"/>
                  </a:lnTo>
                  <a:lnTo>
                    <a:pt x="202737" y="312799"/>
                  </a:lnTo>
                  <a:lnTo>
                    <a:pt x="202737" y="339999"/>
                  </a:lnTo>
                  <a:lnTo>
                    <a:pt x="256982" y="339999"/>
                  </a:lnTo>
                  <a:lnTo>
                    <a:pt x="243421" y="326399"/>
                  </a:lnTo>
                  <a:lnTo>
                    <a:pt x="284104" y="285599"/>
                  </a:lnTo>
                  <a:lnTo>
                    <a:pt x="360098" y="285599"/>
                  </a:lnTo>
                  <a:lnTo>
                    <a:pt x="344451" y="258399"/>
                  </a:lnTo>
                  <a:lnTo>
                    <a:pt x="365809" y="246159"/>
                  </a:lnTo>
                  <a:lnTo>
                    <a:pt x="208840" y="246159"/>
                  </a:lnTo>
                  <a:lnTo>
                    <a:pt x="184430" y="231879"/>
                  </a:lnTo>
                  <a:close/>
                </a:path>
                <a:path w="515620" h="462914">
                  <a:moveTo>
                    <a:pt x="360098" y="285599"/>
                  </a:moveTo>
                  <a:lnTo>
                    <a:pt x="284104" y="285599"/>
                  </a:lnTo>
                  <a:lnTo>
                    <a:pt x="284104" y="313479"/>
                  </a:lnTo>
                  <a:lnTo>
                    <a:pt x="359368" y="313479"/>
                  </a:lnTo>
                  <a:lnTo>
                    <a:pt x="363436" y="311439"/>
                  </a:lnTo>
                  <a:lnTo>
                    <a:pt x="365470" y="308039"/>
                  </a:lnTo>
                  <a:lnTo>
                    <a:pt x="368182" y="303959"/>
                  </a:lnTo>
                  <a:lnTo>
                    <a:pt x="367621" y="299454"/>
                  </a:lnTo>
                  <a:lnTo>
                    <a:pt x="367504" y="298519"/>
                  </a:lnTo>
                  <a:lnTo>
                    <a:pt x="364792" y="293759"/>
                  </a:lnTo>
                  <a:lnTo>
                    <a:pt x="360098" y="285599"/>
                  </a:lnTo>
                  <a:close/>
                </a:path>
                <a:path w="515620" h="462914">
                  <a:moveTo>
                    <a:pt x="305123" y="190399"/>
                  </a:moveTo>
                  <a:lnTo>
                    <a:pt x="193923" y="190399"/>
                  </a:lnTo>
                  <a:lnTo>
                    <a:pt x="208840" y="246159"/>
                  </a:lnTo>
                  <a:lnTo>
                    <a:pt x="365809" y="246159"/>
                  </a:lnTo>
                  <a:lnTo>
                    <a:pt x="368182" y="244799"/>
                  </a:lnTo>
                  <a:lnTo>
                    <a:pt x="445605" y="244799"/>
                  </a:lnTo>
                  <a:lnTo>
                    <a:pt x="449889" y="219639"/>
                  </a:lnTo>
                  <a:lnTo>
                    <a:pt x="336992" y="219639"/>
                  </a:lnTo>
                  <a:lnTo>
                    <a:pt x="281392" y="204679"/>
                  </a:lnTo>
                  <a:lnTo>
                    <a:pt x="305123" y="190399"/>
                  </a:lnTo>
                  <a:close/>
                </a:path>
                <a:path w="515620" h="462914">
                  <a:moveTo>
                    <a:pt x="459384" y="163879"/>
                  </a:moveTo>
                  <a:lnTo>
                    <a:pt x="351909" y="163879"/>
                  </a:lnTo>
                  <a:lnTo>
                    <a:pt x="336992" y="219639"/>
                  </a:lnTo>
                  <a:lnTo>
                    <a:pt x="449889" y="219639"/>
                  </a:lnTo>
                  <a:lnTo>
                    <a:pt x="459268" y="164559"/>
                  </a:lnTo>
                  <a:lnTo>
                    <a:pt x="459384" y="163879"/>
                  </a:lnTo>
                  <a:close/>
                </a:path>
                <a:path w="515620" h="462914">
                  <a:moveTo>
                    <a:pt x="471079" y="95199"/>
                  </a:moveTo>
                  <a:lnTo>
                    <a:pt x="259694" y="95199"/>
                  </a:lnTo>
                  <a:lnTo>
                    <a:pt x="270055" y="96687"/>
                  </a:lnTo>
                  <a:lnTo>
                    <a:pt x="279527" y="100979"/>
                  </a:lnTo>
                  <a:lnTo>
                    <a:pt x="287727" y="107822"/>
                  </a:lnTo>
                  <a:lnTo>
                    <a:pt x="294275" y="116959"/>
                  </a:lnTo>
                  <a:lnTo>
                    <a:pt x="328855" y="176799"/>
                  </a:lnTo>
                  <a:lnTo>
                    <a:pt x="351909" y="163879"/>
                  </a:lnTo>
                  <a:lnTo>
                    <a:pt x="459384" y="163879"/>
                  </a:lnTo>
                  <a:lnTo>
                    <a:pt x="471079" y="95199"/>
                  </a:lnTo>
                  <a:close/>
                </a:path>
                <a:path w="515620" h="462914">
                  <a:moveTo>
                    <a:pt x="259694" y="121719"/>
                  </a:moveTo>
                  <a:lnTo>
                    <a:pt x="254948" y="121719"/>
                  </a:lnTo>
                  <a:lnTo>
                    <a:pt x="250201" y="124439"/>
                  </a:lnTo>
                  <a:lnTo>
                    <a:pt x="247489" y="129199"/>
                  </a:lnTo>
                  <a:lnTo>
                    <a:pt x="227147" y="164559"/>
                  </a:lnTo>
                  <a:lnTo>
                    <a:pt x="290359" y="164559"/>
                  </a:lnTo>
                  <a:lnTo>
                    <a:pt x="270543" y="129879"/>
                  </a:lnTo>
                  <a:lnTo>
                    <a:pt x="267831" y="124439"/>
                  </a:lnTo>
                  <a:lnTo>
                    <a:pt x="263762" y="122399"/>
                  </a:lnTo>
                  <a:lnTo>
                    <a:pt x="259694" y="121719"/>
                  </a:lnTo>
                  <a:close/>
                </a:path>
                <a:path w="515620" h="462914">
                  <a:moveTo>
                    <a:pt x="488198" y="0"/>
                  </a:moveTo>
                  <a:lnTo>
                    <a:pt x="27122" y="0"/>
                  </a:lnTo>
                  <a:lnTo>
                    <a:pt x="16591" y="2146"/>
                  </a:lnTo>
                  <a:lnTo>
                    <a:pt x="7967" y="7989"/>
                  </a:lnTo>
                  <a:lnTo>
                    <a:pt x="2140" y="16638"/>
                  </a:lnTo>
                  <a:lnTo>
                    <a:pt x="0" y="27199"/>
                  </a:lnTo>
                  <a:lnTo>
                    <a:pt x="2140" y="37761"/>
                  </a:lnTo>
                  <a:lnTo>
                    <a:pt x="7967" y="46409"/>
                  </a:lnTo>
                  <a:lnTo>
                    <a:pt x="16591" y="52253"/>
                  </a:lnTo>
                  <a:lnTo>
                    <a:pt x="27122" y="54399"/>
                  </a:lnTo>
                  <a:lnTo>
                    <a:pt x="488198" y="54399"/>
                  </a:lnTo>
                  <a:lnTo>
                    <a:pt x="498729" y="52253"/>
                  </a:lnTo>
                  <a:lnTo>
                    <a:pt x="507353" y="46409"/>
                  </a:lnTo>
                  <a:lnTo>
                    <a:pt x="513180" y="37761"/>
                  </a:lnTo>
                  <a:lnTo>
                    <a:pt x="515320" y="27199"/>
                  </a:lnTo>
                  <a:lnTo>
                    <a:pt x="513180" y="16638"/>
                  </a:lnTo>
                  <a:lnTo>
                    <a:pt x="507353" y="7989"/>
                  </a:lnTo>
                  <a:lnTo>
                    <a:pt x="498729" y="2146"/>
                  </a:lnTo>
                  <a:lnTo>
                    <a:pt x="48819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113523" y="5358180"/>
            <a:ext cx="11283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Durability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18972" rIns="0" bIns="0" rtlCol="0">
            <a:spAutoFit/>
          </a:bodyPr>
          <a:lstStyle/>
          <a:p>
            <a:pPr marL="4115435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BEGIN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TRANSACTION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26660" y="1782826"/>
            <a:ext cx="4961890" cy="4344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alibri"/>
                <a:cs typeface="Calibri"/>
              </a:rPr>
              <a:t>Deduct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Rs.100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account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Add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Rs.100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account</a:t>
            </a:r>
            <a:r>
              <a:rPr sz="2000" spc="-50" dirty="0">
                <a:latin typeface="Calibri"/>
                <a:cs typeface="Calibri"/>
              </a:rPr>
              <a:t> B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errors,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then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65"/>
              </a:spcBef>
            </a:pPr>
            <a:r>
              <a:rPr sz="2000" dirty="0">
                <a:latin typeface="Calibri"/>
                <a:cs typeface="Calibri"/>
              </a:rPr>
              <a:t>Save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2000" spc="-20" dirty="0">
                <a:latin typeface="Calibri"/>
                <a:cs typeface="Calibri"/>
              </a:rPr>
              <a:t>Else</a:t>
            </a: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755"/>
              </a:spcBef>
            </a:pPr>
            <a:r>
              <a:rPr sz="2000" dirty="0">
                <a:latin typeface="Calibri"/>
                <a:cs typeface="Calibri"/>
              </a:rPr>
              <a:t>Delete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operation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000" dirty="0">
                <a:latin typeface="Calibri"/>
                <a:cs typeface="Calibri"/>
              </a:rPr>
              <a:t>End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If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alibri"/>
                <a:cs typeface="Calibri"/>
              </a:rPr>
              <a:t>END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TRANSACTION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transfer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09548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26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587879"/>
            <a:ext cx="255714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30" dirty="0">
                <a:latin typeface="Calibri Light"/>
                <a:cs typeface="Calibri Light"/>
              </a:rPr>
              <a:t>Chapter</a:t>
            </a:r>
            <a:r>
              <a:rPr sz="4000" spc="-16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2: Data</a:t>
            </a:r>
            <a:r>
              <a:rPr sz="4000" spc="-200" dirty="0">
                <a:latin typeface="Calibri Light"/>
                <a:cs typeface="Calibri Light"/>
              </a:rPr>
              <a:t> </a:t>
            </a:r>
            <a:r>
              <a:rPr sz="4000" spc="-35" dirty="0">
                <a:latin typeface="Calibri Light"/>
                <a:cs typeface="Calibri Light"/>
              </a:rPr>
              <a:t>Models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14415" y="457200"/>
            <a:ext cx="6117590" cy="946785"/>
            <a:chOff x="5614415" y="457200"/>
            <a:chExt cx="6117590" cy="946785"/>
          </a:xfrm>
        </p:grpSpPr>
        <p:sp>
          <p:nvSpPr>
            <p:cNvPr id="4" name="object 4"/>
            <p:cNvSpPr/>
            <p:nvPr/>
          </p:nvSpPr>
          <p:spPr>
            <a:xfrm>
              <a:off x="5614415" y="457200"/>
              <a:ext cx="6117590" cy="946785"/>
            </a:xfrm>
            <a:custGeom>
              <a:avLst/>
              <a:gdLst/>
              <a:ahLst/>
              <a:cxnLst/>
              <a:rect l="l" t="t" r="r" b="b"/>
              <a:pathLst>
                <a:path w="6117590" h="946785">
                  <a:moveTo>
                    <a:pt x="6022720" y="0"/>
                  </a:moveTo>
                  <a:lnTo>
                    <a:pt x="94614" y="0"/>
                  </a:lnTo>
                  <a:lnTo>
                    <a:pt x="57810" y="7443"/>
                  </a:lnTo>
                  <a:lnTo>
                    <a:pt x="27733" y="27733"/>
                  </a:lnTo>
                  <a:lnTo>
                    <a:pt x="7443" y="57810"/>
                  </a:lnTo>
                  <a:lnTo>
                    <a:pt x="0" y="94614"/>
                  </a:lnTo>
                  <a:lnTo>
                    <a:pt x="0" y="851788"/>
                  </a:lnTo>
                  <a:lnTo>
                    <a:pt x="7443" y="888593"/>
                  </a:lnTo>
                  <a:lnTo>
                    <a:pt x="27733" y="918670"/>
                  </a:lnTo>
                  <a:lnTo>
                    <a:pt x="57810" y="938960"/>
                  </a:lnTo>
                  <a:lnTo>
                    <a:pt x="94614" y="946403"/>
                  </a:lnTo>
                  <a:lnTo>
                    <a:pt x="6022720" y="946403"/>
                  </a:lnTo>
                  <a:lnTo>
                    <a:pt x="6059525" y="938960"/>
                  </a:lnTo>
                  <a:lnTo>
                    <a:pt x="6089602" y="918670"/>
                  </a:lnTo>
                  <a:lnTo>
                    <a:pt x="6109892" y="888593"/>
                  </a:lnTo>
                  <a:lnTo>
                    <a:pt x="6117336" y="851788"/>
                  </a:lnTo>
                  <a:lnTo>
                    <a:pt x="6117336" y="94614"/>
                  </a:lnTo>
                  <a:lnTo>
                    <a:pt x="6109892" y="57810"/>
                  </a:lnTo>
                  <a:lnTo>
                    <a:pt x="6089602" y="27733"/>
                  </a:lnTo>
                  <a:lnTo>
                    <a:pt x="6059525" y="7443"/>
                  </a:lnTo>
                  <a:lnTo>
                    <a:pt x="60227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1352" y="724826"/>
              <a:ext cx="322580" cy="428625"/>
            </a:xfrm>
            <a:custGeom>
              <a:avLst/>
              <a:gdLst/>
              <a:ahLst/>
              <a:cxnLst/>
              <a:rect l="l" t="t" r="r" b="b"/>
              <a:pathLst>
                <a:path w="322579" h="428625">
                  <a:moveTo>
                    <a:pt x="322075" y="187429"/>
                  </a:moveTo>
                  <a:lnTo>
                    <a:pt x="0" y="187429"/>
                  </a:lnTo>
                  <a:lnTo>
                    <a:pt x="0" y="428411"/>
                  </a:lnTo>
                  <a:lnTo>
                    <a:pt x="322075" y="428411"/>
                  </a:lnTo>
                  <a:lnTo>
                    <a:pt x="322075" y="187429"/>
                  </a:lnTo>
                  <a:close/>
                </a:path>
                <a:path w="322579" h="428625">
                  <a:moveTo>
                    <a:pt x="161037" y="0"/>
                  </a:moveTo>
                  <a:lnTo>
                    <a:pt x="118470" y="8568"/>
                  </a:lnTo>
                  <a:lnTo>
                    <a:pt x="84504" y="32005"/>
                  </a:lnTo>
                  <a:lnTo>
                    <a:pt x="61856" y="66729"/>
                  </a:lnTo>
                  <a:lnTo>
                    <a:pt x="53679" y="109195"/>
                  </a:lnTo>
                  <a:lnTo>
                    <a:pt x="53679" y="187429"/>
                  </a:lnTo>
                  <a:lnTo>
                    <a:pt x="80518" y="187429"/>
                  </a:lnTo>
                  <a:lnTo>
                    <a:pt x="80518" y="109195"/>
                  </a:lnTo>
                  <a:lnTo>
                    <a:pt x="80894" y="100855"/>
                  </a:lnTo>
                  <a:lnTo>
                    <a:pt x="86524" y="77399"/>
                  </a:lnTo>
                  <a:lnTo>
                    <a:pt x="86597" y="77189"/>
                  </a:lnTo>
                  <a:lnTo>
                    <a:pt x="89850" y="70181"/>
                  </a:lnTo>
                  <a:lnTo>
                    <a:pt x="89941" y="69985"/>
                  </a:lnTo>
                  <a:lnTo>
                    <a:pt x="93794" y="63383"/>
                  </a:lnTo>
                  <a:lnTo>
                    <a:pt x="122061" y="36803"/>
                  </a:lnTo>
                  <a:lnTo>
                    <a:pt x="144066" y="28501"/>
                  </a:lnTo>
                  <a:lnTo>
                    <a:pt x="143767" y="28501"/>
                  </a:lnTo>
                  <a:lnTo>
                    <a:pt x="152072" y="27259"/>
                  </a:lnTo>
                  <a:lnTo>
                    <a:pt x="150962" y="27259"/>
                  </a:lnTo>
                  <a:lnTo>
                    <a:pt x="161037" y="26775"/>
                  </a:lnTo>
                  <a:lnTo>
                    <a:pt x="231897" y="26775"/>
                  </a:lnTo>
                  <a:lnTo>
                    <a:pt x="229931" y="24963"/>
                  </a:lnTo>
                  <a:lnTo>
                    <a:pt x="193433" y="4819"/>
                  </a:lnTo>
                  <a:lnTo>
                    <a:pt x="172254" y="535"/>
                  </a:lnTo>
                  <a:lnTo>
                    <a:pt x="161037" y="0"/>
                  </a:lnTo>
                  <a:close/>
                </a:path>
                <a:path w="322579" h="428625">
                  <a:moveTo>
                    <a:pt x="231897" y="26775"/>
                  </a:moveTo>
                  <a:lnTo>
                    <a:pt x="161037" y="26775"/>
                  </a:lnTo>
                  <a:lnTo>
                    <a:pt x="169491" y="27259"/>
                  </a:lnTo>
                  <a:lnTo>
                    <a:pt x="177655" y="28501"/>
                  </a:lnTo>
                  <a:lnTo>
                    <a:pt x="213172" y="45694"/>
                  </a:lnTo>
                  <a:lnTo>
                    <a:pt x="232035" y="69985"/>
                  </a:lnTo>
                  <a:lnTo>
                    <a:pt x="232148" y="70181"/>
                  </a:lnTo>
                  <a:lnTo>
                    <a:pt x="239998" y="92617"/>
                  </a:lnTo>
                  <a:lnTo>
                    <a:pt x="240036" y="92775"/>
                  </a:lnTo>
                  <a:lnTo>
                    <a:pt x="241176" y="100855"/>
                  </a:lnTo>
                  <a:lnTo>
                    <a:pt x="241556" y="109195"/>
                  </a:lnTo>
                  <a:lnTo>
                    <a:pt x="241556" y="187429"/>
                  </a:lnTo>
                  <a:lnTo>
                    <a:pt x="268396" y="187429"/>
                  </a:lnTo>
                  <a:lnTo>
                    <a:pt x="268396" y="109195"/>
                  </a:lnTo>
                  <a:lnTo>
                    <a:pt x="267806" y="98069"/>
                  </a:lnTo>
                  <a:lnTo>
                    <a:pt x="266246" y="87283"/>
                  </a:lnTo>
                  <a:lnTo>
                    <a:pt x="263853" y="77399"/>
                  </a:lnTo>
                  <a:lnTo>
                    <a:pt x="263802" y="77189"/>
                  </a:lnTo>
                  <a:lnTo>
                    <a:pt x="244491" y="39745"/>
                  </a:lnTo>
                  <a:lnTo>
                    <a:pt x="237570" y="32005"/>
                  </a:lnTo>
                  <a:lnTo>
                    <a:pt x="231897" y="26775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3194" rIns="0" bIns="0" rtlCol="0">
            <a:spAutoFit/>
          </a:bodyPr>
          <a:lstStyle/>
          <a:p>
            <a:pPr marL="638556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14415" y="1648967"/>
            <a:ext cx="6117590" cy="946785"/>
            <a:chOff x="5614415" y="1648967"/>
            <a:chExt cx="6117590" cy="946785"/>
          </a:xfrm>
        </p:grpSpPr>
        <p:sp>
          <p:nvSpPr>
            <p:cNvPr id="8" name="object 8"/>
            <p:cNvSpPr/>
            <p:nvPr/>
          </p:nvSpPr>
          <p:spPr>
            <a:xfrm>
              <a:off x="5614415" y="1648967"/>
              <a:ext cx="6117590" cy="946785"/>
            </a:xfrm>
            <a:custGeom>
              <a:avLst/>
              <a:gdLst/>
              <a:ahLst/>
              <a:cxnLst/>
              <a:rect l="l" t="t" r="r" b="b"/>
              <a:pathLst>
                <a:path w="6117590" h="946785">
                  <a:moveTo>
                    <a:pt x="6022720" y="0"/>
                  </a:moveTo>
                  <a:lnTo>
                    <a:pt x="94614" y="0"/>
                  </a:lnTo>
                  <a:lnTo>
                    <a:pt x="57810" y="7443"/>
                  </a:lnTo>
                  <a:lnTo>
                    <a:pt x="27733" y="27733"/>
                  </a:lnTo>
                  <a:lnTo>
                    <a:pt x="7443" y="57810"/>
                  </a:lnTo>
                  <a:lnTo>
                    <a:pt x="0" y="94615"/>
                  </a:lnTo>
                  <a:lnTo>
                    <a:pt x="0" y="851789"/>
                  </a:lnTo>
                  <a:lnTo>
                    <a:pt x="7443" y="888593"/>
                  </a:lnTo>
                  <a:lnTo>
                    <a:pt x="27733" y="918670"/>
                  </a:lnTo>
                  <a:lnTo>
                    <a:pt x="57810" y="938960"/>
                  </a:lnTo>
                  <a:lnTo>
                    <a:pt x="94614" y="946404"/>
                  </a:lnTo>
                  <a:lnTo>
                    <a:pt x="6022720" y="946404"/>
                  </a:lnTo>
                  <a:lnTo>
                    <a:pt x="6059525" y="938960"/>
                  </a:lnTo>
                  <a:lnTo>
                    <a:pt x="6089602" y="918670"/>
                  </a:lnTo>
                  <a:lnTo>
                    <a:pt x="6109892" y="888593"/>
                  </a:lnTo>
                  <a:lnTo>
                    <a:pt x="6117336" y="851789"/>
                  </a:lnTo>
                  <a:lnTo>
                    <a:pt x="6117336" y="94615"/>
                  </a:lnTo>
                  <a:lnTo>
                    <a:pt x="6109892" y="57810"/>
                  </a:lnTo>
                  <a:lnTo>
                    <a:pt x="6089602" y="27733"/>
                  </a:lnTo>
                  <a:lnTo>
                    <a:pt x="6059525" y="7443"/>
                  </a:lnTo>
                  <a:lnTo>
                    <a:pt x="60227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74513" y="1907584"/>
              <a:ext cx="381635" cy="429895"/>
            </a:xfrm>
            <a:custGeom>
              <a:avLst/>
              <a:gdLst/>
              <a:ahLst/>
              <a:cxnLst/>
              <a:rect l="l" t="t" r="r" b="b"/>
              <a:pathLst>
                <a:path w="381635" h="429894">
                  <a:moveTo>
                    <a:pt x="233799" y="0"/>
                  </a:moveTo>
                  <a:lnTo>
                    <a:pt x="0" y="0"/>
                  </a:lnTo>
                  <a:lnTo>
                    <a:pt x="0" y="429669"/>
                  </a:lnTo>
                  <a:lnTo>
                    <a:pt x="80518" y="429669"/>
                  </a:lnTo>
                  <a:lnTo>
                    <a:pt x="80518" y="402815"/>
                  </a:lnTo>
                  <a:lnTo>
                    <a:pt x="26839" y="402815"/>
                  </a:lnTo>
                  <a:lnTo>
                    <a:pt x="26839" y="26854"/>
                  </a:lnTo>
                  <a:lnTo>
                    <a:pt x="260639" y="26854"/>
                  </a:lnTo>
                  <a:lnTo>
                    <a:pt x="233799" y="0"/>
                  </a:lnTo>
                  <a:close/>
                </a:path>
                <a:path w="381635" h="429894">
                  <a:moveTo>
                    <a:pt x="138183" y="299385"/>
                  </a:moveTo>
                  <a:lnTo>
                    <a:pt x="75065" y="362534"/>
                  </a:lnTo>
                  <a:lnTo>
                    <a:pt x="138183" y="425682"/>
                  </a:lnTo>
                  <a:lnTo>
                    <a:pt x="157051" y="406803"/>
                  </a:lnTo>
                  <a:lnTo>
                    <a:pt x="112811" y="362534"/>
                  </a:lnTo>
                  <a:lnTo>
                    <a:pt x="157051" y="318264"/>
                  </a:lnTo>
                  <a:lnTo>
                    <a:pt x="138183" y="299385"/>
                  </a:lnTo>
                  <a:close/>
                </a:path>
                <a:path w="381635" h="429894">
                  <a:moveTo>
                    <a:pt x="318089" y="299385"/>
                  </a:moveTo>
                  <a:lnTo>
                    <a:pt x="299221" y="318264"/>
                  </a:lnTo>
                  <a:lnTo>
                    <a:pt x="343461" y="362534"/>
                  </a:lnTo>
                  <a:lnTo>
                    <a:pt x="299221" y="406803"/>
                  </a:lnTo>
                  <a:lnTo>
                    <a:pt x="318089" y="425682"/>
                  </a:lnTo>
                  <a:lnTo>
                    <a:pt x="381211" y="362534"/>
                  </a:lnTo>
                  <a:lnTo>
                    <a:pt x="318089" y="299385"/>
                  </a:lnTo>
                  <a:close/>
                </a:path>
                <a:path w="381635" h="429894">
                  <a:moveTo>
                    <a:pt x="233728" y="322252"/>
                  </a:moveTo>
                  <a:lnTo>
                    <a:pt x="222545" y="322252"/>
                  </a:lnTo>
                  <a:lnTo>
                    <a:pt x="217302" y="323299"/>
                  </a:lnTo>
                  <a:lnTo>
                    <a:pt x="188923" y="351693"/>
                  </a:lnTo>
                  <a:lnTo>
                    <a:pt x="187877" y="356939"/>
                  </a:lnTo>
                  <a:lnTo>
                    <a:pt x="187877" y="368128"/>
                  </a:lnTo>
                  <a:lnTo>
                    <a:pt x="217302" y="401768"/>
                  </a:lnTo>
                  <a:lnTo>
                    <a:pt x="222545" y="402815"/>
                  </a:lnTo>
                  <a:lnTo>
                    <a:pt x="233728" y="402815"/>
                  </a:lnTo>
                  <a:lnTo>
                    <a:pt x="267349" y="373374"/>
                  </a:lnTo>
                  <a:lnTo>
                    <a:pt x="268396" y="368128"/>
                  </a:lnTo>
                  <a:lnTo>
                    <a:pt x="268396" y="356939"/>
                  </a:lnTo>
                  <a:lnTo>
                    <a:pt x="238970" y="323299"/>
                  </a:lnTo>
                  <a:lnTo>
                    <a:pt x="233728" y="322252"/>
                  </a:lnTo>
                  <a:close/>
                </a:path>
                <a:path w="381635" h="429894">
                  <a:moveTo>
                    <a:pt x="260639" y="26854"/>
                  </a:moveTo>
                  <a:lnTo>
                    <a:pt x="214716" y="26854"/>
                  </a:lnTo>
                  <a:lnTo>
                    <a:pt x="214716" y="134271"/>
                  </a:lnTo>
                  <a:lnTo>
                    <a:pt x="322075" y="134271"/>
                  </a:lnTo>
                  <a:lnTo>
                    <a:pt x="322075" y="268543"/>
                  </a:lnTo>
                  <a:lnTo>
                    <a:pt x="348914" y="268543"/>
                  </a:lnTo>
                  <a:lnTo>
                    <a:pt x="348914" y="107417"/>
                  </a:lnTo>
                  <a:lnTo>
                    <a:pt x="241556" y="107417"/>
                  </a:lnTo>
                  <a:lnTo>
                    <a:pt x="241556" y="45947"/>
                  </a:lnTo>
                  <a:lnTo>
                    <a:pt x="279722" y="45947"/>
                  </a:lnTo>
                  <a:lnTo>
                    <a:pt x="260639" y="26854"/>
                  </a:lnTo>
                  <a:close/>
                </a:path>
                <a:path w="381635" h="429894">
                  <a:moveTo>
                    <a:pt x="279722" y="45947"/>
                  </a:moveTo>
                  <a:lnTo>
                    <a:pt x="241556" y="45947"/>
                  </a:lnTo>
                  <a:lnTo>
                    <a:pt x="302992" y="107417"/>
                  </a:lnTo>
                  <a:lnTo>
                    <a:pt x="341158" y="107417"/>
                  </a:lnTo>
                  <a:lnTo>
                    <a:pt x="279722" y="45947"/>
                  </a:lnTo>
                  <a:close/>
                </a:path>
              </a:pathLst>
            </a:custGeom>
            <a:solidFill>
              <a:srgbClr val="ED83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96531" y="1908175"/>
            <a:ext cx="1825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Rules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614415" y="2831592"/>
            <a:ext cx="6117590" cy="948055"/>
            <a:chOff x="5614415" y="2831592"/>
            <a:chExt cx="6117590" cy="948055"/>
          </a:xfrm>
        </p:grpSpPr>
        <p:sp>
          <p:nvSpPr>
            <p:cNvPr id="12" name="object 12"/>
            <p:cNvSpPr/>
            <p:nvPr/>
          </p:nvSpPr>
          <p:spPr>
            <a:xfrm>
              <a:off x="5614415" y="2831592"/>
              <a:ext cx="6117590" cy="948055"/>
            </a:xfrm>
            <a:custGeom>
              <a:avLst/>
              <a:gdLst/>
              <a:ahLst/>
              <a:cxnLst/>
              <a:rect l="l" t="t" r="r" b="b"/>
              <a:pathLst>
                <a:path w="6117590" h="948054">
                  <a:moveTo>
                    <a:pt x="6022594" y="0"/>
                  </a:moveTo>
                  <a:lnTo>
                    <a:pt x="94742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2"/>
                  </a:lnTo>
                  <a:lnTo>
                    <a:pt x="0" y="853186"/>
                  </a:lnTo>
                  <a:lnTo>
                    <a:pt x="7445" y="890063"/>
                  </a:lnTo>
                  <a:lnTo>
                    <a:pt x="27749" y="920178"/>
                  </a:lnTo>
                  <a:lnTo>
                    <a:pt x="57864" y="940482"/>
                  </a:lnTo>
                  <a:lnTo>
                    <a:pt x="94742" y="947928"/>
                  </a:lnTo>
                  <a:lnTo>
                    <a:pt x="6022594" y="947928"/>
                  </a:lnTo>
                  <a:lnTo>
                    <a:pt x="6059471" y="940482"/>
                  </a:lnTo>
                  <a:lnTo>
                    <a:pt x="6089586" y="920178"/>
                  </a:lnTo>
                  <a:lnTo>
                    <a:pt x="6109890" y="890063"/>
                  </a:lnTo>
                  <a:lnTo>
                    <a:pt x="6117336" y="853186"/>
                  </a:lnTo>
                  <a:lnTo>
                    <a:pt x="6117336" y="94742"/>
                  </a:lnTo>
                  <a:lnTo>
                    <a:pt x="6109890" y="57864"/>
                  </a:lnTo>
                  <a:lnTo>
                    <a:pt x="6089586" y="27749"/>
                  </a:lnTo>
                  <a:lnTo>
                    <a:pt x="6059471" y="7445"/>
                  </a:lnTo>
                  <a:lnTo>
                    <a:pt x="602259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47673" y="3091732"/>
              <a:ext cx="429895" cy="403225"/>
            </a:xfrm>
            <a:custGeom>
              <a:avLst/>
              <a:gdLst/>
              <a:ahLst/>
              <a:cxnLst/>
              <a:rect l="l" t="t" r="r" b="b"/>
              <a:pathLst>
                <a:path w="429895" h="403225">
                  <a:moveTo>
                    <a:pt x="182636" y="226583"/>
                  </a:moveTo>
                  <a:lnTo>
                    <a:pt x="134198" y="226583"/>
                  </a:lnTo>
                  <a:lnTo>
                    <a:pt x="295235" y="334001"/>
                  </a:lnTo>
                  <a:lnTo>
                    <a:pt x="295235" y="402815"/>
                  </a:lnTo>
                  <a:lnTo>
                    <a:pt x="429433" y="402815"/>
                  </a:lnTo>
                  <a:lnTo>
                    <a:pt x="429433" y="375961"/>
                  </a:lnTo>
                  <a:lnTo>
                    <a:pt x="322075" y="375961"/>
                  </a:lnTo>
                  <a:lnTo>
                    <a:pt x="322075" y="301690"/>
                  </a:lnTo>
                  <a:lnTo>
                    <a:pt x="295235" y="301690"/>
                  </a:lnTo>
                  <a:lnTo>
                    <a:pt x="182636" y="226583"/>
                  </a:lnTo>
                  <a:close/>
                </a:path>
                <a:path w="429895" h="403225">
                  <a:moveTo>
                    <a:pt x="429433" y="295398"/>
                  </a:moveTo>
                  <a:lnTo>
                    <a:pt x="402594" y="295398"/>
                  </a:lnTo>
                  <a:lnTo>
                    <a:pt x="402594" y="375961"/>
                  </a:lnTo>
                  <a:lnTo>
                    <a:pt x="429433" y="375961"/>
                  </a:lnTo>
                  <a:lnTo>
                    <a:pt x="429433" y="295398"/>
                  </a:lnTo>
                  <a:close/>
                </a:path>
                <a:path w="429895" h="403225">
                  <a:moveTo>
                    <a:pt x="429433" y="268543"/>
                  </a:moveTo>
                  <a:lnTo>
                    <a:pt x="295235" y="268543"/>
                  </a:lnTo>
                  <a:lnTo>
                    <a:pt x="295235" y="301690"/>
                  </a:lnTo>
                  <a:lnTo>
                    <a:pt x="322075" y="301690"/>
                  </a:lnTo>
                  <a:lnTo>
                    <a:pt x="322075" y="295398"/>
                  </a:lnTo>
                  <a:lnTo>
                    <a:pt x="429433" y="295398"/>
                  </a:lnTo>
                  <a:lnTo>
                    <a:pt x="429433" y="268543"/>
                  </a:lnTo>
                  <a:close/>
                </a:path>
                <a:path w="429895" h="403225">
                  <a:moveTo>
                    <a:pt x="134198" y="134271"/>
                  </a:moveTo>
                  <a:lnTo>
                    <a:pt x="0" y="134271"/>
                  </a:lnTo>
                  <a:lnTo>
                    <a:pt x="0" y="268543"/>
                  </a:lnTo>
                  <a:lnTo>
                    <a:pt x="134198" y="268543"/>
                  </a:lnTo>
                  <a:lnTo>
                    <a:pt x="134198" y="241689"/>
                  </a:lnTo>
                  <a:lnTo>
                    <a:pt x="26839" y="241689"/>
                  </a:lnTo>
                  <a:lnTo>
                    <a:pt x="26839" y="161126"/>
                  </a:lnTo>
                  <a:lnTo>
                    <a:pt x="134198" y="161126"/>
                  </a:lnTo>
                  <a:lnTo>
                    <a:pt x="134198" y="134271"/>
                  </a:lnTo>
                  <a:close/>
                </a:path>
                <a:path w="429895" h="403225">
                  <a:moveTo>
                    <a:pt x="134198" y="161126"/>
                  </a:moveTo>
                  <a:lnTo>
                    <a:pt x="107358" y="161126"/>
                  </a:lnTo>
                  <a:lnTo>
                    <a:pt x="107358" y="241689"/>
                  </a:lnTo>
                  <a:lnTo>
                    <a:pt x="134198" y="241689"/>
                  </a:lnTo>
                  <a:lnTo>
                    <a:pt x="134198" y="226583"/>
                  </a:lnTo>
                  <a:lnTo>
                    <a:pt x="182636" y="226583"/>
                  </a:lnTo>
                  <a:lnTo>
                    <a:pt x="144893" y="201407"/>
                  </a:lnTo>
                  <a:lnTo>
                    <a:pt x="182636" y="176231"/>
                  </a:lnTo>
                  <a:lnTo>
                    <a:pt x="134198" y="176231"/>
                  </a:lnTo>
                  <a:lnTo>
                    <a:pt x="134198" y="161126"/>
                  </a:lnTo>
                  <a:close/>
                </a:path>
                <a:path w="429895" h="403225">
                  <a:moveTo>
                    <a:pt x="429433" y="0"/>
                  </a:moveTo>
                  <a:lnTo>
                    <a:pt x="295235" y="0"/>
                  </a:lnTo>
                  <a:lnTo>
                    <a:pt x="295235" y="68814"/>
                  </a:lnTo>
                  <a:lnTo>
                    <a:pt x="134198" y="176231"/>
                  </a:lnTo>
                  <a:lnTo>
                    <a:pt x="182636" y="176231"/>
                  </a:lnTo>
                  <a:lnTo>
                    <a:pt x="295235" y="101124"/>
                  </a:lnTo>
                  <a:lnTo>
                    <a:pt x="322075" y="101124"/>
                  </a:lnTo>
                  <a:lnTo>
                    <a:pt x="322075" y="26854"/>
                  </a:lnTo>
                  <a:lnTo>
                    <a:pt x="429433" y="26854"/>
                  </a:lnTo>
                  <a:lnTo>
                    <a:pt x="429433" y="0"/>
                  </a:lnTo>
                  <a:close/>
                </a:path>
                <a:path w="429895" h="403225">
                  <a:moveTo>
                    <a:pt x="322075" y="101124"/>
                  </a:moveTo>
                  <a:lnTo>
                    <a:pt x="295235" y="101124"/>
                  </a:lnTo>
                  <a:lnTo>
                    <a:pt x="295235" y="134271"/>
                  </a:lnTo>
                  <a:lnTo>
                    <a:pt x="429433" y="134271"/>
                  </a:lnTo>
                  <a:lnTo>
                    <a:pt x="429433" y="107417"/>
                  </a:lnTo>
                  <a:lnTo>
                    <a:pt x="322075" y="107417"/>
                  </a:lnTo>
                  <a:lnTo>
                    <a:pt x="322075" y="101124"/>
                  </a:lnTo>
                  <a:close/>
                </a:path>
                <a:path w="429895" h="403225">
                  <a:moveTo>
                    <a:pt x="429433" y="26854"/>
                  </a:moveTo>
                  <a:lnTo>
                    <a:pt x="402594" y="26854"/>
                  </a:lnTo>
                  <a:lnTo>
                    <a:pt x="402594" y="107417"/>
                  </a:lnTo>
                  <a:lnTo>
                    <a:pt x="429433" y="107417"/>
                  </a:lnTo>
                  <a:lnTo>
                    <a:pt x="429433" y="26854"/>
                  </a:lnTo>
                  <a:close/>
                </a:path>
              </a:pathLst>
            </a:custGeom>
            <a:solidFill>
              <a:srgbClr val="EE88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96531" y="3092322"/>
            <a:ext cx="744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Entity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14415" y="4015740"/>
            <a:ext cx="6117590" cy="946785"/>
            <a:chOff x="5614415" y="4015740"/>
            <a:chExt cx="6117590" cy="946785"/>
          </a:xfrm>
        </p:grpSpPr>
        <p:sp>
          <p:nvSpPr>
            <p:cNvPr id="16" name="object 16"/>
            <p:cNvSpPr/>
            <p:nvPr/>
          </p:nvSpPr>
          <p:spPr>
            <a:xfrm>
              <a:off x="5614415" y="4015740"/>
              <a:ext cx="6117590" cy="946785"/>
            </a:xfrm>
            <a:custGeom>
              <a:avLst/>
              <a:gdLst/>
              <a:ahLst/>
              <a:cxnLst/>
              <a:rect l="l" t="t" r="r" b="b"/>
              <a:pathLst>
                <a:path w="6117590" h="946785">
                  <a:moveTo>
                    <a:pt x="6022720" y="0"/>
                  </a:moveTo>
                  <a:lnTo>
                    <a:pt x="94614" y="0"/>
                  </a:lnTo>
                  <a:lnTo>
                    <a:pt x="57810" y="7443"/>
                  </a:lnTo>
                  <a:lnTo>
                    <a:pt x="27733" y="27733"/>
                  </a:lnTo>
                  <a:lnTo>
                    <a:pt x="7443" y="57810"/>
                  </a:lnTo>
                  <a:lnTo>
                    <a:pt x="0" y="94615"/>
                  </a:lnTo>
                  <a:lnTo>
                    <a:pt x="0" y="851789"/>
                  </a:lnTo>
                  <a:lnTo>
                    <a:pt x="7443" y="888593"/>
                  </a:lnTo>
                  <a:lnTo>
                    <a:pt x="27733" y="918670"/>
                  </a:lnTo>
                  <a:lnTo>
                    <a:pt x="57810" y="938960"/>
                  </a:lnTo>
                  <a:lnTo>
                    <a:pt x="94614" y="946404"/>
                  </a:lnTo>
                  <a:lnTo>
                    <a:pt x="6022720" y="946404"/>
                  </a:lnTo>
                  <a:lnTo>
                    <a:pt x="6059525" y="938960"/>
                  </a:lnTo>
                  <a:lnTo>
                    <a:pt x="6089602" y="918670"/>
                  </a:lnTo>
                  <a:lnTo>
                    <a:pt x="6109892" y="888593"/>
                  </a:lnTo>
                  <a:lnTo>
                    <a:pt x="6117336" y="851789"/>
                  </a:lnTo>
                  <a:lnTo>
                    <a:pt x="6117336" y="94615"/>
                  </a:lnTo>
                  <a:lnTo>
                    <a:pt x="6109892" y="57810"/>
                  </a:lnTo>
                  <a:lnTo>
                    <a:pt x="6089602" y="27733"/>
                  </a:lnTo>
                  <a:lnTo>
                    <a:pt x="6059525" y="7443"/>
                  </a:lnTo>
                  <a:lnTo>
                    <a:pt x="60227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012088" y="4302918"/>
              <a:ext cx="295275" cy="375920"/>
            </a:xfrm>
            <a:custGeom>
              <a:avLst/>
              <a:gdLst/>
              <a:ahLst/>
              <a:cxnLst/>
              <a:rect l="l" t="t" r="r" b="b"/>
              <a:pathLst>
                <a:path w="295275" h="375920">
                  <a:moveTo>
                    <a:pt x="157381" y="0"/>
                  </a:moveTo>
                  <a:lnTo>
                    <a:pt x="140042" y="0"/>
                  </a:lnTo>
                  <a:lnTo>
                    <a:pt x="131996" y="340"/>
                  </a:lnTo>
                  <a:lnTo>
                    <a:pt x="123478" y="839"/>
                  </a:lnTo>
                  <a:lnTo>
                    <a:pt x="114488" y="1495"/>
                  </a:lnTo>
                  <a:lnTo>
                    <a:pt x="104592" y="2478"/>
                  </a:lnTo>
                  <a:lnTo>
                    <a:pt x="104778" y="2478"/>
                  </a:lnTo>
                  <a:lnTo>
                    <a:pt x="95687" y="3751"/>
                  </a:lnTo>
                  <a:lnTo>
                    <a:pt x="50561" y="15396"/>
                  </a:lnTo>
                  <a:lnTo>
                    <a:pt x="14676" y="36321"/>
                  </a:lnTo>
                  <a:lnTo>
                    <a:pt x="0" y="60660"/>
                  </a:lnTo>
                  <a:lnTo>
                    <a:pt x="64" y="311439"/>
                  </a:lnTo>
                  <a:lnTo>
                    <a:pt x="20949" y="344519"/>
                  </a:lnTo>
                  <a:lnTo>
                    <a:pt x="59602" y="363608"/>
                  </a:lnTo>
                  <a:lnTo>
                    <a:pt x="105614" y="373181"/>
                  </a:lnTo>
                  <a:lnTo>
                    <a:pt x="105751" y="373181"/>
                  </a:lnTo>
                  <a:lnTo>
                    <a:pt x="114278" y="374099"/>
                  </a:lnTo>
                  <a:lnTo>
                    <a:pt x="123203" y="374834"/>
                  </a:lnTo>
                  <a:lnTo>
                    <a:pt x="131734" y="375358"/>
                  </a:lnTo>
                  <a:lnTo>
                    <a:pt x="139872" y="375673"/>
                  </a:lnTo>
                  <a:lnTo>
                    <a:pt x="153350" y="375673"/>
                  </a:lnTo>
                  <a:lnTo>
                    <a:pt x="160782" y="375358"/>
                  </a:lnTo>
                  <a:lnTo>
                    <a:pt x="161461" y="375358"/>
                  </a:lnTo>
                  <a:lnTo>
                    <a:pt x="170423" y="374834"/>
                  </a:lnTo>
                  <a:lnTo>
                    <a:pt x="170688" y="374834"/>
                  </a:lnTo>
                  <a:lnTo>
                    <a:pt x="180746" y="374099"/>
                  </a:lnTo>
                  <a:lnTo>
                    <a:pt x="227060" y="365866"/>
                  </a:lnTo>
                  <a:lnTo>
                    <a:pt x="268239" y="349029"/>
                  </a:lnTo>
                  <a:lnTo>
                    <a:pt x="143060" y="349029"/>
                  </a:lnTo>
                  <a:lnTo>
                    <a:pt x="134540" y="348713"/>
                  </a:lnTo>
                  <a:lnTo>
                    <a:pt x="133633" y="348713"/>
                  </a:lnTo>
                  <a:lnTo>
                    <a:pt x="117633" y="347523"/>
                  </a:lnTo>
                  <a:lnTo>
                    <a:pt x="109872" y="346686"/>
                  </a:lnTo>
                  <a:lnTo>
                    <a:pt x="94448" y="344519"/>
                  </a:lnTo>
                  <a:lnTo>
                    <a:pt x="94313" y="344519"/>
                  </a:lnTo>
                  <a:lnTo>
                    <a:pt x="55566" y="333120"/>
                  </a:lnTo>
                  <a:lnTo>
                    <a:pt x="52771" y="331790"/>
                  </a:lnTo>
                  <a:lnTo>
                    <a:pt x="26839" y="106813"/>
                  </a:lnTo>
                  <a:lnTo>
                    <a:pt x="135598" y="106813"/>
                  </a:lnTo>
                  <a:lnTo>
                    <a:pt x="121055" y="105976"/>
                  </a:lnTo>
                  <a:lnTo>
                    <a:pt x="74788" y="98211"/>
                  </a:lnTo>
                  <a:lnTo>
                    <a:pt x="36273" y="81427"/>
                  </a:lnTo>
                  <a:lnTo>
                    <a:pt x="29147" y="73035"/>
                  </a:lnTo>
                  <a:lnTo>
                    <a:pt x="28445" y="72059"/>
                  </a:lnTo>
                  <a:lnTo>
                    <a:pt x="27886" y="71079"/>
                  </a:lnTo>
                  <a:lnTo>
                    <a:pt x="27049" y="69119"/>
                  </a:lnTo>
                  <a:lnTo>
                    <a:pt x="26839" y="68071"/>
                  </a:lnTo>
                  <a:lnTo>
                    <a:pt x="26839" y="63878"/>
                  </a:lnTo>
                  <a:lnTo>
                    <a:pt x="64652" y="38558"/>
                  </a:lnTo>
                  <a:lnTo>
                    <a:pt x="109872" y="28560"/>
                  </a:lnTo>
                  <a:lnTo>
                    <a:pt x="140487" y="26671"/>
                  </a:lnTo>
                  <a:lnTo>
                    <a:pt x="268011" y="26671"/>
                  </a:lnTo>
                  <a:lnTo>
                    <a:pt x="260690" y="22397"/>
                  </a:lnTo>
                  <a:lnTo>
                    <a:pt x="217651" y="7161"/>
                  </a:lnTo>
                  <a:lnTo>
                    <a:pt x="172980" y="839"/>
                  </a:lnTo>
                  <a:lnTo>
                    <a:pt x="173301" y="839"/>
                  </a:lnTo>
                  <a:lnTo>
                    <a:pt x="165193" y="340"/>
                  </a:lnTo>
                  <a:lnTo>
                    <a:pt x="166191" y="340"/>
                  </a:lnTo>
                  <a:lnTo>
                    <a:pt x="157381" y="0"/>
                  </a:lnTo>
                  <a:close/>
                </a:path>
                <a:path w="295275" h="375920">
                  <a:moveTo>
                    <a:pt x="295235" y="106813"/>
                  </a:moveTo>
                  <a:lnTo>
                    <a:pt x="268396" y="106813"/>
                  </a:lnTo>
                  <a:lnTo>
                    <a:pt x="268396" y="311721"/>
                  </a:lnTo>
                  <a:lnTo>
                    <a:pt x="267206" y="314518"/>
                  </a:lnTo>
                  <a:lnTo>
                    <a:pt x="230583" y="337036"/>
                  </a:lnTo>
                  <a:lnTo>
                    <a:pt x="185358" y="347035"/>
                  </a:lnTo>
                  <a:lnTo>
                    <a:pt x="151024" y="349029"/>
                  </a:lnTo>
                  <a:lnTo>
                    <a:pt x="268239" y="349029"/>
                  </a:lnTo>
                  <a:lnTo>
                    <a:pt x="293907" y="320529"/>
                  </a:lnTo>
                  <a:lnTo>
                    <a:pt x="295235" y="314935"/>
                  </a:lnTo>
                  <a:lnTo>
                    <a:pt x="295235" y="106813"/>
                  </a:lnTo>
                  <a:close/>
                </a:path>
                <a:path w="295275" h="375920">
                  <a:moveTo>
                    <a:pt x="135598" y="106813"/>
                  </a:moveTo>
                  <a:lnTo>
                    <a:pt x="26839" y="106813"/>
                  </a:lnTo>
                  <a:lnTo>
                    <a:pt x="33091" y="110617"/>
                  </a:lnTo>
                  <a:lnTo>
                    <a:pt x="69556" y="124544"/>
                  </a:lnTo>
                  <a:lnTo>
                    <a:pt x="109548" y="132069"/>
                  </a:lnTo>
                  <a:lnTo>
                    <a:pt x="140553" y="134010"/>
                  </a:lnTo>
                  <a:lnTo>
                    <a:pt x="152385" y="134010"/>
                  </a:lnTo>
                  <a:lnTo>
                    <a:pt x="193907" y="130888"/>
                  </a:lnTo>
                  <a:lnTo>
                    <a:pt x="233732" y="122315"/>
                  </a:lnTo>
                  <a:lnTo>
                    <a:pt x="267699" y="107234"/>
                  </a:lnTo>
                  <a:lnTo>
                    <a:pt x="147617" y="107234"/>
                  </a:lnTo>
                  <a:lnTo>
                    <a:pt x="142026" y="107095"/>
                  </a:lnTo>
                  <a:lnTo>
                    <a:pt x="135598" y="106813"/>
                  </a:lnTo>
                  <a:close/>
                </a:path>
                <a:path w="295275" h="375920">
                  <a:moveTo>
                    <a:pt x="267997" y="26671"/>
                  </a:moveTo>
                  <a:lnTo>
                    <a:pt x="147617" y="26671"/>
                  </a:lnTo>
                  <a:lnTo>
                    <a:pt x="158848" y="26881"/>
                  </a:lnTo>
                  <a:lnTo>
                    <a:pt x="156925" y="26881"/>
                  </a:lnTo>
                  <a:lnTo>
                    <a:pt x="201297" y="31285"/>
                  </a:lnTo>
                  <a:lnTo>
                    <a:pt x="239668" y="42475"/>
                  </a:lnTo>
                  <a:lnTo>
                    <a:pt x="242464" y="43804"/>
                  </a:lnTo>
                  <a:lnTo>
                    <a:pt x="268396" y="68071"/>
                  </a:lnTo>
                  <a:lnTo>
                    <a:pt x="268185" y="69119"/>
                  </a:lnTo>
                  <a:lnTo>
                    <a:pt x="267349" y="71079"/>
                  </a:lnTo>
                  <a:lnTo>
                    <a:pt x="266785" y="72059"/>
                  </a:lnTo>
                  <a:lnTo>
                    <a:pt x="266087" y="73035"/>
                  </a:lnTo>
                  <a:lnTo>
                    <a:pt x="263244" y="77511"/>
                  </a:lnTo>
                  <a:lnTo>
                    <a:pt x="227787" y="96255"/>
                  </a:lnTo>
                  <a:lnTo>
                    <a:pt x="181306" y="105417"/>
                  </a:lnTo>
                  <a:lnTo>
                    <a:pt x="158350" y="107095"/>
                  </a:lnTo>
                  <a:lnTo>
                    <a:pt x="157404" y="107095"/>
                  </a:lnTo>
                  <a:lnTo>
                    <a:pt x="153209" y="107234"/>
                  </a:lnTo>
                  <a:lnTo>
                    <a:pt x="267699" y="107234"/>
                  </a:lnTo>
                  <a:lnTo>
                    <a:pt x="268396" y="106813"/>
                  </a:lnTo>
                  <a:lnTo>
                    <a:pt x="295235" y="106813"/>
                  </a:lnTo>
                  <a:lnTo>
                    <a:pt x="295164" y="63878"/>
                  </a:lnTo>
                  <a:lnTo>
                    <a:pt x="274582" y="31285"/>
                  </a:lnTo>
                  <a:lnTo>
                    <a:pt x="267997" y="26671"/>
                  </a:lnTo>
                  <a:close/>
                </a:path>
              </a:pathLst>
            </a:custGeom>
            <a:solidFill>
              <a:srgbClr val="EE8F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96531" y="4276470"/>
            <a:ext cx="1142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Attribute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14415" y="5199888"/>
            <a:ext cx="6117590" cy="946785"/>
            <a:chOff x="5614415" y="5199888"/>
            <a:chExt cx="6117590" cy="946785"/>
          </a:xfrm>
        </p:grpSpPr>
        <p:sp>
          <p:nvSpPr>
            <p:cNvPr id="20" name="object 20"/>
            <p:cNvSpPr/>
            <p:nvPr/>
          </p:nvSpPr>
          <p:spPr>
            <a:xfrm>
              <a:off x="5614415" y="5199888"/>
              <a:ext cx="6117590" cy="946785"/>
            </a:xfrm>
            <a:custGeom>
              <a:avLst/>
              <a:gdLst/>
              <a:ahLst/>
              <a:cxnLst/>
              <a:rect l="l" t="t" r="r" b="b"/>
              <a:pathLst>
                <a:path w="6117590" h="946785">
                  <a:moveTo>
                    <a:pt x="6022720" y="0"/>
                  </a:moveTo>
                  <a:lnTo>
                    <a:pt x="94614" y="0"/>
                  </a:lnTo>
                  <a:lnTo>
                    <a:pt x="57810" y="7443"/>
                  </a:lnTo>
                  <a:lnTo>
                    <a:pt x="27733" y="27733"/>
                  </a:lnTo>
                  <a:lnTo>
                    <a:pt x="7443" y="57810"/>
                  </a:lnTo>
                  <a:lnTo>
                    <a:pt x="0" y="94615"/>
                  </a:lnTo>
                  <a:lnTo>
                    <a:pt x="0" y="851763"/>
                  </a:lnTo>
                  <a:lnTo>
                    <a:pt x="7443" y="888598"/>
                  </a:lnTo>
                  <a:lnTo>
                    <a:pt x="27733" y="918681"/>
                  </a:lnTo>
                  <a:lnTo>
                    <a:pt x="57810" y="938965"/>
                  </a:lnTo>
                  <a:lnTo>
                    <a:pt x="94614" y="946404"/>
                  </a:lnTo>
                  <a:lnTo>
                    <a:pt x="6022720" y="946404"/>
                  </a:lnTo>
                  <a:lnTo>
                    <a:pt x="6059525" y="938967"/>
                  </a:lnTo>
                  <a:lnTo>
                    <a:pt x="6089602" y="918686"/>
                  </a:lnTo>
                  <a:lnTo>
                    <a:pt x="6109892" y="888603"/>
                  </a:lnTo>
                  <a:lnTo>
                    <a:pt x="6117336" y="851763"/>
                  </a:lnTo>
                  <a:lnTo>
                    <a:pt x="6117336" y="94615"/>
                  </a:lnTo>
                  <a:lnTo>
                    <a:pt x="6109892" y="57810"/>
                  </a:lnTo>
                  <a:lnTo>
                    <a:pt x="6089602" y="27733"/>
                  </a:lnTo>
                  <a:lnTo>
                    <a:pt x="6059525" y="7443"/>
                  </a:lnTo>
                  <a:lnTo>
                    <a:pt x="602272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958409" y="5459894"/>
              <a:ext cx="402590" cy="428625"/>
            </a:xfrm>
            <a:custGeom>
              <a:avLst/>
              <a:gdLst/>
              <a:ahLst/>
              <a:cxnLst/>
              <a:rect l="l" t="t" r="r" b="b"/>
              <a:pathLst>
                <a:path w="402589" h="428625">
                  <a:moveTo>
                    <a:pt x="201297" y="80431"/>
                  </a:moveTo>
                  <a:lnTo>
                    <a:pt x="154327" y="90591"/>
                  </a:lnTo>
                  <a:lnTo>
                    <a:pt x="115956" y="115991"/>
                  </a:lnTo>
                  <a:lnTo>
                    <a:pt x="89952" y="154091"/>
                  </a:lnTo>
                  <a:lnTo>
                    <a:pt x="80518" y="201081"/>
                  </a:lnTo>
                  <a:lnTo>
                    <a:pt x="80518" y="209971"/>
                  </a:lnTo>
                  <a:lnTo>
                    <a:pt x="90163" y="255691"/>
                  </a:lnTo>
                  <a:lnTo>
                    <a:pt x="104911" y="282361"/>
                  </a:lnTo>
                  <a:lnTo>
                    <a:pt x="110082" y="289981"/>
                  </a:lnTo>
                  <a:lnTo>
                    <a:pt x="130283" y="323001"/>
                  </a:lnTo>
                  <a:lnTo>
                    <a:pt x="134198" y="344591"/>
                  </a:lnTo>
                  <a:lnTo>
                    <a:pt x="134198" y="394121"/>
                  </a:lnTo>
                  <a:lnTo>
                    <a:pt x="135244" y="399201"/>
                  </a:lnTo>
                  <a:lnTo>
                    <a:pt x="163623" y="428411"/>
                  </a:lnTo>
                  <a:lnTo>
                    <a:pt x="238970" y="428411"/>
                  </a:lnTo>
                  <a:lnTo>
                    <a:pt x="266300" y="401741"/>
                  </a:lnTo>
                  <a:lnTo>
                    <a:pt x="170825" y="401741"/>
                  </a:lnTo>
                  <a:lnTo>
                    <a:pt x="167675" y="400471"/>
                  </a:lnTo>
                  <a:lnTo>
                    <a:pt x="162366" y="395391"/>
                  </a:lnTo>
                  <a:lnTo>
                    <a:pt x="161037" y="392851"/>
                  </a:lnTo>
                  <a:lnTo>
                    <a:pt x="161037" y="375071"/>
                  </a:lnTo>
                  <a:lnTo>
                    <a:pt x="268396" y="375071"/>
                  </a:lnTo>
                  <a:lnTo>
                    <a:pt x="268396" y="348401"/>
                  </a:lnTo>
                  <a:lnTo>
                    <a:pt x="161037" y="348401"/>
                  </a:lnTo>
                  <a:lnTo>
                    <a:pt x="160605" y="340781"/>
                  </a:lnTo>
                  <a:lnTo>
                    <a:pt x="159727" y="333161"/>
                  </a:lnTo>
                  <a:lnTo>
                    <a:pt x="142513" y="289981"/>
                  </a:lnTo>
                  <a:lnTo>
                    <a:pt x="129304" y="270931"/>
                  </a:lnTo>
                  <a:lnTo>
                    <a:pt x="125041" y="264581"/>
                  </a:lnTo>
                  <a:lnTo>
                    <a:pt x="120988" y="256961"/>
                  </a:lnTo>
                  <a:lnTo>
                    <a:pt x="118092" y="251881"/>
                  </a:lnTo>
                  <a:lnTo>
                    <a:pt x="115484" y="245531"/>
                  </a:lnTo>
                  <a:lnTo>
                    <a:pt x="107358" y="201081"/>
                  </a:lnTo>
                  <a:lnTo>
                    <a:pt x="107741" y="194731"/>
                  </a:lnTo>
                  <a:lnTo>
                    <a:pt x="107818" y="193461"/>
                  </a:lnTo>
                  <a:lnTo>
                    <a:pt x="118629" y="156631"/>
                  </a:lnTo>
                  <a:lnTo>
                    <a:pt x="148822" y="123611"/>
                  </a:lnTo>
                  <a:lnTo>
                    <a:pt x="191704" y="108371"/>
                  </a:lnTo>
                  <a:lnTo>
                    <a:pt x="278107" y="108371"/>
                  </a:lnTo>
                  <a:lnTo>
                    <a:pt x="268867" y="102021"/>
                  </a:lnTo>
                  <a:lnTo>
                    <a:pt x="258920" y="95671"/>
                  </a:lnTo>
                  <a:lnTo>
                    <a:pt x="248266" y="90591"/>
                  </a:lnTo>
                  <a:lnTo>
                    <a:pt x="237075" y="86781"/>
                  </a:lnTo>
                  <a:lnTo>
                    <a:pt x="225516" y="82971"/>
                  </a:lnTo>
                  <a:lnTo>
                    <a:pt x="201297" y="80431"/>
                  </a:lnTo>
                  <a:close/>
                </a:path>
                <a:path w="402589" h="428625">
                  <a:moveTo>
                    <a:pt x="268396" y="375071"/>
                  </a:moveTo>
                  <a:lnTo>
                    <a:pt x="241556" y="375071"/>
                  </a:lnTo>
                  <a:lnTo>
                    <a:pt x="241556" y="392851"/>
                  </a:lnTo>
                  <a:lnTo>
                    <a:pt x="240227" y="395391"/>
                  </a:lnTo>
                  <a:lnTo>
                    <a:pt x="234913" y="400471"/>
                  </a:lnTo>
                  <a:lnTo>
                    <a:pt x="231768" y="401741"/>
                  </a:lnTo>
                  <a:lnTo>
                    <a:pt x="266300" y="401741"/>
                  </a:lnTo>
                  <a:lnTo>
                    <a:pt x="267349" y="399201"/>
                  </a:lnTo>
                  <a:lnTo>
                    <a:pt x="268396" y="394121"/>
                  </a:lnTo>
                  <a:lnTo>
                    <a:pt x="268396" y="375071"/>
                  </a:lnTo>
                  <a:close/>
                </a:path>
                <a:path w="402589" h="428625">
                  <a:moveTo>
                    <a:pt x="278107" y="108371"/>
                  </a:moveTo>
                  <a:lnTo>
                    <a:pt x="210982" y="108371"/>
                  </a:lnTo>
                  <a:lnTo>
                    <a:pt x="220326" y="109641"/>
                  </a:lnTo>
                  <a:lnTo>
                    <a:pt x="229329" y="112181"/>
                  </a:lnTo>
                  <a:lnTo>
                    <a:pt x="267765" y="135041"/>
                  </a:lnTo>
                  <a:lnTo>
                    <a:pt x="291106" y="173141"/>
                  </a:lnTo>
                  <a:lnTo>
                    <a:pt x="295235" y="201081"/>
                  </a:lnTo>
                  <a:lnTo>
                    <a:pt x="294908" y="209971"/>
                  </a:lnTo>
                  <a:lnTo>
                    <a:pt x="284291" y="251881"/>
                  </a:lnTo>
                  <a:lnTo>
                    <a:pt x="281395" y="256961"/>
                  </a:lnTo>
                  <a:lnTo>
                    <a:pt x="277342" y="264581"/>
                  </a:lnTo>
                  <a:lnTo>
                    <a:pt x="273079" y="270931"/>
                  </a:lnTo>
                  <a:lnTo>
                    <a:pt x="264133" y="283631"/>
                  </a:lnTo>
                  <a:lnTo>
                    <a:pt x="259870" y="289981"/>
                  </a:lnTo>
                  <a:lnTo>
                    <a:pt x="243993" y="325541"/>
                  </a:lnTo>
                  <a:lnTo>
                    <a:pt x="241556" y="348401"/>
                  </a:lnTo>
                  <a:lnTo>
                    <a:pt x="268396" y="348401"/>
                  </a:lnTo>
                  <a:lnTo>
                    <a:pt x="268396" y="344591"/>
                  </a:lnTo>
                  <a:lnTo>
                    <a:pt x="268883" y="338241"/>
                  </a:lnTo>
                  <a:lnTo>
                    <a:pt x="284893" y="300141"/>
                  </a:lnTo>
                  <a:lnTo>
                    <a:pt x="297682" y="282361"/>
                  </a:lnTo>
                  <a:lnTo>
                    <a:pt x="302155" y="276011"/>
                  </a:lnTo>
                  <a:lnTo>
                    <a:pt x="319279" y="234101"/>
                  </a:lnTo>
                  <a:lnTo>
                    <a:pt x="322075" y="209971"/>
                  </a:lnTo>
                  <a:lnTo>
                    <a:pt x="322075" y="201081"/>
                  </a:lnTo>
                  <a:lnTo>
                    <a:pt x="312430" y="154091"/>
                  </a:lnTo>
                  <a:lnTo>
                    <a:pt x="286638" y="115991"/>
                  </a:lnTo>
                  <a:lnTo>
                    <a:pt x="278107" y="108371"/>
                  </a:lnTo>
                  <a:close/>
                </a:path>
                <a:path w="402589" h="428625">
                  <a:moveTo>
                    <a:pt x="55007" y="249341"/>
                  </a:moveTo>
                  <a:lnTo>
                    <a:pt x="47179" y="249341"/>
                  </a:lnTo>
                  <a:lnTo>
                    <a:pt x="42147" y="251881"/>
                  </a:lnTo>
                  <a:lnTo>
                    <a:pt x="39351" y="253151"/>
                  </a:lnTo>
                  <a:lnTo>
                    <a:pt x="33200" y="255691"/>
                  </a:lnTo>
                  <a:lnTo>
                    <a:pt x="30333" y="255691"/>
                  </a:lnTo>
                  <a:lnTo>
                    <a:pt x="25023" y="258231"/>
                  </a:lnTo>
                  <a:lnTo>
                    <a:pt x="22925" y="259501"/>
                  </a:lnTo>
                  <a:lnTo>
                    <a:pt x="21386" y="260771"/>
                  </a:lnTo>
                  <a:lnTo>
                    <a:pt x="18729" y="262041"/>
                  </a:lnTo>
                  <a:lnTo>
                    <a:pt x="16636" y="263311"/>
                  </a:lnTo>
                  <a:lnTo>
                    <a:pt x="13558" y="267121"/>
                  </a:lnTo>
                  <a:lnTo>
                    <a:pt x="12789" y="269661"/>
                  </a:lnTo>
                  <a:lnTo>
                    <a:pt x="12789" y="276011"/>
                  </a:lnTo>
                  <a:lnTo>
                    <a:pt x="14117" y="279821"/>
                  </a:lnTo>
                  <a:lnTo>
                    <a:pt x="19431" y="284901"/>
                  </a:lnTo>
                  <a:lnTo>
                    <a:pt x="22576" y="286171"/>
                  </a:lnTo>
                  <a:lnTo>
                    <a:pt x="30404" y="286171"/>
                  </a:lnTo>
                  <a:lnTo>
                    <a:pt x="35437" y="283631"/>
                  </a:lnTo>
                  <a:lnTo>
                    <a:pt x="38233" y="282361"/>
                  </a:lnTo>
                  <a:lnTo>
                    <a:pt x="44383" y="279821"/>
                  </a:lnTo>
                  <a:lnTo>
                    <a:pt x="52560" y="277281"/>
                  </a:lnTo>
                  <a:lnTo>
                    <a:pt x="54658" y="276011"/>
                  </a:lnTo>
                  <a:lnTo>
                    <a:pt x="56193" y="274741"/>
                  </a:lnTo>
                  <a:lnTo>
                    <a:pt x="58850" y="273471"/>
                  </a:lnTo>
                  <a:lnTo>
                    <a:pt x="60948" y="272201"/>
                  </a:lnTo>
                  <a:lnTo>
                    <a:pt x="64021" y="268391"/>
                  </a:lnTo>
                  <a:lnTo>
                    <a:pt x="64790" y="265851"/>
                  </a:lnTo>
                  <a:lnTo>
                    <a:pt x="64790" y="259501"/>
                  </a:lnTo>
                  <a:lnTo>
                    <a:pt x="63466" y="255691"/>
                  </a:lnTo>
                  <a:lnTo>
                    <a:pt x="58152" y="250611"/>
                  </a:lnTo>
                  <a:lnTo>
                    <a:pt x="55007" y="249341"/>
                  </a:lnTo>
                  <a:close/>
                </a:path>
                <a:path w="402589" h="428625">
                  <a:moveTo>
                    <a:pt x="355275" y="249341"/>
                  </a:moveTo>
                  <a:lnTo>
                    <a:pt x="347657" y="249341"/>
                  </a:lnTo>
                  <a:lnTo>
                    <a:pt x="344441" y="250611"/>
                  </a:lnTo>
                  <a:lnTo>
                    <a:pt x="339127" y="255691"/>
                  </a:lnTo>
                  <a:lnTo>
                    <a:pt x="337803" y="258231"/>
                  </a:lnTo>
                  <a:lnTo>
                    <a:pt x="337849" y="263311"/>
                  </a:lnTo>
                  <a:lnTo>
                    <a:pt x="346396" y="274741"/>
                  </a:lnTo>
                  <a:lnTo>
                    <a:pt x="348217" y="276011"/>
                  </a:lnTo>
                  <a:lnTo>
                    <a:pt x="350382" y="277281"/>
                  </a:lnTo>
                  <a:lnTo>
                    <a:pt x="355414" y="278551"/>
                  </a:lnTo>
                  <a:lnTo>
                    <a:pt x="358210" y="279821"/>
                  </a:lnTo>
                  <a:lnTo>
                    <a:pt x="364361" y="282361"/>
                  </a:lnTo>
                  <a:lnTo>
                    <a:pt x="367228" y="283631"/>
                  </a:lnTo>
                  <a:lnTo>
                    <a:pt x="372538" y="286171"/>
                  </a:lnTo>
                  <a:lnTo>
                    <a:pt x="379807" y="286171"/>
                  </a:lnTo>
                  <a:lnTo>
                    <a:pt x="382951" y="284901"/>
                  </a:lnTo>
                  <a:lnTo>
                    <a:pt x="388266" y="279821"/>
                  </a:lnTo>
                  <a:lnTo>
                    <a:pt x="389594" y="276011"/>
                  </a:lnTo>
                  <a:lnTo>
                    <a:pt x="389594" y="269661"/>
                  </a:lnTo>
                  <a:lnTo>
                    <a:pt x="388825" y="267121"/>
                  </a:lnTo>
                  <a:lnTo>
                    <a:pt x="385752" y="263311"/>
                  </a:lnTo>
                  <a:lnTo>
                    <a:pt x="383721" y="262041"/>
                  </a:lnTo>
                  <a:lnTo>
                    <a:pt x="381207" y="260771"/>
                  </a:lnTo>
                  <a:lnTo>
                    <a:pt x="379529" y="259501"/>
                  </a:lnTo>
                  <a:lnTo>
                    <a:pt x="377364" y="259501"/>
                  </a:lnTo>
                  <a:lnTo>
                    <a:pt x="372050" y="256961"/>
                  </a:lnTo>
                  <a:lnTo>
                    <a:pt x="369254" y="255691"/>
                  </a:lnTo>
                  <a:lnTo>
                    <a:pt x="363381" y="253151"/>
                  </a:lnTo>
                  <a:lnTo>
                    <a:pt x="360590" y="251881"/>
                  </a:lnTo>
                  <a:lnTo>
                    <a:pt x="355275" y="249341"/>
                  </a:lnTo>
                  <a:close/>
                </a:path>
                <a:path w="402589" h="428625">
                  <a:moveTo>
                    <a:pt x="43891" y="168061"/>
                  </a:moveTo>
                  <a:lnTo>
                    <a:pt x="9783" y="168061"/>
                  </a:lnTo>
                  <a:lnTo>
                    <a:pt x="6638" y="169331"/>
                  </a:lnTo>
                  <a:lnTo>
                    <a:pt x="1328" y="174411"/>
                  </a:lnTo>
                  <a:lnTo>
                    <a:pt x="0" y="178221"/>
                  </a:lnTo>
                  <a:lnTo>
                    <a:pt x="0" y="184571"/>
                  </a:lnTo>
                  <a:lnTo>
                    <a:pt x="1328" y="188381"/>
                  </a:lnTo>
                  <a:lnTo>
                    <a:pt x="6638" y="193461"/>
                  </a:lnTo>
                  <a:lnTo>
                    <a:pt x="9783" y="194731"/>
                  </a:lnTo>
                  <a:lnTo>
                    <a:pt x="43891" y="194731"/>
                  </a:lnTo>
                  <a:lnTo>
                    <a:pt x="47040" y="193461"/>
                  </a:lnTo>
                  <a:lnTo>
                    <a:pt x="52350" y="188381"/>
                  </a:lnTo>
                  <a:lnTo>
                    <a:pt x="53679" y="184571"/>
                  </a:lnTo>
                  <a:lnTo>
                    <a:pt x="53679" y="178221"/>
                  </a:lnTo>
                  <a:lnTo>
                    <a:pt x="52350" y="174411"/>
                  </a:lnTo>
                  <a:lnTo>
                    <a:pt x="47040" y="169331"/>
                  </a:lnTo>
                  <a:lnTo>
                    <a:pt x="43891" y="168061"/>
                  </a:lnTo>
                  <a:close/>
                </a:path>
                <a:path w="402589" h="428625">
                  <a:moveTo>
                    <a:pt x="392797" y="168061"/>
                  </a:moveTo>
                  <a:lnTo>
                    <a:pt x="358702" y="168061"/>
                  </a:lnTo>
                  <a:lnTo>
                    <a:pt x="355557" y="169331"/>
                  </a:lnTo>
                  <a:lnTo>
                    <a:pt x="350243" y="174411"/>
                  </a:lnTo>
                  <a:lnTo>
                    <a:pt x="348914" y="178221"/>
                  </a:lnTo>
                  <a:lnTo>
                    <a:pt x="348914" y="184571"/>
                  </a:lnTo>
                  <a:lnTo>
                    <a:pt x="350243" y="188381"/>
                  </a:lnTo>
                  <a:lnTo>
                    <a:pt x="355557" y="193461"/>
                  </a:lnTo>
                  <a:lnTo>
                    <a:pt x="358702" y="194731"/>
                  </a:lnTo>
                  <a:lnTo>
                    <a:pt x="392797" y="194731"/>
                  </a:lnTo>
                  <a:lnTo>
                    <a:pt x="395973" y="193461"/>
                  </a:lnTo>
                  <a:lnTo>
                    <a:pt x="401252" y="188381"/>
                  </a:lnTo>
                  <a:lnTo>
                    <a:pt x="402594" y="184571"/>
                  </a:lnTo>
                  <a:lnTo>
                    <a:pt x="402594" y="178221"/>
                  </a:lnTo>
                  <a:lnTo>
                    <a:pt x="401252" y="174411"/>
                  </a:lnTo>
                  <a:lnTo>
                    <a:pt x="395973" y="169331"/>
                  </a:lnTo>
                  <a:lnTo>
                    <a:pt x="392797" y="168061"/>
                  </a:lnTo>
                  <a:close/>
                </a:path>
                <a:path w="402589" h="428625">
                  <a:moveTo>
                    <a:pt x="49205" y="86781"/>
                  </a:moveTo>
                  <a:lnTo>
                    <a:pt x="43337" y="86781"/>
                  </a:lnTo>
                  <a:lnTo>
                    <a:pt x="40187" y="88051"/>
                  </a:lnTo>
                  <a:lnTo>
                    <a:pt x="34878" y="93131"/>
                  </a:lnTo>
                  <a:lnTo>
                    <a:pt x="33549" y="96941"/>
                  </a:lnTo>
                  <a:lnTo>
                    <a:pt x="33618" y="102021"/>
                  </a:lnTo>
                  <a:lnTo>
                    <a:pt x="33688" y="103291"/>
                  </a:lnTo>
                  <a:lnTo>
                    <a:pt x="34318" y="104561"/>
                  </a:lnTo>
                  <a:lnTo>
                    <a:pt x="36555" y="109641"/>
                  </a:lnTo>
                  <a:lnTo>
                    <a:pt x="38094" y="110911"/>
                  </a:lnTo>
                  <a:lnTo>
                    <a:pt x="40049" y="112181"/>
                  </a:lnTo>
                  <a:lnTo>
                    <a:pt x="65001" y="127421"/>
                  </a:lnTo>
                  <a:lnTo>
                    <a:pt x="73460" y="127421"/>
                  </a:lnTo>
                  <a:lnTo>
                    <a:pt x="76604" y="126151"/>
                  </a:lnTo>
                  <a:lnTo>
                    <a:pt x="81918" y="121071"/>
                  </a:lnTo>
                  <a:lnTo>
                    <a:pt x="83243" y="118531"/>
                  </a:lnTo>
                  <a:lnTo>
                    <a:pt x="83243" y="112181"/>
                  </a:lnTo>
                  <a:lnTo>
                    <a:pt x="51514" y="88051"/>
                  </a:lnTo>
                  <a:lnTo>
                    <a:pt x="49205" y="86781"/>
                  </a:lnTo>
                  <a:close/>
                </a:path>
                <a:path w="402589" h="428625">
                  <a:moveTo>
                    <a:pt x="359257" y="86781"/>
                  </a:moveTo>
                  <a:lnTo>
                    <a:pt x="353388" y="86781"/>
                  </a:lnTo>
                  <a:lnTo>
                    <a:pt x="351079" y="88051"/>
                  </a:lnTo>
                  <a:lnTo>
                    <a:pt x="348704" y="89321"/>
                  </a:lnTo>
                  <a:lnTo>
                    <a:pt x="319351" y="112181"/>
                  </a:lnTo>
                  <a:lnTo>
                    <a:pt x="319351" y="118531"/>
                  </a:lnTo>
                  <a:lnTo>
                    <a:pt x="320675" y="121071"/>
                  </a:lnTo>
                  <a:lnTo>
                    <a:pt x="325989" y="126151"/>
                  </a:lnTo>
                  <a:lnTo>
                    <a:pt x="329134" y="127421"/>
                  </a:lnTo>
                  <a:lnTo>
                    <a:pt x="337593" y="127421"/>
                  </a:lnTo>
                  <a:lnTo>
                    <a:pt x="364642" y="110911"/>
                  </a:lnTo>
                  <a:lnTo>
                    <a:pt x="366248" y="108371"/>
                  </a:lnTo>
                  <a:lnTo>
                    <a:pt x="368485" y="104561"/>
                  </a:lnTo>
                  <a:lnTo>
                    <a:pt x="369044" y="103291"/>
                  </a:lnTo>
                  <a:lnTo>
                    <a:pt x="369044" y="96941"/>
                  </a:lnTo>
                  <a:lnTo>
                    <a:pt x="367716" y="93131"/>
                  </a:lnTo>
                  <a:lnTo>
                    <a:pt x="362401" y="88051"/>
                  </a:lnTo>
                  <a:lnTo>
                    <a:pt x="359257" y="86781"/>
                  </a:lnTo>
                  <a:close/>
                </a:path>
                <a:path w="402589" h="428625">
                  <a:moveTo>
                    <a:pt x="204929" y="0"/>
                  </a:moveTo>
                  <a:lnTo>
                    <a:pt x="197664" y="0"/>
                  </a:lnTo>
                  <a:lnTo>
                    <a:pt x="194515" y="1338"/>
                  </a:lnTo>
                  <a:lnTo>
                    <a:pt x="189205" y="6604"/>
                  </a:lnTo>
                  <a:lnTo>
                    <a:pt x="187877" y="9773"/>
                  </a:lnTo>
                  <a:lnTo>
                    <a:pt x="187877" y="43791"/>
                  </a:lnTo>
                  <a:lnTo>
                    <a:pt x="189205" y="46928"/>
                  </a:lnTo>
                  <a:lnTo>
                    <a:pt x="194515" y="52225"/>
                  </a:lnTo>
                  <a:lnTo>
                    <a:pt x="197664" y="53551"/>
                  </a:lnTo>
                  <a:lnTo>
                    <a:pt x="204929" y="53551"/>
                  </a:lnTo>
                  <a:lnTo>
                    <a:pt x="208078" y="52225"/>
                  </a:lnTo>
                  <a:lnTo>
                    <a:pt x="213388" y="46928"/>
                  </a:lnTo>
                  <a:lnTo>
                    <a:pt x="214716" y="43791"/>
                  </a:lnTo>
                  <a:lnTo>
                    <a:pt x="214716" y="9773"/>
                  </a:lnTo>
                  <a:lnTo>
                    <a:pt x="213388" y="6604"/>
                  </a:lnTo>
                  <a:lnTo>
                    <a:pt x="208078" y="1338"/>
                  </a:lnTo>
                  <a:lnTo>
                    <a:pt x="204929" y="0"/>
                  </a:lnTo>
                  <a:close/>
                </a:path>
                <a:path w="402589" h="428625">
                  <a:moveTo>
                    <a:pt x="116443" y="23428"/>
                  </a:moveTo>
                  <a:lnTo>
                    <a:pt x="110436" y="23428"/>
                  </a:lnTo>
                  <a:lnTo>
                    <a:pt x="107286" y="24767"/>
                  </a:lnTo>
                  <a:lnTo>
                    <a:pt x="101977" y="30051"/>
                  </a:lnTo>
                  <a:lnTo>
                    <a:pt x="100648" y="33192"/>
                  </a:lnTo>
                  <a:lnTo>
                    <a:pt x="100648" y="39186"/>
                  </a:lnTo>
                  <a:lnTo>
                    <a:pt x="101207" y="41350"/>
                  </a:lnTo>
                  <a:lnTo>
                    <a:pt x="102325" y="43300"/>
                  </a:lnTo>
                  <a:lnTo>
                    <a:pt x="115325" y="66729"/>
                  </a:lnTo>
                  <a:lnTo>
                    <a:pt x="116582" y="68822"/>
                  </a:lnTo>
                  <a:lnTo>
                    <a:pt x="118259" y="70495"/>
                  </a:lnTo>
                  <a:lnTo>
                    <a:pt x="122455" y="73003"/>
                  </a:lnTo>
                  <a:lnTo>
                    <a:pt x="124692" y="73633"/>
                  </a:lnTo>
                  <a:lnTo>
                    <a:pt x="130704" y="73633"/>
                  </a:lnTo>
                  <a:lnTo>
                    <a:pt x="133849" y="72307"/>
                  </a:lnTo>
                  <a:lnTo>
                    <a:pt x="139158" y="67010"/>
                  </a:lnTo>
                  <a:lnTo>
                    <a:pt x="140487" y="63802"/>
                  </a:lnTo>
                  <a:lnTo>
                    <a:pt x="140487" y="57804"/>
                  </a:lnTo>
                  <a:lnTo>
                    <a:pt x="139928" y="55711"/>
                  </a:lnTo>
                  <a:lnTo>
                    <a:pt x="138809" y="53761"/>
                  </a:lnTo>
                  <a:lnTo>
                    <a:pt x="125810" y="30332"/>
                  </a:lnTo>
                  <a:lnTo>
                    <a:pt x="124553" y="28239"/>
                  </a:lnTo>
                  <a:lnTo>
                    <a:pt x="122876" y="26552"/>
                  </a:lnTo>
                  <a:lnTo>
                    <a:pt x="118680" y="24053"/>
                  </a:lnTo>
                  <a:lnTo>
                    <a:pt x="116443" y="23428"/>
                  </a:lnTo>
                  <a:close/>
                </a:path>
                <a:path w="402589" h="428625">
                  <a:moveTo>
                    <a:pt x="292158" y="23428"/>
                  </a:moveTo>
                  <a:lnTo>
                    <a:pt x="286007" y="23428"/>
                  </a:lnTo>
                  <a:lnTo>
                    <a:pt x="283703" y="24053"/>
                  </a:lnTo>
                  <a:lnTo>
                    <a:pt x="279507" y="26552"/>
                  </a:lnTo>
                  <a:lnTo>
                    <a:pt x="277901" y="28239"/>
                  </a:lnTo>
                  <a:lnTo>
                    <a:pt x="276783" y="30332"/>
                  </a:lnTo>
                  <a:lnTo>
                    <a:pt x="263784" y="53761"/>
                  </a:lnTo>
                  <a:lnTo>
                    <a:pt x="262665" y="55711"/>
                  </a:lnTo>
                  <a:lnTo>
                    <a:pt x="262106" y="57804"/>
                  </a:lnTo>
                  <a:lnTo>
                    <a:pt x="262106" y="63802"/>
                  </a:lnTo>
                  <a:lnTo>
                    <a:pt x="263314" y="66729"/>
                  </a:lnTo>
                  <a:lnTo>
                    <a:pt x="263430" y="67010"/>
                  </a:lnTo>
                  <a:lnTo>
                    <a:pt x="268744" y="72307"/>
                  </a:lnTo>
                  <a:lnTo>
                    <a:pt x="271889" y="73633"/>
                  </a:lnTo>
                  <a:lnTo>
                    <a:pt x="278040" y="73633"/>
                  </a:lnTo>
                  <a:lnTo>
                    <a:pt x="280348" y="73003"/>
                  </a:lnTo>
                  <a:lnTo>
                    <a:pt x="284540" y="70495"/>
                  </a:lnTo>
                  <a:lnTo>
                    <a:pt x="286150" y="68822"/>
                  </a:lnTo>
                  <a:lnTo>
                    <a:pt x="287268" y="66729"/>
                  </a:lnTo>
                  <a:lnTo>
                    <a:pt x="300268" y="43300"/>
                  </a:lnTo>
                  <a:lnTo>
                    <a:pt x="301386" y="41350"/>
                  </a:lnTo>
                  <a:lnTo>
                    <a:pt x="301945" y="39186"/>
                  </a:lnTo>
                  <a:lnTo>
                    <a:pt x="301945" y="33192"/>
                  </a:lnTo>
                  <a:lnTo>
                    <a:pt x="300735" y="30332"/>
                  </a:lnTo>
                  <a:lnTo>
                    <a:pt x="300617" y="30051"/>
                  </a:lnTo>
                  <a:lnTo>
                    <a:pt x="295302" y="24767"/>
                  </a:lnTo>
                  <a:lnTo>
                    <a:pt x="292158" y="23428"/>
                  </a:lnTo>
                  <a:close/>
                </a:path>
              </a:pathLst>
            </a:custGeom>
            <a:solidFill>
              <a:srgbClr val="F09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796531" y="5460288"/>
            <a:ext cx="1671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Relationships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549765" y="5032095"/>
            <a:ext cx="1372235" cy="1155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3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Many </a:t>
            </a:r>
            <a:r>
              <a:rPr sz="1800" dirty="0">
                <a:latin typeface="Calibri"/>
                <a:cs typeface="Calibri"/>
              </a:rPr>
              <a:t>Many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Many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477516" y="61721"/>
            <a:ext cx="9390380" cy="21653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71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component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3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 	existence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world.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Faculty,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Subject.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1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existence,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logical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spc="-10" dirty="0">
                <a:latin typeface="Calibri"/>
                <a:cs typeface="Calibri"/>
              </a:rPr>
              <a:t>existence.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5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department,</a:t>
            </a:r>
            <a:r>
              <a:rPr sz="2400" spc="5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section,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adults</a:t>
            </a:r>
            <a:r>
              <a:rPr sz="2400" spc="5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5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physical</a:t>
            </a:r>
            <a:r>
              <a:rPr sz="2400" spc="5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logical 	existence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 descr="See the source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2472" y="3107435"/>
            <a:ext cx="7647432" cy="260451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85317" y="794130"/>
            <a:ext cx="12566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Entity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4476" y="556005"/>
            <a:ext cx="8868410" cy="18364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Each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properties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entity,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such 	</a:t>
            </a:r>
            <a:r>
              <a:rPr sz="2400" spc="-10" dirty="0">
                <a:latin typeface="Calibri"/>
                <a:cs typeface="Calibri"/>
              </a:rPr>
              <a:t>properties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  <a:p>
            <a:pPr marL="240029" marR="6985" indent="-227329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described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name, 	</a:t>
            </a:r>
            <a:r>
              <a:rPr sz="2400" dirty="0">
                <a:latin typeface="Calibri"/>
                <a:cs typeface="Calibri"/>
              </a:rPr>
              <a:t>age,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phone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" name="object 3" descr="See the source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696" y="2836164"/>
            <a:ext cx="9634728" cy="368046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728268" y="808177"/>
            <a:ext cx="201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solidFill>
                  <a:srgbClr val="006FC0"/>
                </a:solidFill>
              </a:rPr>
              <a:t>Attributes</a:t>
            </a:r>
            <a:endParaRPr sz="4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294505">
              <a:lnSpc>
                <a:spcPct val="100000"/>
              </a:lnSpc>
              <a:spcBef>
                <a:spcPts val="105"/>
              </a:spcBef>
            </a:pPr>
            <a:r>
              <a:rPr sz="4400" spc="-10" dirty="0"/>
              <a:t>Relationship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38200" y="1825751"/>
            <a:ext cx="10515600" cy="1243965"/>
            <a:chOff x="838200" y="1825751"/>
            <a:chExt cx="10515600" cy="1243965"/>
          </a:xfrm>
        </p:grpSpPr>
        <p:sp>
          <p:nvSpPr>
            <p:cNvPr id="4" name="object 4"/>
            <p:cNvSpPr/>
            <p:nvPr/>
          </p:nvSpPr>
          <p:spPr>
            <a:xfrm>
              <a:off x="838200" y="1825751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3"/>
                  </a:lnTo>
                  <a:lnTo>
                    <a:pt x="0" y="1119251"/>
                  </a:lnTo>
                  <a:lnTo>
                    <a:pt x="9772" y="1167663"/>
                  </a:lnTo>
                  <a:lnTo>
                    <a:pt x="36423" y="1207182"/>
                  </a:lnTo>
                  <a:lnTo>
                    <a:pt x="75952" y="1233818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8"/>
                  </a:lnTo>
                  <a:lnTo>
                    <a:pt x="10479198" y="1207182"/>
                  </a:lnTo>
                  <a:lnTo>
                    <a:pt x="10505834" y="1167663"/>
                  </a:lnTo>
                  <a:lnTo>
                    <a:pt x="10515600" y="1119251"/>
                  </a:lnTo>
                  <a:lnTo>
                    <a:pt x="10515600" y="124333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0876" y="2209658"/>
              <a:ext cx="112507" cy="1125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0876" y="2575507"/>
              <a:ext cx="112507" cy="1125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3700" y="2209658"/>
              <a:ext cx="112507" cy="11256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53210" y="2347625"/>
              <a:ext cx="408305" cy="201295"/>
            </a:xfrm>
            <a:custGeom>
              <a:avLst/>
              <a:gdLst/>
              <a:ahLst/>
              <a:cxnLst/>
              <a:rect l="l" t="t" r="r" b="b"/>
              <a:pathLst>
                <a:path w="408305" h="201294">
                  <a:moveTo>
                    <a:pt x="407838" y="0"/>
                  </a:moveTo>
                  <a:lnTo>
                    <a:pt x="400947" y="1776"/>
                  </a:lnTo>
                  <a:lnTo>
                    <a:pt x="393862" y="2696"/>
                  </a:lnTo>
                  <a:lnTo>
                    <a:pt x="379711" y="2743"/>
                  </a:lnTo>
                  <a:lnTo>
                    <a:pt x="379711" y="87170"/>
                  </a:lnTo>
                  <a:lnTo>
                    <a:pt x="217982" y="87170"/>
                  </a:lnTo>
                  <a:lnTo>
                    <a:pt x="217982" y="1477"/>
                  </a:lnTo>
                  <a:lnTo>
                    <a:pt x="203919" y="2743"/>
                  </a:lnTo>
                  <a:lnTo>
                    <a:pt x="189855" y="1477"/>
                  </a:lnTo>
                  <a:lnTo>
                    <a:pt x="189855" y="87170"/>
                  </a:lnTo>
                  <a:lnTo>
                    <a:pt x="28126" y="87170"/>
                  </a:lnTo>
                  <a:lnTo>
                    <a:pt x="28126" y="2743"/>
                  </a:lnTo>
                  <a:lnTo>
                    <a:pt x="13975" y="2696"/>
                  </a:lnTo>
                  <a:lnTo>
                    <a:pt x="6891" y="1776"/>
                  </a:lnTo>
                  <a:lnTo>
                    <a:pt x="0" y="0"/>
                  </a:lnTo>
                  <a:lnTo>
                    <a:pt x="0" y="115312"/>
                  </a:lnTo>
                  <a:lnTo>
                    <a:pt x="189855" y="115312"/>
                  </a:lnTo>
                  <a:lnTo>
                    <a:pt x="189855" y="201006"/>
                  </a:lnTo>
                  <a:lnTo>
                    <a:pt x="203919" y="199739"/>
                  </a:lnTo>
                  <a:lnTo>
                    <a:pt x="217982" y="201006"/>
                  </a:lnTo>
                  <a:lnTo>
                    <a:pt x="217982" y="115312"/>
                  </a:lnTo>
                  <a:lnTo>
                    <a:pt x="407838" y="115312"/>
                  </a:lnTo>
                  <a:lnTo>
                    <a:pt x="407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8052" y="2209658"/>
              <a:ext cx="112507" cy="11256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393060" y="2097785"/>
            <a:ext cx="7585709" cy="67056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65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association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among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several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entities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e.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g.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works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for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Department.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38200" y="3380232"/>
            <a:ext cx="10515600" cy="1242060"/>
            <a:chOff x="838200" y="3380232"/>
            <a:chExt cx="10515600" cy="1242060"/>
          </a:xfrm>
        </p:grpSpPr>
        <p:sp>
          <p:nvSpPr>
            <p:cNvPr id="12" name="object 12"/>
            <p:cNvSpPr/>
            <p:nvPr/>
          </p:nvSpPr>
          <p:spPr>
            <a:xfrm>
              <a:off x="838200" y="3380232"/>
              <a:ext cx="10515600" cy="1242060"/>
            </a:xfrm>
            <a:custGeom>
              <a:avLst/>
              <a:gdLst/>
              <a:ahLst/>
              <a:cxnLst/>
              <a:rect l="l" t="t" r="r" b="b"/>
              <a:pathLst>
                <a:path w="10515600" h="1242060">
                  <a:moveTo>
                    <a:pt x="10391394" y="0"/>
                  </a:moveTo>
                  <a:lnTo>
                    <a:pt x="124206" y="0"/>
                  </a:lnTo>
                  <a:lnTo>
                    <a:pt x="75861" y="9763"/>
                  </a:lnTo>
                  <a:lnTo>
                    <a:pt x="36380" y="36385"/>
                  </a:lnTo>
                  <a:lnTo>
                    <a:pt x="9761" y="75866"/>
                  </a:lnTo>
                  <a:lnTo>
                    <a:pt x="0" y="124205"/>
                  </a:lnTo>
                  <a:lnTo>
                    <a:pt x="0" y="1117853"/>
                  </a:lnTo>
                  <a:lnTo>
                    <a:pt x="9761" y="1166193"/>
                  </a:lnTo>
                  <a:lnTo>
                    <a:pt x="36380" y="1205674"/>
                  </a:lnTo>
                  <a:lnTo>
                    <a:pt x="75861" y="1232296"/>
                  </a:lnTo>
                  <a:lnTo>
                    <a:pt x="124206" y="1242059"/>
                  </a:lnTo>
                  <a:lnTo>
                    <a:pt x="10391394" y="1242059"/>
                  </a:lnTo>
                  <a:lnTo>
                    <a:pt x="10439733" y="1232296"/>
                  </a:lnTo>
                  <a:lnTo>
                    <a:pt x="10479214" y="1205674"/>
                  </a:lnTo>
                  <a:lnTo>
                    <a:pt x="10505836" y="1166193"/>
                  </a:lnTo>
                  <a:lnTo>
                    <a:pt x="10515600" y="1117853"/>
                  </a:lnTo>
                  <a:lnTo>
                    <a:pt x="10515600" y="124205"/>
                  </a:lnTo>
                  <a:lnTo>
                    <a:pt x="10505836" y="75866"/>
                  </a:lnTo>
                  <a:lnTo>
                    <a:pt x="10479214" y="36385"/>
                  </a:lnTo>
                  <a:lnTo>
                    <a:pt x="10439733" y="9763"/>
                  </a:lnTo>
                  <a:lnTo>
                    <a:pt x="103913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92550" y="3749008"/>
              <a:ext cx="532130" cy="498475"/>
            </a:xfrm>
            <a:custGeom>
              <a:avLst/>
              <a:gdLst/>
              <a:ahLst/>
              <a:cxnLst/>
              <a:rect l="l" t="t" r="r" b="b"/>
              <a:pathLst>
                <a:path w="532130" h="498475">
                  <a:moveTo>
                    <a:pt x="356565" y="351030"/>
                  </a:moveTo>
                  <a:lnTo>
                    <a:pt x="317387" y="351030"/>
                  </a:lnTo>
                  <a:lnTo>
                    <a:pt x="378422" y="412235"/>
                  </a:lnTo>
                  <a:lnTo>
                    <a:pt x="371780" y="429845"/>
                  </a:lnTo>
                  <a:lnTo>
                    <a:pt x="386860" y="481337"/>
                  </a:lnTo>
                  <a:lnTo>
                    <a:pt x="426530" y="498114"/>
                  </a:lnTo>
                  <a:lnTo>
                    <a:pt x="447724" y="494120"/>
                  </a:lnTo>
                  <a:lnTo>
                    <a:pt x="466412" y="481848"/>
                  </a:lnTo>
                  <a:lnTo>
                    <a:pt x="478888" y="463267"/>
                  </a:lnTo>
                  <a:lnTo>
                    <a:pt x="483143" y="442067"/>
                  </a:lnTo>
                  <a:lnTo>
                    <a:pt x="479159" y="420815"/>
                  </a:lnTo>
                  <a:lnTo>
                    <a:pt x="466922" y="402075"/>
                  </a:lnTo>
                  <a:lnTo>
                    <a:pt x="454624" y="393197"/>
                  </a:lnTo>
                  <a:lnTo>
                    <a:pt x="398181" y="393197"/>
                  </a:lnTo>
                  <a:lnTo>
                    <a:pt x="356565" y="351030"/>
                  </a:lnTo>
                  <a:close/>
                </a:path>
                <a:path w="532130" h="498475">
                  <a:moveTo>
                    <a:pt x="115444" y="385103"/>
                  </a:moveTo>
                  <a:lnTo>
                    <a:pt x="92965" y="386410"/>
                  </a:lnTo>
                  <a:lnTo>
                    <a:pt x="93799" y="386410"/>
                  </a:lnTo>
                  <a:lnTo>
                    <a:pt x="74425" y="395611"/>
                  </a:lnTo>
                  <a:lnTo>
                    <a:pt x="59452" y="412235"/>
                  </a:lnTo>
                  <a:lnTo>
                    <a:pt x="52084" y="433381"/>
                  </a:lnTo>
                  <a:lnTo>
                    <a:pt x="53333" y="454971"/>
                  </a:lnTo>
                  <a:lnTo>
                    <a:pt x="62563" y="474516"/>
                  </a:lnTo>
                  <a:lnTo>
                    <a:pt x="79141" y="489528"/>
                  </a:lnTo>
                  <a:lnTo>
                    <a:pt x="100229" y="496916"/>
                  </a:lnTo>
                  <a:lnTo>
                    <a:pt x="121757" y="495664"/>
                  </a:lnTo>
                  <a:lnTo>
                    <a:pt x="141247" y="486408"/>
                  </a:lnTo>
                  <a:lnTo>
                    <a:pt x="156220" y="469784"/>
                  </a:lnTo>
                  <a:lnTo>
                    <a:pt x="162124" y="455803"/>
                  </a:lnTo>
                  <a:lnTo>
                    <a:pt x="164091" y="441010"/>
                  </a:lnTo>
                  <a:lnTo>
                    <a:pt x="162124" y="426216"/>
                  </a:lnTo>
                  <a:lnTo>
                    <a:pt x="156220" y="412235"/>
                  </a:lnTo>
                  <a:lnTo>
                    <a:pt x="175909" y="392491"/>
                  </a:lnTo>
                  <a:lnTo>
                    <a:pt x="136532" y="392491"/>
                  </a:lnTo>
                  <a:lnTo>
                    <a:pt x="115444" y="385103"/>
                  </a:lnTo>
                  <a:close/>
                </a:path>
                <a:path w="532130" h="498475">
                  <a:moveTo>
                    <a:pt x="434076" y="385759"/>
                  </a:moveTo>
                  <a:lnTo>
                    <a:pt x="415745" y="386410"/>
                  </a:lnTo>
                  <a:lnTo>
                    <a:pt x="398181" y="393197"/>
                  </a:lnTo>
                  <a:lnTo>
                    <a:pt x="454624" y="393197"/>
                  </a:lnTo>
                  <a:lnTo>
                    <a:pt x="451645" y="391046"/>
                  </a:lnTo>
                  <a:lnTo>
                    <a:pt x="434076" y="385759"/>
                  </a:lnTo>
                  <a:close/>
                </a:path>
                <a:path w="532130" h="498475">
                  <a:moveTo>
                    <a:pt x="177624" y="228903"/>
                  </a:moveTo>
                  <a:lnTo>
                    <a:pt x="103483" y="228903"/>
                  </a:lnTo>
                  <a:lnTo>
                    <a:pt x="181183" y="260634"/>
                  </a:lnTo>
                  <a:lnTo>
                    <a:pt x="179429" y="278614"/>
                  </a:lnTo>
                  <a:lnTo>
                    <a:pt x="196934" y="331146"/>
                  </a:lnTo>
                  <a:lnTo>
                    <a:pt x="136532" y="392491"/>
                  </a:lnTo>
                  <a:lnTo>
                    <a:pt x="175909" y="392491"/>
                  </a:lnTo>
                  <a:lnTo>
                    <a:pt x="217255" y="351030"/>
                  </a:lnTo>
                  <a:lnTo>
                    <a:pt x="356565" y="351030"/>
                  </a:lnTo>
                  <a:lnTo>
                    <a:pt x="337427" y="331640"/>
                  </a:lnTo>
                  <a:lnTo>
                    <a:pt x="342228" y="324095"/>
                  </a:lnTo>
                  <a:lnTo>
                    <a:pt x="218521" y="324095"/>
                  </a:lnTo>
                  <a:lnTo>
                    <a:pt x="218615" y="301055"/>
                  </a:lnTo>
                  <a:lnTo>
                    <a:pt x="220342" y="297591"/>
                  </a:lnTo>
                  <a:lnTo>
                    <a:pt x="220420" y="297435"/>
                  </a:lnTo>
                  <a:lnTo>
                    <a:pt x="260934" y="280348"/>
                  </a:lnTo>
                  <a:lnTo>
                    <a:pt x="355077" y="280348"/>
                  </a:lnTo>
                  <a:lnTo>
                    <a:pt x="355167" y="279230"/>
                  </a:lnTo>
                  <a:lnTo>
                    <a:pt x="355225" y="274736"/>
                  </a:lnTo>
                  <a:lnTo>
                    <a:pt x="267743" y="274736"/>
                  </a:lnTo>
                  <a:lnTo>
                    <a:pt x="258482" y="272862"/>
                  </a:lnTo>
                  <a:lnTo>
                    <a:pt x="258258" y="272862"/>
                  </a:lnTo>
                  <a:lnTo>
                    <a:pt x="250340" y="267509"/>
                  </a:lnTo>
                  <a:lnTo>
                    <a:pt x="245066" y="259664"/>
                  </a:lnTo>
                  <a:lnTo>
                    <a:pt x="243256" y="250674"/>
                  </a:lnTo>
                  <a:lnTo>
                    <a:pt x="243164" y="249898"/>
                  </a:lnTo>
                  <a:lnTo>
                    <a:pt x="245066" y="240450"/>
                  </a:lnTo>
                  <a:lnTo>
                    <a:pt x="248988" y="234615"/>
                  </a:lnTo>
                  <a:lnTo>
                    <a:pt x="191238" y="234615"/>
                  </a:lnTo>
                  <a:lnTo>
                    <a:pt x="177624" y="228903"/>
                  </a:lnTo>
                  <a:close/>
                </a:path>
                <a:path w="532130" h="498475">
                  <a:moveTo>
                    <a:pt x="317387" y="351030"/>
                  </a:moveTo>
                  <a:lnTo>
                    <a:pt x="217255" y="351030"/>
                  </a:lnTo>
                  <a:lnTo>
                    <a:pt x="241367" y="362827"/>
                  </a:lnTo>
                  <a:lnTo>
                    <a:pt x="267321" y="366759"/>
                  </a:lnTo>
                  <a:lnTo>
                    <a:pt x="293275" y="362827"/>
                  </a:lnTo>
                  <a:lnTo>
                    <a:pt x="317387" y="351030"/>
                  </a:lnTo>
                  <a:close/>
                </a:path>
                <a:path w="532130" h="498475">
                  <a:moveTo>
                    <a:pt x="355077" y="280348"/>
                  </a:moveTo>
                  <a:lnTo>
                    <a:pt x="275292" y="280348"/>
                  </a:lnTo>
                  <a:lnTo>
                    <a:pt x="282136" y="281364"/>
                  </a:lnTo>
                  <a:lnTo>
                    <a:pt x="281834" y="281364"/>
                  </a:lnTo>
                  <a:lnTo>
                    <a:pt x="317012" y="301055"/>
                  </a:lnTo>
                  <a:lnTo>
                    <a:pt x="316965" y="324095"/>
                  </a:lnTo>
                  <a:lnTo>
                    <a:pt x="342228" y="324095"/>
                  </a:lnTo>
                  <a:lnTo>
                    <a:pt x="345080" y="319612"/>
                  </a:lnTo>
                  <a:lnTo>
                    <a:pt x="350655" y="306588"/>
                  </a:lnTo>
                  <a:lnTo>
                    <a:pt x="354064" y="292833"/>
                  </a:lnTo>
                  <a:lnTo>
                    <a:pt x="354994" y="281364"/>
                  </a:lnTo>
                  <a:lnTo>
                    <a:pt x="355077" y="280348"/>
                  </a:lnTo>
                  <a:close/>
                </a:path>
                <a:path w="532130" h="498475">
                  <a:moveTo>
                    <a:pt x="336647" y="225378"/>
                  </a:moveTo>
                  <a:lnTo>
                    <a:pt x="267743" y="225378"/>
                  </a:lnTo>
                  <a:lnTo>
                    <a:pt x="277324" y="227317"/>
                  </a:lnTo>
                  <a:lnTo>
                    <a:pt x="285146" y="232605"/>
                  </a:lnTo>
                  <a:lnTo>
                    <a:pt x="290420" y="240450"/>
                  </a:lnTo>
                  <a:lnTo>
                    <a:pt x="292322" y="249898"/>
                  </a:lnTo>
                  <a:lnTo>
                    <a:pt x="292230" y="250674"/>
                  </a:lnTo>
                  <a:lnTo>
                    <a:pt x="290420" y="259664"/>
                  </a:lnTo>
                  <a:lnTo>
                    <a:pt x="285146" y="267509"/>
                  </a:lnTo>
                  <a:lnTo>
                    <a:pt x="277228" y="272862"/>
                  </a:lnTo>
                  <a:lnTo>
                    <a:pt x="277004" y="272862"/>
                  </a:lnTo>
                  <a:lnTo>
                    <a:pt x="267743" y="274736"/>
                  </a:lnTo>
                  <a:lnTo>
                    <a:pt x="355225" y="274736"/>
                  </a:lnTo>
                  <a:lnTo>
                    <a:pt x="355229" y="272862"/>
                  </a:lnTo>
                  <a:lnTo>
                    <a:pt x="354699" y="267509"/>
                  </a:lnTo>
                  <a:lnTo>
                    <a:pt x="354661" y="267121"/>
                  </a:lnTo>
                  <a:lnTo>
                    <a:pt x="353530" y="261480"/>
                  </a:lnTo>
                  <a:lnTo>
                    <a:pt x="417168" y="235258"/>
                  </a:lnTo>
                  <a:lnTo>
                    <a:pt x="343813" y="235258"/>
                  </a:lnTo>
                  <a:lnTo>
                    <a:pt x="336647" y="225378"/>
                  </a:lnTo>
                  <a:close/>
                </a:path>
                <a:path w="532130" h="498475">
                  <a:moveTo>
                    <a:pt x="519110" y="229609"/>
                  </a:moveTo>
                  <a:lnTo>
                    <a:pt x="430878" y="229609"/>
                  </a:lnTo>
                  <a:lnTo>
                    <a:pt x="444356" y="242445"/>
                  </a:lnTo>
                  <a:lnTo>
                    <a:pt x="460505" y="249898"/>
                  </a:lnTo>
                  <a:lnTo>
                    <a:pt x="460941" y="250057"/>
                  </a:lnTo>
                  <a:lnTo>
                    <a:pt x="478838" y="252008"/>
                  </a:lnTo>
                  <a:lnTo>
                    <a:pt x="496976" y="247942"/>
                  </a:lnTo>
                  <a:lnTo>
                    <a:pt x="515409" y="235258"/>
                  </a:lnTo>
                  <a:lnTo>
                    <a:pt x="519110" y="229609"/>
                  </a:lnTo>
                  <a:close/>
                </a:path>
                <a:path w="532130" h="498475">
                  <a:moveTo>
                    <a:pt x="68482" y="134141"/>
                  </a:moveTo>
                  <a:lnTo>
                    <a:pt x="45169" y="134487"/>
                  </a:lnTo>
                  <a:lnTo>
                    <a:pt x="24512" y="143463"/>
                  </a:lnTo>
                  <a:lnTo>
                    <a:pt x="8724" y="159544"/>
                  </a:lnTo>
                  <a:lnTo>
                    <a:pt x="0" y="181226"/>
                  </a:lnTo>
                  <a:lnTo>
                    <a:pt x="54" y="184933"/>
                  </a:lnTo>
                  <a:lnTo>
                    <a:pt x="155" y="191744"/>
                  </a:lnTo>
                  <a:lnTo>
                    <a:pt x="25333" y="241147"/>
                  </a:lnTo>
                  <a:lnTo>
                    <a:pt x="62850" y="250674"/>
                  </a:lnTo>
                  <a:lnTo>
                    <a:pt x="78110" y="247232"/>
                  </a:lnTo>
                  <a:lnTo>
                    <a:pt x="91924" y="239875"/>
                  </a:lnTo>
                  <a:lnTo>
                    <a:pt x="103483" y="228903"/>
                  </a:lnTo>
                  <a:lnTo>
                    <a:pt x="177624" y="228903"/>
                  </a:lnTo>
                  <a:lnTo>
                    <a:pt x="115436" y="202814"/>
                  </a:lnTo>
                  <a:lnTo>
                    <a:pt x="115335" y="195935"/>
                  </a:lnTo>
                  <a:lnTo>
                    <a:pt x="115273" y="191744"/>
                  </a:lnTo>
                  <a:lnTo>
                    <a:pt x="115173" y="184933"/>
                  </a:lnTo>
                  <a:lnTo>
                    <a:pt x="115092" y="179436"/>
                  </a:lnTo>
                  <a:lnTo>
                    <a:pt x="106144" y="158725"/>
                  </a:lnTo>
                  <a:lnTo>
                    <a:pt x="90103" y="142890"/>
                  </a:lnTo>
                  <a:lnTo>
                    <a:pt x="68482" y="134141"/>
                  </a:lnTo>
                  <a:close/>
                </a:path>
                <a:path w="532130" h="498475">
                  <a:moveTo>
                    <a:pt x="475279" y="139321"/>
                  </a:moveTo>
                  <a:lnTo>
                    <a:pt x="437609" y="153830"/>
                  </a:lnTo>
                  <a:lnTo>
                    <a:pt x="419299" y="202814"/>
                  </a:lnTo>
                  <a:lnTo>
                    <a:pt x="419276" y="203519"/>
                  </a:lnTo>
                  <a:lnTo>
                    <a:pt x="343568" y="235258"/>
                  </a:lnTo>
                  <a:lnTo>
                    <a:pt x="417168" y="235258"/>
                  </a:lnTo>
                  <a:lnTo>
                    <a:pt x="430878" y="229609"/>
                  </a:lnTo>
                  <a:lnTo>
                    <a:pt x="519110" y="229609"/>
                  </a:lnTo>
                  <a:lnTo>
                    <a:pt x="527271" y="217154"/>
                  </a:lnTo>
                  <a:lnTo>
                    <a:pt x="531618" y="195935"/>
                  </a:lnTo>
                  <a:lnTo>
                    <a:pt x="527505" y="173904"/>
                  </a:lnTo>
                  <a:lnTo>
                    <a:pt x="514784" y="155313"/>
                  </a:lnTo>
                  <a:lnTo>
                    <a:pt x="496581" y="143463"/>
                  </a:lnTo>
                  <a:lnTo>
                    <a:pt x="475279" y="139321"/>
                  </a:lnTo>
                  <a:close/>
                </a:path>
                <a:path w="532130" h="498475">
                  <a:moveTo>
                    <a:pt x="275565" y="0"/>
                  </a:moveTo>
                  <a:lnTo>
                    <a:pt x="253258" y="1208"/>
                  </a:lnTo>
                  <a:lnTo>
                    <a:pt x="233160" y="10988"/>
                  </a:lnTo>
                  <a:lnTo>
                    <a:pt x="218861" y="27175"/>
                  </a:lnTo>
                  <a:lnTo>
                    <a:pt x="211659" y="47559"/>
                  </a:lnTo>
                  <a:lnTo>
                    <a:pt x="212855" y="69928"/>
                  </a:lnTo>
                  <a:lnTo>
                    <a:pt x="218540" y="83919"/>
                  </a:lnTo>
                  <a:lnTo>
                    <a:pt x="227545" y="95712"/>
                  </a:lnTo>
                  <a:lnTo>
                    <a:pt x="239306" y="104742"/>
                  </a:lnTo>
                  <a:lnTo>
                    <a:pt x="253258" y="110443"/>
                  </a:lnTo>
                  <a:lnTo>
                    <a:pt x="253258" y="191744"/>
                  </a:lnTo>
                  <a:lnTo>
                    <a:pt x="253006" y="191744"/>
                  </a:lnTo>
                  <a:lnTo>
                    <a:pt x="234018" y="197055"/>
                  </a:lnTo>
                  <a:lnTo>
                    <a:pt x="234214" y="197055"/>
                  </a:lnTo>
                  <a:lnTo>
                    <a:pt x="217416" y="206128"/>
                  </a:lnTo>
                  <a:lnTo>
                    <a:pt x="202823" y="218822"/>
                  </a:lnTo>
                  <a:lnTo>
                    <a:pt x="191238" y="234615"/>
                  </a:lnTo>
                  <a:lnTo>
                    <a:pt x="248988" y="234615"/>
                  </a:lnTo>
                  <a:lnTo>
                    <a:pt x="250340" y="232605"/>
                  </a:lnTo>
                  <a:lnTo>
                    <a:pt x="258162" y="227317"/>
                  </a:lnTo>
                  <a:lnTo>
                    <a:pt x="267743" y="225378"/>
                  </a:lnTo>
                  <a:lnTo>
                    <a:pt x="336647" y="225378"/>
                  </a:lnTo>
                  <a:lnTo>
                    <a:pt x="332162" y="219195"/>
                  </a:lnTo>
                  <a:lnTo>
                    <a:pt x="317499" y="206346"/>
                  </a:lnTo>
                  <a:lnTo>
                    <a:pt x="300371" y="197055"/>
                  </a:lnTo>
                  <a:lnTo>
                    <a:pt x="281384" y="191744"/>
                  </a:lnTo>
                  <a:lnTo>
                    <a:pt x="281384" y="110443"/>
                  </a:lnTo>
                  <a:lnTo>
                    <a:pt x="301482" y="100663"/>
                  </a:lnTo>
                  <a:lnTo>
                    <a:pt x="315781" y="84474"/>
                  </a:lnTo>
                  <a:lnTo>
                    <a:pt x="322983" y="64090"/>
                  </a:lnTo>
                  <a:lnTo>
                    <a:pt x="321787" y="41723"/>
                  </a:lnTo>
                  <a:lnTo>
                    <a:pt x="312035" y="21567"/>
                  </a:lnTo>
                  <a:lnTo>
                    <a:pt x="295892" y="7222"/>
                  </a:lnTo>
                  <a:lnTo>
                    <a:pt x="2755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38200" y="4933188"/>
            <a:ext cx="10515600" cy="1243965"/>
            <a:chOff x="838200" y="4933188"/>
            <a:chExt cx="10515600" cy="1243965"/>
          </a:xfrm>
        </p:grpSpPr>
        <p:sp>
          <p:nvSpPr>
            <p:cNvPr id="15" name="object 15"/>
            <p:cNvSpPr/>
            <p:nvPr/>
          </p:nvSpPr>
          <p:spPr>
            <a:xfrm>
              <a:off x="838200" y="4933188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2"/>
                  </a:lnTo>
                  <a:lnTo>
                    <a:pt x="0" y="1119225"/>
                  </a:lnTo>
                  <a:lnTo>
                    <a:pt x="9772" y="1167631"/>
                  </a:lnTo>
                  <a:lnTo>
                    <a:pt x="36423" y="1207160"/>
                  </a:lnTo>
                  <a:lnTo>
                    <a:pt x="75952" y="1233811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1"/>
                  </a:lnTo>
                  <a:lnTo>
                    <a:pt x="10479198" y="1207160"/>
                  </a:lnTo>
                  <a:lnTo>
                    <a:pt x="10505834" y="1167631"/>
                  </a:lnTo>
                  <a:lnTo>
                    <a:pt x="10515600" y="1119225"/>
                  </a:lnTo>
                  <a:lnTo>
                    <a:pt x="10515600" y="124332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03985" y="5295988"/>
              <a:ext cx="506730" cy="520700"/>
            </a:xfrm>
            <a:custGeom>
              <a:avLst/>
              <a:gdLst/>
              <a:ahLst/>
              <a:cxnLst/>
              <a:rect l="l" t="t" r="r" b="b"/>
              <a:pathLst>
                <a:path w="506730" h="520700">
                  <a:moveTo>
                    <a:pt x="203911" y="478421"/>
                  </a:moveTo>
                  <a:lnTo>
                    <a:pt x="0" y="478421"/>
                  </a:lnTo>
                  <a:lnTo>
                    <a:pt x="0" y="520636"/>
                  </a:lnTo>
                  <a:lnTo>
                    <a:pt x="203911" y="520636"/>
                  </a:lnTo>
                  <a:lnTo>
                    <a:pt x="203911" y="478421"/>
                  </a:lnTo>
                  <a:close/>
                </a:path>
                <a:path w="506730" h="520700">
                  <a:moveTo>
                    <a:pt x="274231" y="478421"/>
                  </a:moveTo>
                  <a:lnTo>
                    <a:pt x="232041" y="478421"/>
                  </a:lnTo>
                  <a:lnTo>
                    <a:pt x="232041" y="520636"/>
                  </a:lnTo>
                  <a:lnTo>
                    <a:pt x="274231" y="520636"/>
                  </a:lnTo>
                  <a:lnTo>
                    <a:pt x="274231" y="478421"/>
                  </a:lnTo>
                  <a:close/>
                </a:path>
                <a:path w="506730" h="520700">
                  <a:moveTo>
                    <a:pt x="478155" y="306616"/>
                  </a:moveTo>
                  <a:lnTo>
                    <a:pt x="476173" y="296811"/>
                  </a:lnTo>
                  <a:lnTo>
                    <a:pt x="470776" y="288798"/>
                  </a:lnTo>
                  <a:lnTo>
                    <a:pt x="462775" y="283413"/>
                  </a:lnTo>
                  <a:lnTo>
                    <a:pt x="452983" y="281432"/>
                  </a:lnTo>
                  <a:lnTo>
                    <a:pt x="253136" y="281432"/>
                  </a:lnTo>
                  <a:lnTo>
                    <a:pt x="253136" y="329946"/>
                  </a:lnTo>
                  <a:lnTo>
                    <a:pt x="253136" y="345490"/>
                  </a:lnTo>
                  <a:lnTo>
                    <a:pt x="246849" y="351777"/>
                  </a:lnTo>
                  <a:lnTo>
                    <a:pt x="231305" y="351777"/>
                  </a:lnTo>
                  <a:lnTo>
                    <a:pt x="225005" y="345490"/>
                  </a:lnTo>
                  <a:lnTo>
                    <a:pt x="225005" y="329946"/>
                  </a:lnTo>
                  <a:lnTo>
                    <a:pt x="231305" y="323646"/>
                  </a:lnTo>
                  <a:lnTo>
                    <a:pt x="246849" y="323646"/>
                  </a:lnTo>
                  <a:lnTo>
                    <a:pt x="253136" y="329946"/>
                  </a:lnTo>
                  <a:lnTo>
                    <a:pt x="253136" y="281432"/>
                  </a:lnTo>
                  <a:lnTo>
                    <a:pt x="182816" y="281432"/>
                  </a:lnTo>
                  <a:lnTo>
                    <a:pt x="182816" y="329946"/>
                  </a:lnTo>
                  <a:lnTo>
                    <a:pt x="182816" y="345490"/>
                  </a:lnTo>
                  <a:lnTo>
                    <a:pt x="176530" y="351777"/>
                  </a:lnTo>
                  <a:lnTo>
                    <a:pt x="160985" y="351777"/>
                  </a:lnTo>
                  <a:lnTo>
                    <a:pt x="154698" y="345490"/>
                  </a:lnTo>
                  <a:lnTo>
                    <a:pt x="154698" y="329946"/>
                  </a:lnTo>
                  <a:lnTo>
                    <a:pt x="160985" y="323646"/>
                  </a:lnTo>
                  <a:lnTo>
                    <a:pt x="176530" y="323646"/>
                  </a:lnTo>
                  <a:lnTo>
                    <a:pt x="182816" y="329946"/>
                  </a:lnTo>
                  <a:lnTo>
                    <a:pt x="182816" y="281432"/>
                  </a:lnTo>
                  <a:lnTo>
                    <a:pt x="112509" y="281432"/>
                  </a:lnTo>
                  <a:lnTo>
                    <a:pt x="112509" y="329946"/>
                  </a:lnTo>
                  <a:lnTo>
                    <a:pt x="112509" y="345490"/>
                  </a:lnTo>
                  <a:lnTo>
                    <a:pt x="106210" y="351777"/>
                  </a:lnTo>
                  <a:lnTo>
                    <a:pt x="90665" y="351777"/>
                  </a:lnTo>
                  <a:lnTo>
                    <a:pt x="84378" y="345490"/>
                  </a:lnTo>
                  <a:lnTo>
                    <a:pt x="84378" y="329946"/>
                  </a:lnTo>
                  <a:lnTo>
                    <a:pt x="90665" y="323646"/>
                  </a:lnTo>
                  <a:lnTo>
                    <a:pt x="106210" y="323646"/>
                  </a:lnTo>
                  <a:lnTo>
                    <a:pt x="112509" y="329946"/>
                  </a:lnTo>
                  <a:lnTo>
                    <a:pt x="112509" y="281432"/>
                  </a:lnTo>
                  <a:lnTo>
                    <a:pt x="53301" y="281432"/>
                  </a:lnTo>
                  <a:lnTo>
                    <a:pt x="43497" y="283413"/>
                  </a:lnTo>
                  <a:lnTo>
                    <a:pt x="35496" y="288798"/>
                  </a:lnTo>
                  <a:lnTo>
                    <a:pt x="30099" y="296811"/>
                  </a:lnTo>
                  <a:lnTo>
                    <a:pt x="28130" y="306616"/>
                  </a:lnTo>
                  <a:lnTo>
                    <a:pt x="28130" y="368808"/>
                  </a:lnTo>
                  <a:lnTo>
                    <a:pt x="30099" y="378612"/>
                  </a:lnTo>
                  <a:lnTo>
                    <a:pt x="35496" y="386626"/>
                  </a:lnTo>
                  <a:lnTo>
                    <a:pt x="43497" y="392023"/>
                  </a:lnTo>
                  <a:lnTo>
                    <a:pt x="53301" y="393992"/>
                  </a:lnTo>
                  <a:lnTo>
                    <a:pt x="232041" y="393992"/>
                  </a:lnTo>
                  <a:lnTo>
                    <a:pt x="232041" y="450278"/>
                  </a:lnTo>
                  <a:lnTo>
                    <a:pt x="274231" y="450278"/>
                  </a:lnTo>
                  <a:lnTo>
                    <a:pt x="274231" y="393992"/>
                  </a:lnTo>
                  <a:lnTo>
                    <a:pt x="452983" y="393992"/>
                  </a:lnTo>
                  <a:lnTo>
                    <a:pt x="462775" y="392023"/>
                  </a:lnTo>
                  <a:lnTo>
                    <a:pt x="470776" y="386626"/>
                  </a:lnTo>
                  <a:lnTo>
                    <a:pt x="476173" y="378612"/>
                  </a:lnTo>
                  <a:lnTo>
                    <a:pt x="478155" y="368808"/>
                  </a:lnTo>
                  <a:lnTo>
                    <a:pt x="478155" y="351777"/>
                  </a:lnTo>
                  <a:lnTo>
                    <a:pt x="478155" y="323646"/>
                  </a:lnTo>
                  <a:lnTo>
                    <a:pt x="478155" y="306616"/>
                  </a:lnTo>
                  <a:close/>
                </a:path>
                <a:path w="506730" h="520700">
                  <a:moveTo>
                    <a:pt x="478155" y="165900"/>
                  </a:moveTo>
                  <a:lnTo>
                    <a:pt x="476173" y="156095"/>
                  </a:lnTo>
                  <a:lnTo>
                    <a:pt x="470776" y="148094"/>
                  </a:lnTo>
                  <a:lnTo>
                    <a:pt x="462775" y="142697"/>
                  </a:lnTo>
                  <a:lnTo>
                    <a:pt x="452983" y="140716"/>
                  </a:lnTo>
                  <a:lnTo>
                    <a:pt x="253136" y="140716"/>
                  </a:lnTo>
                  <a:lnTo>
                    <a:pt x="253136" y="189230"/>
                  </a:lnTo>
                  <a:lnTo>
                    <a:pt x="253136" y="204774"/>
                  </a:lnTo>
                  <a:lnTo>
                    <a:pt x="246849" y="211074"/>
                  </a:lnTo>
                  <a:lnTo>
                    <a:pt x="231305" y="211074"/>
                  </a:lnTo>
                  <a:lnTo>
                    <a:pt x="225005" y="204774"/>
                  </a:lnTo>
                  <a:lnTo>
                    <a:pt x="225005" y="189230"/>
                  </a:lnTo>
                  <a:lnTo>
                    <a:pt x="231305" y="182930"/>
                  </a:lnTo>
                  <a:lnTo>
                    <a:pt x="246849" y="182930"/>
                  </a:lnTo>
                  <a:lnTo>
                    <a:pt x="253136" y="189230"/>
                  </a:lnTo>
                  <a:lnTo>
                    <a:pt x="253136" y="140716"/>
                  </a:lnTo>
                  <a:lnTo>
                    <a:pt x="182816" y="140716"/>
                  </a:lnTo>
                  <a:lnTo>
                    <a:pt x="182816" y="189230"/>
                  </a:lnTo>
                  <a:lnTo>
                    <a:pt x="182816" y="204774"/>
                  </a:lnTo>
                  <a:lnTo>
                    <a:pt x="176530" y="211074"/>
                  </a:lnTo>
                  <a:lnTo>
                    <a:pt x="160985" y="211074"/>
                  </a:lnTo>
                  <a:lnTo>
                    <a:pt x="154698" y="204774"/>
                  </a:lnTo>
                  <a:lnTo>
                    <a:pt x="154698" y="189230"/>
                  </a:lnTo>
                  <a:lnTo>
                    <a:pt x="160985" y="182930"/>
                  </a:lnTo>
                  <a:lnTo>
                    <a:pt x="176530" y="182930"/>
                  </a:lnTo>
                  <a:lnTo>
                    <a:pt x="182816" y="189230"/>
                  </a:lnTo>
                  <a:lnTo>
                    <a:pt x="182816" y="140716"/>
                  </a:lnTo>
                  <a:lnTo>
                    <a:pt x="112509" y="140716"/>
                  </a:lnTo>
                  <a:lnTo>
                    <a:pt x="112509" y="189230"/>
                  </a:lnTo>
                  <a:lnTo>
                    <a:pt x="112509" y="204774"/>
                  </a:lnTo>
                  <a:lnTo>
                    <a:pt x="106210" y="211074"/>
                  </a:lnTo>
                  <a:lnTo>
                    <a:pt x="90665" y="211074"/>
                  </a:lnTo>
                  <a:lnTo>
                    <a:pt x="84378" y="204774"/>
                  </a:lnTo>
                  <a:lnTo>
                    <a:pt x="84378" y="189230"/>
                  </a:lnTo>
                  <a:lnTo>
                    <a:pt x="90665" y="182930"/>
                  </a:lnTo>
                  <a:lnTo>
                    <a:pt x="106210" y="182930"/>
                  </a:lnTo>
                  <a:lnTo>
                    <a:pt x="112509" y="189230"/>
                  </a:lnTo>
                  <a:lnTo>
                    <a:pt x="112509" y="140716"/>
                  </a:lnTo>
                  <a:lnTo>
                    <a:pt x="53301" y="140716"/>
                  </a:lnTo>
                  <a:lnTo>
                    <a:pt x="43497" y="142697"/>
                  </a:lnTo>
                  <a:lnTo>
                    <a:pt x="35496" y="148094"/>
                  </a:lnTo>
                  <a:lnTo>
                    <a:pt x="30099" y="156095"/>
                  </a:lnTo>
                  <a:lnTo>
                    <a:pt x="28130" y="165900"/>
                  </a:lnTo>
                  <a:lnTo>
                    <a:pt x="28130" y="228104"/>
                  </a:lnTo>
                  <a:lnTo>
                    <a:pt x="30099" y="237909"/>
                  </a:lnTo>
                  <a:lnTo>
                    <a:pt x="35496" y="245910"/>
                  </a:lnTo>
                  <a:lnTo>
                    <a:pt x="43497" y="251307"/>
                  </a:lnTo>
                  <a:lnTo>
                    <a:pt x="53301" y="253288"/>
                  </a:lnTo>
                  <a:lnTo>
                    <a:pt x="452983" y="253288"/>
                  </a:lnTo>
                  <a:lnTo>
                    <a:pt x="462775" y="251307"/>
                  </a:lnTo>
                  <a:lnTo>
                    <a:pt x="470776" y="245910"/>
                  </a:lnTo>
                  <a:lnTo>
                    <a:pt x="476173" y="237909"/>
                  </a:lnTo>
                  <a:lnTo>
                    <a:pt x="478155" y="228104"/>
                  </a:lnTo>
                  <a:lnTo>
                    <a:pt x="478155" y="211074"/>
                  </a:lnTo>
                  <a:lnTo>
                    <a:pt x="478155" y="182930"/>
                  </a:lnTo>
                  <a:lnTo>
                    <a:pt x="478155" y="165900"/>
                  </a:lnTo>
                  <a:close/>
                </a:path>
                <a:path w="506730" h="520700">
                  <a:moveTo>
                    <a:pt x="478155" y="25196"/>
                  </a:moveTo>
                  <a:lnTo>
                    <a:pt x="476173" y="15379"/>
                  </a:lnTo>
                  <a:lnTo>
                    <a:pt x="470776" y="7378"/>
                  </a:lnTo>
                  <a:lnTo>
                    <a:pt x="462775" y="1981"/>
                  </a:lnTo>
                  <a:lnTo>
                    <a:pt x="452983" y="0"/>
                  </a:lnTo>
                  <a:lnTo>
                    <a:pt x="253136" y="0"/>
                  </a:lnTo>
                  <a:lnTo>
                    <a:pt x="253136" y="48526"/>
                  </a:lnTo>
                  <a:lnTo>
                    <a:pt x="253136" y="64058"/>
                  </a:lnTo>
                  <a:lnTo>
                    <a:pt x="246849" y="70358"/>
                  </a:lnTo>
                  <a:lnTo>
                    <a:pt x="231305" y="70358"/>
                  </a:lnTo>
                  <a:lnTo>
                    <a:pt x="225005" y="64058"/>
                  </a:lnTo>
                  <a:lnTo>
                    <a:pt x="225005" y="48526"/>
                  </a:lnTo>
                  <a:lnTo>
                    <a:pt x="231305" y="42214"/>
                  </a:lnTo>
                  <a:lnTo>
                    <a:pt x="246849" y="42214"/>
                  </a:lnTo>
                  <a:lnTo>
                    <a:pt x="253136" y="48526"/>
                  </a:lnTo>
                  <a:lnTo>
                    <a:pt x="253136" y="0"/>
                  </a:lnTo>
                  <a:lnTo>
                    <a:pt x="182816" y="0"/>
                  </a:lnTo>
                  <a:lnTo>
                    <a:pt x="182816" y="48526"/>
                  </a:lnTo>
                  <a:lnTo>
                    <a:pt x="182816" y="64058"/>
                  </a:lnTo>
                  <a:lnTo>
                    <a:pt x="176530" y="70358"/>
                  </a:lnTo>
                  <a:lnTo>
                    <a:pt x="160985" y="70358"/>
                  </a:lnTo>
                  <a:lnTo>
                    <a:pt x="154698" y="64058"/>
                  </a:lnTo>
                  <a:lnTo>
                    <a:pt x="154698" y="48526"/>
                  </a:lnTo>
                  <a:lnTo>
                    <a:pt x="160985" y="42214"/>
                  </a:lnTo>
                  <a:lnTo>
                    <a:pt x="176530" y="42214"/>
                  </a:lnTo>
                  <a:lnTo>
                    <a:pt x="182816" y="48526"/>
                  </a:lnTo>
                  <a:lnTo>
                    <a:pt x="182816" y="0"/>
                  </a:lnTo>
                  <a:lnTo>
                    <a:pt x="112509" y="0"/>
                  </a:lnTo>
                  <a:lnTo>
                    <a:pt x="112509" y="48526"/>
                  </a:lnTo>
                  <a:lnTo>
                    <a:pt x="112509" y="64058"/>
                  </a:lnTo>
                  <a:lnTo>
                    <a:pt x="106210" y="70358"/>
                  </a:lnTo>
                  <a:lnTo>
                    <a:pt x="90665" y="70358"/>
                  </a:lnTo>
                  <a:lnTo>
                    <a:pt x="84378" y="64058"/>
                  </a:lnTo>
                  <a:lnTo>
                    <a:pt x="84378" y="48526"/>
                  </a:lnTo>
                  <a:lnTo>
                    <a:pt x="90665" y="42214"/>
                  </a:lnTo>
                  <a:lnTo>
                    <a:pt x="106210" y="42214"/>
                  </a:lnTo>
                  <a:lnTo>
                    <a:pt x="112509" y="48526"/>
                  </a:lnTo>
                  <a:lnTo>
                    <a:pt x="112509" y="0"/>
                  </a:lnTo>
                  <a:lnTo>
                    <a:pt x="53301" y="0"/>
                  </a:lnTo>
                  <a:lnTo>
                    <a:pt x="43497" y="1981"/>
                  </a:lnTo>
                  <a:lnTo>
                    <a:pt x="35496" y="7378"/>
                  </a:lnTo>
                  <a:lnTo>
                    <a:pt x="30099" y="15379"/>
                  </a:lnTo>
                  <a:lnTo>
                    <a:pt x="28130" y="25196"/>
                  </a:lnTo>
                  <a:lnTo>
                    <a:pt x="28130" y="87388"/>
                  </a:lnTo>
                  <a:lnTo>
                    <a:pt x="30099" y="97193"/>
                  </a:lnTo>
                  <a:lnTo>
                    <a:pt x="35496" y="105194"/>
                  </a:lnTo>
                  <a:lnTo>
                    <a:pt x="43497" y="110591"/>
                  </a:lnTo>
                  <a:lnTo>
                    <a:pt x="53301" y="112572"/>
                  </a:lnTo>
                  <a:lnTo>
                    <a:pt x="452983" y="112572"/>
                  </a:lnTo>
                  <a:lnTo>
                    <a:pt x="462775" y="110591"/>
                  </a:lnTo>
                  <a:lnTo>
                    <a:pt x="470776" y="105194"/>
                  </a:lnTo>
                  <a:lnTo>
                    <a:pt x="476173" y="97193"/>
                  </a:lnTo>
                  <a:lnTo>
                    <a:pt x="478155" y="87388"/>
                  </a:lnTo>
                  <a:lnTo>
                    <a:pt x="478155" y="70358"/>
                  </a:lnTo>
                  <a:lnTo>
                    <a:pt x="478155" y="42214"/>
                  </a:lnTo>
                  <a:lnTo>
                    <a:pt x="478155" y="25196"/>
                  </a:lnTo>
                  <a:close/>
                </a:path>
                <a:path w="506730" h="520700">
                  <a:moveTo>
                    <a:pt x="506285" y="478421"/>
                  </a:moveTo>
                  <a:lnTo>
                    <a:pt x="302361" y="478421"/>
                  </a:lnTo>
                  <a:lnTo>
                    <a:pt x="302361" y="520636"/>
                  </a:lnTo>
                  <a:lnTo>
                    <a:pt x="506285" y="520636"/>
                  </a:lnTo>
                  <a:lnTo>
                    <a:pt x="506285" y="47842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393060" y="3651630"/>
            <a:ext cx="8616950" cy="238760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263525">
              <a:lnSpc>
                <a:spcPct val="101400"/>
              </a:lnSpc>
              <a:spcBef>
                <a:spcPts val="65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degree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participating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particular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relation.</a:t>
            </a: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2100">
              <a:latin typeface="Calibri"/>
              <a:cs typeface="Calibri"/>
            </a:endParaRPr>
          </a:p>
          <a:p>
            <a:pPr marL="12700" marR="5080">
              <a:lnSpc>
                <a:spcPct val="101699"/>
              </a:lnSpc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example,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agents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described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“an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serve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customers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served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agent</a:t>
            </a:r>
            <a:r>
              <a:rPr sz="2100" spc="-10" dirty="0">
                <a:solidFill>
                  <a:srgbClr val="FFFFFF"/>
                </a:solidFill>
                <a:latin typeface="Calibri Light"/>
                <a:cs typeface="Calibri Light"/>
              </a:rPr>
              <a:t>".</a:t>
            </a:r>
            <a:endParaRPr sz="21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3207385">
              <a:lnSpc>
                <a:spcPct val="100000"/>
              </a:lnSpc>
              <a:spcBef>
                <a:spcPts val="105"/>
              </a:spcBef>
            </a:pPr>
            <a:r>
              <a:rPr sz="4400" spc="-65" dirty="0"/>
              <a:t>Types</a:t>
            </a:r>
            <a:r>
              <a:rPr sz="4400" spc="-150" dirty="0"/>
              <a:t> </a:t>
            </a:r>
            <a:r>
              <a:rPr sz="4400" dirty="0"/>
              <a:t>Of</a:t>
            </a:r>
            <a:r>
              <a:rPr sz="4400" spc="-125" dirty="0"/>
              <a:t> </a:t>
            </a:r>
            <a:r>
              <a:rPr sz="4400" spc="-40" dirty="0"/>
              <a:t>Relationships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38200" y="1825751"/>
            <a:ext cx="10515600" cy="1243965"/>
            <a:chOff x="838200" y="1825751"/>
            <a:chExt cx="10515600" cy="1243965"/>
          </a:xfrm>
        </p:grpSpPr>
        <p:sp>
          <p:nvSpPr>
            <p:cNvPr id="4" name="object 4"/>
            <p:cNvSpPr/>
            <p:nvPr/>
          </p:nvSpPr>
          <p:spPr>
            <a:xfrm>
              <a:off x="838200" y="1825751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3"/>
                  </a:lnTo>
                  <a:lnTo>
                    <a:pt x="0" y="1119251"/>
                  </a:lnTo>
                  <a:lnTo>
                    <a:pt x="9772" y="1167663"/>
                  </a:lnTo>
                  <a:lnTo>
                    <a:pt x="36423" y="1207182"/>
                  </a:lnTo>
                  <a:lnTo>
                    <a:pt x="75952" y="1233818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8"/>
                  </a:lnTo>
                  <a:lnTo>
                    <a:pt x="10479198" y="1207182"/>
                  </a:lnTo>
                  <a:lnTo>
                    <a:pt x="10505834" y="1167663"/>
                  </a:lnTo>
                  <a:lnTo>
                    <a:pt x="10515600" y="1119251"/>
                  </a:lnTo>
                  <a:lnTo>
                    <a:pt x="10515600" y="124333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0876" y="2209658"/>
              <a:ext cx="112507" cy="11256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0876" y="2575507"/>
              <a:ext cx="112507" cy="11256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83700" y="2209658"/>
              <a:ext cx="112507" cy="11256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53210" y="2347625"/>
              <a:ext cx="408305" cy="201295"/>
            </a:xfrm>
            <a:custGeom>
              <a:avLst/>
              <a:gdLst/>
              <a:ahLst/>
              <a:cxnLst/>
              <a:rect l="l" t="t" r="r" b="b"/>
              <a:pathLst>
                <a:path w="408305" h="201294">
                  <a:moveTo>
                    <a:pt x="407838" y="0"/>
                  </a:moveTo>
                  <a:lnTo>
                    <a:pt x="400947" y="1776"/>
                  </a:lnTo>
                  <a:lnTo>
                    <a:pt x="393862" y="2696"/>
                  </a:lnTo>
                  <a:lnTo>
                    <a:pt x="379711" y="2743"/>
                  </a:lnTo>
                  <a:lnTo>
                    <a:pt x="379711" y="87170"/>
                  </a:lnTo>
                  <a:lnTo>
                    <a:pt x="217982" y="87170"/>
                  </a:lnTo>
                  <a:lnTo>
                    <a:pt x="217982" y="1477"/>
                  </a:lnTo>
                  <a:lnTo>
                    <a:pt x="203919" y="2743"/>
                  </a:lnTo>
                  <a:lnTo>
                    <a:pt x="189855" y="1477"/>
                  </a:lnTo>
                  <a:lnTo>
                    <a:pt x="189855" y="87170"/>
                  </a:lnTo>
                  <a:lnTo>
                    <a:pt x="28126" y="87170"/>
                  </a:lnTo>
                  <a:lnTo>
                    <a:pt x="28126" y="2743"/>
                  </a:lnTo>
                  <a:lnTo>
                    <a:pt x="13975" y="2696"/>
                  </a:lnTo>
                  <a:lnTo>
                    <a:pt x="6891" y="1776"/>
                  </a:lnTo>
                  <a:lnTo>
                    <a:pt x="0" y="0"/>
                  </a:lnTo>
                  <a:lnTo>
                    <a:pt x="0" y="115312"/>
                  </a:lnTo>
                  <a:lnTo>
                    <a:pt x="189855" y="115312"/>
                  </a:lnTo>
                  <a:lnTo>
                    <a:pt x="189855" y="201006"/>
                  </a:lnTo>
                  <a:lnTo>
                    <a:pt x="203919" y="199739"/>
                  </a:lnTo>
                  <a:lnTo>
                    <a:pt x="217982" y="201006"/>
                  </a:lnTo>
                  <a:lnTo>
                    <a:pt x="217982" y="115312"/>
                  </a:lnTo>
                  <a:lnTo>
                    <a:pt x="407838" y="115312"/>
                  </a:lnTo>
                  <a:lnTo>
                    <a:pt x="407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8052" y="2209658"/>
              <a:ext cx="112507" cy="11256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838200" y="3380232"/>
            <a:ext cx="10515600" cy="1242060"/>
            <a:chOff x="838200" y="3380232"/>
            <a:chExt cx="10515600" cy="1242060"/>
          </a:xfrm>
        </p:grpSpPr>
        <p:sp>
          <p:nvSpPr>
            <p:cNvPr id="11" name="object 11"/>
            <p:cNvSpPr/>
            <p:nvPr/>
          </p:nvSpPr>
          <p:spPr>
            <a:xfrm>
              <a:off x="838200" y="3380232"/>
              <a:ext cx="10515600" cy="1242060"/>
            </a:xfrm>
            <a:custGeom>
              <a:avLst/>
              <a:gdLst/>
              <a:ahLst/>
              <a:cxnLst/>
              <a:rect l="l" t="t" r="r" b="b"/>
              <a:pathLst>
                <a:path w="10515600" h="1242060">
                  <a:moveTo>
                    <a:pt x="10391394" y="0"/>
                  </a:moveTo>
                  <a:lnTo>
                    <a:pt x="124206" y="0"/>
                  </a:lnTo>
                  <a:lnTo>
                    <a:pt x="75861" y="9763"/>
                  </a:lnTo>
                  <a:lnTo>
                    <a:pt x="36380" y="36385"/>
                  </a:lnTo>
                  <a:lnTo>
                    <a:pt x="9761" y="75866"/>
                  </a:lnTo>
                  <a:lnTo>
                    <a:pt x="0" y="124205"/>
                  </a:lnTo>
                  <a:lnTo>
                    <a:pt x="0" y="1117853"/>
                  </a:lnTo>
                  <a:lnTo>
                    <a:pt x="9761" y="1166193"/>
                  </a:lnTo>
                  <a:lnTo>
                    <a:pt x="36380" y="1205674"/>
                  </a:lnTo>
                  <a:lnTo>
                    <a:pt x="75861" y="1232296"/>
                  </a:lnTo>
                  <a:lnTo>
                    <a:pt x="124206" y="1242059"/>
                  </a:lnTo>
                  <a:lnTo>
                    <a:pt x="10391394" y="1242059"/>
                  </a:lnTo>
                  <a:lnTo>
                    <a:pt x="10439733" y="1232296"/>
                  </a:lnTo>
                  <a:lnTo>
                    <a:pt x="10479214" y="1205674"/>
                  </a:lnTo>
                  <a:lnTo>
                    <a:pt x="10505836" y="1166193"/>
                  </a:lnTo>
                  <a:lnTo>
                    <a:pt x="10515600" y="1117853"/>
                  </a:lnTo>
                  <a:lnTo>
                    <a:pt x="10515600" y="124205"/>
                  </a:lnTo>
                  <a:lnTo>
                    <a:pt x="10505836" y="75866"/>
                  </a:lnTo>
                  <a:lnTo>
                    <a:pt x="10479214" y="36385"/>
                  </a:lnTo>
                  <a:lnTo>
                    <a:pt x="10439733" y="9763"/>
                  </a:lnTo>
                  <a:lnTo>
                    <a:pt x="10391394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4623" y="4112590"/>
              <a:ext cx="407838" cy="13679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8881" y="3806709"/>
              <a:ext cx="83536" cy="837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55814" y="3734650"/>
              <a:ext cx="533400" cy="543560"/>
            </a:xfrm>
            <a:custGeom>
              <a:avLst/>
              <a:gdLst/>
              <a:ahLst/>
              <a:cxnLst/>
              <a:rect l="l" t="t" r="r" b="b"/>
              <a:pathLst>
                <a:path w="533400" h="543560">
                  <a:moveTo>
                    <a:pt x="365252" y="101968"/>
                  </a:moveTo>
                  <a:lnTo>
                    <a:pt x="361149" y="97802"/>
                  </a:lnTo>
                  <a:lnTo>
                    <a:pt x="357022" y="93713"/>
                  </a:lnTo>
                  <a:lnTo>
                    <a:pt x="350367" y="93713"/>
                  </a:lnTo>
                  <a:lnTo>
                    <a:pt x="255397" y="188899"/>
                  </a:lnTo>
                  <a:lnTo>
                    <a:pt x="248132" y="186842"/>
                  </a:lnTo>
                  <a:lnTo>
                    <a:pt x="240322" y="188836"/>
                  </a:lnTo>
                  <a:lnTo>
                    <a:pt x="234924" y="194119"/>
                  </a:lnTo>
                  <a:lnTo>
                    <a:pt x="207225" y="238620"/>
                  </a:lnTo>
                  <a:lnTo>
                    <a:pt x="198310" y="200647"/>
                  </a:lnTo>
                  <a:lnTo>
                    <a:pt x="160997" y="174510"/>
                  </a:lnTo>
                  <a:lnTo>
                    <a:pt x="123482" y="166725"/>
                  </a:lnTo>
                  <a:lnTo>
                    <a:pt x="106095" y="166700"/>
                  </a:lnTo>
                  <a:lnTo>
                    <a:pt x="88836" y="169316"/>
                  </a:lnTo>
                  <a:lnTo>
                    <a:pt x="46494" y="186893"/>
                  </a:lnTo>
                  <a:lnTo>
                    <a:pt x="0" y="335775"/>
                  </a:lnTo>
                  <a:lnTo>
                    <a:pt x="1663" y="344017"/>
                  </a:lnTo>
                  <a:lnTo>
                    <a:pt x="6184" y="350735"/>
                  </a:lnTo>
                  <a:lnTo>
                    <a:pt x="12890" y="355269"/>
                  </a:lnTo>
                  <a:lnTo>
                    <a:pt x="21094" y="356933"/>
                  </a:lnTo>
                  <a:lnTo>
                    <a:pt x="30429" y="356692"/>
                  </a:lnTo>
                  <a:lnTo>
                    <a:pt x="38506" y="350316"/>
                  </a:lnTo>
                  <a:lnTo>
                    <a:pt x="62865" y="250253"/>
                  </a:lnTo>
                  <a:lnTo>
                    <a:pt x="62865" y="542950"/>
                  </a:lnTo>
                  <a:lnTo>
                    <a:pt x="104419" y="542950"/>
                  </a:lnTo>
                  <a:lnTo>
                    <a:pt x="104419" y="354609"/>
                  </a:lnTo>
                  <a:lnTo>
                    <a:pt x="125514" y="354609"/>
                  </a:lnTo>
                  <a:lnTo>
                    <a:pt x="125514" y="542950"/>
                  </a:lnTo>
                  <a:lnTo>
                    <a:pt x="167005" y="542950"/>
                  </a:lnTo>
                  <a:lnTo>
                    <a:pt x="167005" y="248907"/>
                  </a:lnTo>
                  <a:lnTo>
                    <a:pt x="175272" y="284340"/>
                  </a:lnTo>
                  <a:lnTo>
                    <a:pt x="213652" y="298208"/>
                  </a:lnTo>
                  <a:lnTo>
                    <a:pt x="220218" y="295211"/>
                  </a:lnTo>
                  <a:lnTo>
                    <a:pt x="269532" y="214744"/>
                  </a:lnTo>
                  <a:lnTo>
                    <a:pt x="270548" y="209537"/>
                  </a:lnTo>
                  <a:lnTo>
                    <a:pt x="269671" y="204482"/>
                  </a:lnTo>
                  <a:lnTo>
                    <a:pt x="365226" y="108686"/>
                  </a:lnTo>
                  <a:lnTo>
                    <a:pt x="365252" y="101968"/>
                  </a:lnTo>
                  <a:close/>
                </a:path>
                <a:path w="533400" h="543560">
                  <a:moveTo>
                    <a:pt x="533361" y="28206"/>
                  </a:moveTo>
                  <a:lnTo>
                    <a:pt x="531139" y="17233"/>
                  </a:lnTo>
                  <a:lnTo>
                    <a:pt x="525119" y="8267"/>
                  </a:lnTo>
                  <a:lnTo>
                    <a:pt x="516178" y="2222"/>
                  </a:lnTo>
                  <a:lnTo>
                    <a:pt x="505231" y="0"/>
                  </a:lnTo>
                  <a:lnTo>
                    <a:pt x="160680" y="0"/>
                  </a:lnTo>
                  <a:lnTo>
                    <a:pt x="149733" y="2222"/>
                  </a:lnTo>
                  <a:lnTo>
                    <a:pt x="140792" y="8267"/>
                  </a:lnTo>
                  <a:lnTo>
                    <a:pt x="134759" y="17233"/>
                  </a:lnTo>
                  <a:lnTo>
                    <a:pt x="132549" y="28206"/>
                  </a:lnTo>
                  <a:lnTo>
                    <a:pt x="132549" y="53594"/>
                  </a:lnTo>
                  <a:lnTo>
                    <a:pt x="140411" y="56324"/>
                  </a:lnTo>
                  <a:lnTo>
                    <a:pt x="147777" y="60096"/>
                  </a:lnTo>
                  <a:lnTo>
                    <a:pt x="154571" y="64846"/>
                  </a:lnTo>
                  <a:lnTo>
                    <a:pt x="160680" y="70510"/>
                  </a:lnTo>
                  <a:lnTo>
                    <a:pt x="160680" y="28206"/>
                  </a:lnTo>
                  <a:lnTo>
                    <a:pt x="505231" y="28206"/>
                  </a:lnTo>
                  <a:lnTo>
                    <a:pt x="505231" y="260896"/>
                  </a:lnTo>
                  <a:lnTo>
                    <a:pt x="265239" y="260896"/>
                  </a:lnTo>
                  <a:lnTo>
                    <a:pt x="248081" y="289102"/>
                  </a:lnTo>
                  <a:lnTo>
                    <a:pt x="505231" y="289102"/>
                  </a:lnTo>
                  <a:lnTo>
                    <a:pt x="516178" y="286880"/>
                  </a:lnTo>
                  <a:lnTo>
                    <a:pt x="525119" y="280835"/>
                  </a:lnTo>
                  <a:lnTo>
                    <a:pt x="531139" y="271868"/>
                  </a:lnTo>
                  <a:lnTo>
                    <a:pt x="533361" y="260896"/>
                  </a:lnTo>
                  <a:lnTo>
                    <a:pt x="533361" y="282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838200" y="4933188"/>
            <a:ext cx="10515600" cy="1243965"/>
            <a:chOff x="838200" y="4933188"/>
            <a:chExt cx="10515600" cy="1243965"/>
          </a:xfrm>
        </p:grpSpPr>
        <p:sp>
          <p:nvSpPr>
            <p:cNvPr id="16" name="object 16"/>
            <p:cNvSpPr/>
            <p:nvPr/>
          </p:nvSpPr>
          <p:spPr>
            <a:xfrm>
              <a:off x="838200" y="4933188"/>
              <a:ext cx="10515600" cy="1243965"/>
            </a:xfrm>
            <a:custGeom>
              <a:avLst/>
              <a:gdLst/>
              <a:ahLst/>
              <a:cxnLst/>
              <a:rect l="l" t="t" r="r" b="b"/>
              <a:pathLst>
                <a:path w="10515600" h="1243964">
                  <a:moveTo>
                    <a:pt x="10391267" y="0"/>
                  </a:moveTo>
                  <a:lnTo>
                    <a:pt x="124358" y="0"/>
                  </a:lnTo>
                  <a:lnTo>
                    <a:pt x="75952" y="9765"/>
                  </a:lnTo>
                  <a:lnTo>
                    <a:pt x="36423" y="36401"/>
                  </a:lnTo>
                  <a:lnTo>
                    <a:pt x="9772" y="75920"/>
                  </a:lnTo>
                  <a:lnTo>
                    <a:pt x="0" y="124332"/>
                  </a:lnTo>
                  <a:lnTo>
                    <a:pt x="0" y="1119225"/>
                  </a:lnTo>
                  <a:lnTo>
                    <a:pt x="9772" y="1167631"/>
                  </a:lnTo>
                  <a:lnTo>
                    <a:pt x="36423" y="1207160"/>
                  </a:lnTo>
                  <a:lnTo>
                    <a:pt x="75952" y="1233811"/>
                  </a:lnTo>
                  <a:lnTo>
                    <a:pt x="124358" y="1243584"/>
                  </a:lnTo>
                  <a:lnTo>
                    <a:pt x="10391267" y="1243584"/>
                  </a:lnTo>
                  <a:lnTo>
                    <a:pt x="10439679" y="1233811"/>
                  </a:lnTo>
                  <a:lnTo>
                    <a:pt x="10479198" y="1207160"/>
                  </a:lnTo>
                  <a:lnTo>
                    <a:pt x="10505834" y="1167631"/>
                  </a:lnTo>
                  <a:lnTo>
                    <a:pt x="10515600" y="1119225"/>
                  </a:lnTo>
                  <a:lnTo>
                    <a:pt x="10515600" y="124332"/>
                  </a:lnTo>
                  <a:lnTo>
                    <a:pt x="10505834" y="75920"/>
                  </a:lnTo>
                  <a:lnTo>
                    <a:pt x="10479198" y="36401"/>
                  </a:lnTo>
                  <a:lnTo>
                    <a:pt x="10439679" y="9765"/>
                  </a:lnTo>
                  <a:lnTo>
                    <a:pt x="10391267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57579" y="5276991"/>
              <a:ext cx="599440" cy="559435"/>
            </a:xfrm>
            <a:custGeom>
              <a:avLst/>
              <a:gdLst/>
              <a:ahLst/>
              <a:cxnLst/>
              <a:rect l="l" t="t" r="r" b="b"/>
              <a:pathLst>
                <a:path w="599439" h="559435">
                  <a:moveTo>
                    <a:pt x="351584" y="0"/>
                  </a:moveTo>
                  <a:lnTo>
                    <a:pt x="50628" y="105533"/>
                  </a:lnTo>
                  <a:lnTo>
                    <a:pt x="25050" y="141150"/>
                  </a:lnTo>
                  <a:lnTo>
                    <a:pt x="21095" y="189960"/>
                  </a:lnTo>
                  <a:lnTo>
                    <a:pt x="21320" y="196995"/>
                  </a:lnTo>
                  <a:lnTo>
                    <a:pt x="21347" y="197864"/>
                  </a:lnTo>
                  <a:lnTo>
                    <a:pt x="22061" y="205702"/>
                  </a:lnTo>
                  <a:lnTo>
                    <a:pt x="23171" y="213408"/>
                  </a:lnTo>
                  <a:lnTo>
                    <a:pt x="24610" y="220916"/>
                  </a:lnTo>
                  <a:lnTo>
                    <a:pt x="10679" y="235944"/>
                  </a:lnTo>
                  <a:lnTo>
                    <a:pt x="3340" y="256182"/>
                  </a:lnTo>
                  <a:lnTo>
                    <a:pt x="483" y="279190"/>
                  </a:lnTo>
                  <a:lnTo>
                    <a:pt x="0" y="302529"/>
                  </a:lnTo>
                  <a:lnTo>
                    <a:pt x="1120" y="320502"/>
                  </a:lnTo>
                  <a:lnTo>
                    <a:pt x="4746" y="337091"/>
                  </a:lnTo>
                  <a:lnTo>
                    <a:pt x="11272" y="351701"/>
                  </a:lnTo>
                  <a:lnTo>
                    <a:pt x="21095" y="363738"/>
                  </a:lnTo>
                  <a:lnTo>
                    <a:pt x="19392" y="373236"/>
                  </a:lnTo>
                  <a:lnTo>
                    <a:pt x="19147" y="381327"/>
                  </a:lnTo>
                  <a:lnTo>
                    <a:pt x="19073" y="383789"/>
                  </a:lnTo>
                  <a:lnTo>
                    <a:pt x="19414" y="395398"/>
                  </a:lnTo>
                  <a:lnTo>
                    <a:pt x="19459" y="397509"/>
                  </a:lnTo>
                  <a:lnTo>
                    <a:pt x="19566" y="402434"/>
                  </a:lnTo>
                  <a:lnTo>
                    <a:pt x="19688" y="408062"/>
                  </a:lnTo>
                  <a:lnTo>
                    <a:pt x="27423" y="451419"/>
                  </a:lnTo>
                  <a:lnTo>
                    <a:pt x="56253" y="478418"/>
                  </a:lnTo>
                  <a:lnTo>
                    <a:pt x="251734" y="559327"/>
                  </a:lnTo>
                  <a:lnTo>
                    <a:pt x="361966" y="513596"/>
                  </a:lnTo>
                  <a:lnTo>
                    <a:pt x="253140" y="513596"/>
                  </a:lnTo>
                  <a:lnTo>
                    <a:pt x="56956" y="436204"/>
                  </a:lnTo>
                  <a:lnTo>
                    <a:pt x="56956" y="381327"/>
                  </a:lnTo>
                  <a:lnTo>
                    <a:pt x="165922" y="381327"/>
                  </a:lnTo>
                  <a:lnTo>
                    <a:pt x="37971" y="330671"/>
                  </a:lnTo>
                  <a:lnTo>
                    <a:pt x="37971" y="267351"/>
                  </a:lnTo>
                  <a:lnTo>
                    <a:pt x="183463" y="267351"/>
                  </a:lnTo>
                  <a:lnTo>
                    <a:pt x="59066" y="218102"/>
                  </a:lnTo>
                  <a:lnTo>
                    <a:pt x="59066" y="154782"/>
                  </a:lnTo>
                  <a:lnTo>
                    <a:pt x="444494" y="154782"/>
                  </a:lnTo>
                  <a:lnTo>
                    <a:pt x="535111" y="118197"/>
                  </a:lnTo>
                  <a:lnTo>
                    <a:pt x="562535" y="118197"/>
                  </a:lnTo>
                  <a:lnTo>
                    <a:pt x="562535" y="106940"/>
                  </a:lnTo>
                  <a:lnTo>
                    <a:pt x="599100" y="91462"/>
                  </a:lnTo>
                  <a:lnTo>
                    <a:pt x="351584" y="0"/>
                  </a:lnTo>
                  <a:close/>
                </a:path>
                <a:path w="599439" h="559435">
                  <a:moveTo>
                    <a:pt x="561129" y="333485"/>
                  </a:moveTo>
                  <a:lnTo>
                    <a:pt x="534408" y="333485"/>
                  </a:lnTo>
                  <a:lnTo>
                    <a:pt x="533728" y="395398"/>
                  </a:lnTo>
                  <a:lnTo>
                    <a:pt x="533705" y="397509"/>
                  </a:lnTo>
                  <a:lnTo>
                    <a:pt x="253140" y="513596"/>
                  </a:lnTo>
                  <a:lnTo>
                    <a:pt x="361966" y="513596"/>
                  </a:lnTo>
                  <a:lnTo>
                    <a:pt x="597694" y="415801"/>
                  </a:lnTo>
                  <a:lnTo>
                    <a:pt x="561129" y="402434"/>
                  </a:lnTo>
                  <a:lnTo>
                    <a:pt x="561129" y="333485"/>
                  </a:lnTo>
                  <a:close/>
                </a:path>
                <a:path w="599439" h="559435">
                  <a:moveTo>
                    <a:pt x="165922" y="381327"/>
                  </a:moveTo>
                  <a:lnTo>
                    <a:pt x="56956" y="381327"/>
                  </a:lnTo>
                  <a:lnTo>
                    <a:pt x="232045" y="453090"/>
                  </a:lnTo>
                  <a:lnTo>
                    <a:pt x="345876" y="408062"/>
                  </a:lnTo>
                  <a:lnTo>
                    <a:pt x="233452" y="408062"/>
                  </a:lnTo>
                  <a:lnTo>
                    <a:pt x="165922" y="381327"/>
                  </a:lnTo>
                  <a:close/>
                </a:path>
                <a:path w="599439" h="559435">
                  <a:moveTo>
                    <a:pt x="541440" y="232173"/>
                  </a:moveTo>
                  <a:lnTo>
                    <a:pt x="514720" y="232173"/>
                  </a:lnTo>
                  <a:lnTo>
                    <a:pt x="514720" y="291975"/>
                  </a:lnTo>
                  <a:lnTo>
                    <a:pt x="514016" y="291975"/>
                  </a:lnTo>
                  <a:lnTo>
                    <a:pt x="233452" y="408062"/>
                  </a:lnTo>
                  <a:lnTo>
                    <a:pt x="345876" y="408062"/>
                  </a:lnTo>
                  <a:lnTo>
                    <a:pt x="534408" y="333485"/>
                  </a:lnTo>
                  <a:lnTo>
                    <a:pt x="561129" y="333485"/>
                  </a:lnTo>
                  <a:lnTo>
                    <a:pt x="561129" y="325043"/>
                  </a:lnTo>
                  <a:lnTo>
                    <a:pt x="597694" y="309564"/>
                  </a:lnTo>
                  <a:lnTo>
                    <a:pt x="541440" y="288458"/>
                  </a:lnTo>
                  <a:lnTo>
                    <a:pt x="541440" y="232173"/>
                  </a:lnTo>
                  <a:close/>
                </a:path>
                <a:path w="599439" h="559435">
                  <a:moveTo>
                    <a:pt x="183463" y="267351"/>
                  </a:moveTo>
                  <a:lnTo>
                    <a:pt x="37971" y="267351"/>
                  </a:lnTo>
                  <a:lnTo>
                    <a:pt x="239077" y="347556"/>
                  </a:lnTo>
                  <a:lnTo>
                    <a:pt x="363452" y="295493"/>
                  </a:lnTo>
                  <a:lnTo>
                    <a:pt x="254547" y="295493"/>
                  </a:lnTo>
                  <a:lnTo>
                    <a:pt x="183463" y="267351"/>
                  </a:lnTo>
                  <a:close/>
                </a:path>
                <a:path w="599439" h="559435">
                  <a:moveTo>
                    <a:pt x="562535" y="118197"/>
                  </a:moveTo>
                  <a:lnTo>
                    <a:pt x="535111" y="118197"/>
                  </a:lnTo>
                  <a:lnTo>
                    <a:pt x="535111" y="178703"/>
                  </a:lnTo>
                  <a:lnTo>
                    <a:pt x="254547" y="295493"/>
                  </a:lnTo>
                  <a:lnTo>
                    <a:pt x="363452" y="295493"/>
                  </a:lnTo>
                  <a:lnTo>
                    <a:pt x="514720" y="232173"/>
                  </a:lnTo>
                  <a:lnTo>
                    <a:pt x="541440" y="232173"/>
                  </a:lnTo>
                  <a:lnTo>
                    <a:pt x="541440" y="220916"/>
                  </a:lnTo>
                  <a:lnTo>
                    <a:pt x="599100" y="196995"/>
                  </a:lnTo>
                  <a:lnTo>
                    <a:pt x="562535" y="183628"/>
                  </a:lnTo>
                  <a:lnTo>
                    <a:pt x="562535" y="118197"/>
                  </a:lnTo>
                  <a:close/>
                </a:path>
                <a:path w="599439" h="559435">
                  <a:moveTo>
                    <a:pt x="444494" y="154782"/>
                  </a:moveTo>
                  <a:lnTo>
                    <a:pt x="59066" y="154782"/>
                  </a:lnTo>
                  <a:lnTo>
                    <a:pt x="254547" y="231470"/>
                  </a:lnTo>
                  <a:lnTo>
                    <a:pt x="444494" y="1547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93060" y="2048002"/>
            <a:ext cx="8648065" cy="3872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associated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entity.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manager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400">
              <a:latin typeface="Calibri"/>
              <a:cs typeface="Calibri"/>
            </a:endParaRPr>
          </a:p>
          <a:p>
            <a:pPr marL="12700" marR="43180">
              <a:lnSpc>
                <a:spcPct val="102099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associated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entities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entity.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teacher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teach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2400">
              <a:latin typeface="Calibri"/>
              <a:cs typeface="Calibri"/>
            </a:endParaRPr>
          </a:p>
          <a:p>
            <a:pPr marL="12700" marR="670560">
              <a:lnSpc>
                <a:spcPct val="102099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associated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number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entities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entity.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Books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library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issued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students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See the source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255378"/>
            <a:ext cx="10791726" cy="617285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407162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Business</a:t>
            </a:r>
            <a:r>
              <a:rPr sz="4400" spc="-204" dirty="0"/>
              <a:t> </a:t>
            </a:r>
            <a:r>
              <a:rPr sz="4400" spc="-20" dirty="0"/>
              <a:t>Rules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687323" y="1834895"/>
            <a:ext cx="11049000" cy="920750"/>
            <a:chOff x="687323" y="1834895"/>
            <a:chExt cx="11049000" cy="920750"/>
          </a:xfrm>
        </p:grpSpPr>
        <p:sp>
          <p:nvSpPr>
            <p:cNvPr id="4" name="object 4"/>
            <p:cNvSpPr/>
            <p:nvPr/>
          </p:nvSpPr>
          <p:spPr>
            <a:xfrm>
              <a:off x="687323" y="1834895"/>
              <a:ext cx="11049000" cy="920750"/>
            </a:xfrm>
            <a:custGeom>
              <a:avLst/>
              <a:gdLst/>
              <a:ahLst/>
              <a:cxnLst/>
              <a:rect l="l" t="t" r="r" b="b"/>
              <a:pathLst>
                <a:path w="11049000" h="920750">
                  <a:moveTo>
                    <a:pt x="10956925" y="0"/>
                  </a:moveTo>
                  <a:lnTo>
                    <a:pt x="92049" y="0"/>
                  </a:lnTo>
                  <a:lnTo>
                    <a:pt x="56219" y="7242"/>
                  </a:lnTo>
                  <a:lnTo>
                    <a:pt x="26960" y="26987"/>
                  </a:lnTo>
                  <a:lnTo>
                    <a:pt x="7233" y="56257"/>
                  </a:lnTo>
                  <a:lnTo>
                    <a:pt x="0" y="92075"/>
                  </a:lnTo>
                  <a:lnTo>
                    <a:pt x="0" y="828420"/>
                  </a:lnTo>
                  <a:lnTo>
                    <a:pt x="7233" y="864238"/>
                  </a:lnTo>
                  <a:lnTo>
                    <a:pt x="26960" y="893508"/>
                  </a:lnTo>
                  <a:lnTo>
                    <a:pt x="56219" y="913253"/>
                  </a:lnTo>
                  <a:lnTo>
                    <a:pt x="92049" y="920495"/>
                  </a:lnTo>
                  <a:lnTo>
                    <a:pt x="10956925" y="920495"/>
                  </a:lnTo>
                  <a:lnTo>
                    <a:pt x="10992742" y="913253"/>
                  </a:lnTo>
                  <a:lnTo>
                    <a:pt x="11022012" y="893508"/>
                  </a:lnTo>
                  <a:lnTo>
                    <a:pt x="11041757" y="864238"/>
                  </a:lnTo>
                  <a:lnTo>
                    <a:pt x="11049000" y="828420"/>
                  </a:lnTo>
                  <a:lnTo>
                    <a:pt x="11049000" y="92075"/>
                  </a:lnTo>
                  <a:lnTo>
                    <a:pt x="11041757" y="56257"/>
                  </a:lnTo>
                  <a:lnTo>
                    <a:pt x="11022012" y="26987"/>
                  </a:lnTo>
                  <a:lnTo>
                    <a:pt x="10992742" y="7242"/>
                  </a:lnTo>
                  <a:lnTo>
                    <a:pt x="1095692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20648" y="2103221"/>
              <a:ext cx="397510" cy="391160"/>
            </a:xfrm>
            <a:custGeom>
              <a:avLst/>
              <a:gdLst/>
              <a:ahLst/>
              <a:cxnLst/>
              <a:rect l="l" t="t" r="r" b="b"/>
              <a:pathLst>
                <a:path w="397509" h="391160">
                  <a:moveTo>
                    <a:pt x="171437" y="164757"/>
                  </a:moveTo>
                  <a:lnTo>
                    <a:pt x="156806" y="150164"/>
                  </a:lnTo>
                  <a:lnTo>
                    <a:pt x="122313" y="184569"/>
                  </a:lnTo>
                  <a:lnTo>
                    <a:pt x="108724" y="171018"/>
                  </a:lnTo>
                  <a:lnTo>
                    <a:pt x="94081" y="185610"/>
                  </a:lnTo>
                  <a:lnTo>
                    <a:pt x="122313" y="213766"/>
                  </a:lnTo>
                  <a:lnTo>
                    <a:pt x="171437" y="164757"/>
                  </a:lnTo>
                  <a:close/>
                </a:path>
                <a:path w="397509" h="391160">
                  <a:moveTo>
                    <a:pt x="171437" y="96977"/>
                  </a:moveTo>
                  <a:lnTo>
                    <a:pt x="156806" y="82384"/>
                  </a:lnTo>
                  <a:lnTo>
                    <a:pt x="122313" y="116789"/>
                  </a:lnTo>
                  <a:lnTo>
                    <a:pt x="108724" y="103238"/>
                  </a:lnTo>
                  <a:lnTo>
                    <a:pt x="94081" y="117830"/>
                  </a:lnTo>
                  <a:lnTo>
                    <a:pt x="122313" y="145986"/>
                  </a:lnTo>
                  <a:lnTo>
                    <a:pt x="171437" y="96977"/>
                  </a:lnTo>
                  <a:close/>
                </a:path>
                <a:path w="397509" h="391160">
                  <a:moveTo>
                    <a:pt x="292696" y="172059"/>
                  </a:moveTo>
                  <a:lnTo>
                    <a:pt x="203847" y="172059"/>
                  </a:lnTo>
                  <a:lnTo>
                    <a:pt x="203847" y="192913"/>
                  </a:lnTo>
                  <a:lnTo>
                    <a:pt x="292696" y="192913"/>
                  </a:lnTo>
                  <a:lnTo>
                    <a:pt x="292696" y="172059"/>
                  </a:lnTo>
                  <a:close/>
                </a:path>
                <a:path w="397509" h="391160">
                  <a:moveTo>
                    <a:pt x="292696" y="104279"/>
                  </a:moveTo>
                  <a:lnTo>
                    <a:pt x="203847" y="104279"/>
                  </a:lnTo>
                  <a:lnTo>
                    <a:pt x="203847" y="125133"/>
                  </a:lnTo>
                  <a:lnTo>
                    <a:pt x="292696" y="125133"/>
                  </a:lnTo>
                  <a:lnTo>
                    <a:pt x="292696" y="104279"/>
                  </a:lnTo>
                  <a:close/>
                </a:path>
                <a:path w="397509" h="391160">
                  <a:moveTo>
                    <a:pt x="397230" y="25527"/>
                  </a:moveTo>
                  <a:lnTo>
                    <a:pt x="392569" y="20853"/>
                  </a:lnTo>
                  <a:lnTo>
                    <a:pt x="344970" y="20853"/>
                  </a:lnTo>
                  <a:lnTo>
                    <a:pt x="344970" y="57353"/>
                  </a:lnTo>
                  <a:lnTo>
                    <a:pt x="344970" y="245046"/>
                  </a:lnTo>
                  <a:lnTo>
                    <a:pt x="52273" y="245046"/>
                  </a:lnTo>
                  <a:lnTo>
                    <a:pt x="52273" y="57353"/>
                  </a:lnTo>
                  <a:lnTo>
                    <a:pt x="344970" y="57353"/>
                  </a:lnTo>
                  <a:lnTo>
                    <a:pt x="344970" y="20853"/>
                  </a:lnTo>
                  <a:lnTo>
                    <a:pt x="209067" y="20853"/>
                  </a:lnTo>
                  <a:lnTo>
                    <a:pt x="209067" y="4648"/>
                  </a:lnTo>
                  <a:lnTo>
                    <a:pt x="204393" y="0"/>
                  </a:lnTo>
                  <a:lnTo>
                    <a:pt x="192849" y="0"/>
                  </a:lnTo>
                  <a:lnTo>
                    <a:pt x="188163" y="4648"/>
                  </a:lnTo>
                  <a:lnTo>
                    <a:pt x="188163" y="20853"/>
                  </a:lnTo>
                  <a:lnTo>
                    <a:pt x="4686" y="20853"/>
                  </a:lnTo>
                  <a:lnTo>
                    <a:pt x="0" y="25527"/>
                  </a:lnTo>
                  <a:lnTo>
                    <a:pt x="0" y="37045"/>
                  </a:lnTo>
                  <a:lnTo>
                    <a:pt x="4686" y="41706"/>
                  </a:lnTo>
                  <a:lnTo>
                    <a:pt x="20916" y="41706"/>
                  </a:lnTo>
                  <a:lnTo>
                    <a:pt x="20916" y="255473"/>
                  </a:lnTo>
                  <a:lnTo>
                    <a:pt x="4686" y="255473"/>
                  </a:lnTo>
                  <a:lnTo>
                    <a:pt x="0" y="260146"/>
                  </a:lnTo>
                  <a:lnTo>
                    <a:pt x="0" y="271665"/>
                  </a:lnTo>
                  <a:lnTo>
                    <a:pt x="4686" y="276339"/>
                  </a:lnTo>
                  <a:lnTo>
                    <a:pt x="170078" y="276339"/>
                  </a:lnTo>
                  <a:lnTo>
                    <a:pt x="89585" y="356628"/>
                  </a:lnTo>
                  <a:lnTo>
                    <a:pt x="85509" y="360743"/>
                  </a:lnTo>
                  <a:lnTo>
                    <a:pt x="85534" y="367385"/>
                  </a:lnTo>
                  <a:lnTo>
                    <a:pt x="93802" y="375539"/>
                  </a:lnTo>
                  <a:lnTo>
                    <a:pt x="100418" y="375539"/>
                  </a:lnTo>
                  <a:lnTo>
                    <a:pt x="104533" y="371386"/>
                  </a:lnTo>
                  <a:lnTo>
                    <a:pt x="188163" y="287959"/>
                  </a:lnTo>
                  <a:lnTo>
                    <a:pt x="188163" y="386372"/>
                  </a:lnTo>
                  <a:lnTo>
                    <a:pt x="192849" y="391033"/>
                  </a:lnTo>
                  <a:lnTo>
                    <a:pt x="204393" y="391033"/>
                  </a:lnTo>
                  <a:lnTo>
                    <a:pt x="209067" y="386372"/>
                  </a:lnTo>
                  <a:lnTo>
                    <a:pt x="209067" y="287959"/>
                  </a:lnTo>
                  <a:lnTo>
                    <a:pt x="209067" y="287807"/>
                  </a:lnTo>
                  <a:lnTo>
                    <a:pt x="296786" y="375297"/>
                  </a:lnTo>
                  <a:lnTo>
                    <a:pt x="303403" y="375297"/>
                  </a:lnTo>
                  <a:lnTo>
                    <a:pt x="311581" y="367144"/>
                  </a:lnTo>
                  <a:lnTo>
                    <a:pt x="311581" y="360540"/>
                  </a:lnTo>
                  <a:lnTo>
                    <a:pt x="238658" y="287807"/>
                  </a:lnTo>
                  <a:lnTo>
                    <a:pt x="227152" y="276339"/>
                  </a:lnTo>
                  <a:lnTo>
                    <a:pt x="392569" y="276339"/>
                  </a:lnTo>
                  <a:lnTo>
                    <a:pt x="397230" y="271665"/>
                  </a:lnTo>
                  <a:lnTo>
                    <a:pt x="397230" y="260146"/>
                  </a:lnTo>
                  <a:lnTo>
                    <a:pt x="392569" y="255473"/>
                  </a:lnTo>
                  <a:lnTo>
                    <a:pt x="376326" y="255473"/>
                  </a:lnTo>
                  <a:lnTo>
                    <a:pt x="376326" y="245046"/>
                  </a:lnTo>
                  <a:lnTo>
                    <a:pt x="376326" y="57353"/>
                  </a:lnTo>
                  <a:lnTo>
                    <a:pt x="376326" y="41706"/>
                  </a:lnTo>
                  <a:lnTo>
                    <a:pt x="392569" y="41706"/>
                  </a:lnTo>
                  <a:lnTo>
                    <a:pt x="397230" y="37045"/>
                  </a:lnTo>
                  <a:lnTo>
                    <a:pt x="397230" y="255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87323" y="3058667"/>
            <a:ext cx="11049000" cy="920750"/>
            <a:chOff x="687323" y="3058667"/>
            <a:chExt cx="11049000" cy="920750"/>
          </a:xfrm>
        </p:grpSpPr>
        <p:sp>
          <p:nvSpPr>
            <p:cNvPr id="7" name="object 7"/>
            <p:cNvSpPr/>
            <p:nvPr/>
          </p:nvSpPr>
          <p:spPr>
            <a:xfrm>
              <a:off x="687323" y="3058667"/>
              <a:ext cx="11049000" cy="920750"/>
            </a:xfrm>
            <a:custGeom>
              <a:avLst/>
              <a:gdLst/>
              <a:ahLst/>
              <a:cxnLst/>
              <a:rect l="l" t="t" r="r" b="b"/>
              <a:pathLst>
                <a:path w="11049000" h="920750">
                  <a:moveTo>
                    <a:pt x="10956925" y="0"/>
                  </a:moveTo>
                  <a:lnTo>
                    <a:pt x="92049" y="0"/>
                  </a:lnTo>
                  <a:lnTo>
                    <a:pt x="56219" y="7242"/>
                  </a:lnTo>
                  <a:lnTo>
                    <a:pt x="26960" y="26987"/>
                  </a:lnTo>
                  <a:lnTo>
                    <a:pt x="7233" y="56257"/>
                  </a:lnTo>
                  <a:lnTo>
                    <a:pt x="0" y="92075"/>
                  </a:lnTo>
                  <a:lnTo>
                    <a:pt x="0" y="828421"/>
                  </a:lnTo>
                  <a:lnTo>
                    <a:pt x="7233" y="864238"/>
                  </a:lnTo>
                  <a:lnTo>
                    <a:pt x="26960" y="893508"/>
                  </a:lnTo>
                  <a:lnTo>
                    <a:pt x="56219" y="913253"/>
                  </a:lnTo>
                  <a:lnTo>
                    <a:pt x="92049" y="920496"/>
                  </a:lnTo>
                  <a:lnTo>
                    <a:pt x="10956925" y="920496"/>
                  </a:lnTo>
                  <a:lnTo>
                    <a:pt x="10992742" y="913253"/>
                  </a:lnTo>
                  <a:lnTo>
                    <a:pt x="11022012" y="893508"/>
                  </a:lnTo>
                  <a:lnTo>
                    <a:pt x="11041757" y="864238"/>
                  </a:lnTo>
                  <a:lnTo>
                    <a:pt x="11049000" y="828421"/>
                  </a:lnTo>
                  <a:lnTo>
                    <a:pt x="11049000" y="92075"/>
                  </a:lnTo>
                  <a:lnTo>
                    <a:pt x="11041757" y="56257"/>
                  </a:lnTo>
                  <a:lnTo>
                    <a:pt x="11022012" y="26987"/>
                  </a:lnTo>
                  <a:lnTo>
                    <a:pt x="10992742" y="7242"/>
                  </a:lnTo>
                  <a:lnTo>
                    <a:pt x="10956925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10196" y="3341344"/>
              <a:ext cx="418465" cy="355600"/>
            </a:xfrm>
            <a:custGeom>
              <a:avLst/>
              <a:gdLst/>
              <a:ahLst/>
              <a:cxnLst/>
              <a:rect l="l" t="t" r="r" b="b"/>
              <a:pathLst>
                <a:path w="418465" h="355600">
                  <a:moveTo>
                    <a:pt x="104533" y="282397"/>
                  </a:moveTo>
                  <a:lnTo>
                    <a:pt x="0" y="282397"/>
                  </a:lnTo>
                  <a:lnTo>
                    <a:pt x="0" y="355600"/>
                  </a:lnTo>
                  <a:lnTo>
                    <a:pt x="104533" y="355600"/>
                  </a:lnTo>
                  <a:lnTo>
                    <a:pt x="104533" y="282397"/>
                  </a:lnTo>
                  <a:close/>
                </a:path>
                <a:path w="418465" h="355600">
                  <a:moveTo>
                    <a:pt x="261340" y="282397"/>
                  </a:moveTo>
                  <a:lnTo>
                    <a:pt x="156806" y="282397"/>
                  </a:lnTo>
                  <a:lnTo>
                    <a:pt x="156806" y="355600"/>
                  </a:lnTo>
                  <a:lnTo>
                    <a:pt x="261340" y="355600"/>
                  </a:lnTo>
                  <a:lnTo>
                    <a:pt x="261340" y="282397"/>
                  </a:lnTo>
                  <a:close/>
                </a:path>
                <a:path w="418465" h="355600">
                  <a:moveTo>
                    <a:pt x="261340" y="0"/>
                  </a:moveTo>
                  <a:lnTo>
                    <a:pt x="156806" y="0"/>
                  </a:lnTo>
                  <a:lnTo>
                    <a:pt x="156806" y="73215"/>
                  </a:lnTo>
                  <a:lnTo>
                    <a:pt x="261340" y="73215"/>
                  </a:lnTo>
                  <a:lnTo>
                    <a:pt x="261340" y="0"/>
                  </a:lnTo>
                  <a:close/>
                </a:path>
                <a:path w="418465" h="355600">
                  <a:moveTo>
                    <a:pt x="376326" y="167601"/>
                  </a:moveTo>
                  <a:lnTo>
                    <a:pt x="219519" y="167601"/>
                  </a:lnTo>
                  <a:lnTo>
                    <a:pt x="219519" y="93916"/>
                  </a:lnTo>
                  <a:lnTo>
                    <a:pt x="198615" y="93916"/>
                  </a:lnTo>
                  <a:lnTo>
                    <a:pt x="198615" y="167601"/>
                  </a:lnTo>
                  <a:lnTo>
                    <a:pt x="41821" y="167601"/>
                  </a:lnTo>
                  <a:lnTo>
                    <a:pt x="41821" y="187921"/>
                  </a:lnTo>
                  <a:lnTo>
                    <a:pt x="41821" y="261607"/>
                  </a:lnTo>
                  <a:lnTo>
                    <a:pt x="62725" y="261607"/>
                  </a:lnTo>
                  <a:lnTo>
                    <a:pt x="62725" y="187921"/>
                  </a:lnTo>
                  <a:lnTo>
                    <a:pt x="198615" y="187921"/>
                  </a:lnTo>
                  <a:lnTo>
                    <a:pt x="198615" y="261607"/>
                  </a:lnTo>
                  <a:lnTo>
                    <a:pt x="219519" y="261607"/>
                  </a:lnTo>
                  <a:lnTo>
                    <a:pt x="219519" y="187921"/>
                  </a:lnTo>
                  <a:lnTo>
                    <a:pt x="355422" y="187921"/>
                  </a:lnTo>
                  <a:lnTo>
                    <a:pt x="355422" y="261607"/>
                  </a:lnTo>
                  <a:lnTo>
                    <a:pt x="376326" y="261607"/>
                  </a:lnTo>
                  <a:lnTo>
                    <a:pt x="376326" y="187921"/>
                  </a:lnTo>
                  <a:lnTo>
                    <a:pt x="376326" y="167601"/>
                  </a:lnTo>
                  <a:close/>
                </a:path>
                <a:path w="418465" h="355600">
                  <a:moveTo>
                    <a:pt x="418134" y="282397"/>
                  </a:moveTo>
                  <a:lnTo>
                    <a:pt x="313601" y="282397"/>
                  </a:lnTo>
                  <a:lnTo>
                    <a:pt x="313601" y="355600"/>
                  </a:lnTo>
                  <a:lnTo>
                    <a:pt x="418134" y="355600"/>
                  </a:lnTo>
                  <a:lnTo>
                    <a:pt x="418134" y="28239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87323" y="4280915"/>
            <a:ext cx="11049000" cy="920750"/>
            <a:chOff x="687323" y="4280915"/>
            <a:chExt cx="11049000" cy="920750"/>
          </a:xfrm>
        </p:grpSpPr>
        <p:sp>
          <p:nvSpPr>
            <p:cNvPr id="10" name="object 10"/>
            <p:cNvSpPr/>
            <p:nvPr/>
          </p:nvSpPr>
          <p:spPr>
            <a:xfrm>
              <a:off x="687323" y="4280915"/>
              <a:ext cx="11049000" cy="920750"/>
            </a:xfrm>
            <a:custGeom>
              <a:avLst/>
              <a:gdLst/>
              <a:ahLst/>
              <a:cxnLst/>
              <a:rect l="l" t="t" r="r" b="b"/>
              <a:pathLst>
                <a:path w="11049000" h="920750">
                  <a:moveTo>
                    <a:pt x="10956925" y="0"/>
                  </a:moveTo>
                  <a:lnTo>
                    <a:pt x="92049" y="0"/>
                  </a:lnTo>
                  <a:lnTo>
                    <a:pt x="56219" y="7242"/>
                  </a:lnTo>
                  <a:lnTo>
                    <a:pt x="26960" y="26987"/>
                  </a:lnTo>
                  <a:lnTo>
                    <a:pt x="7233" y="56257"/>
                  </a:lnTo>
                  <a:lnTo>
                    <a:pt x="0" y="92074"/>
                  </a:lnTo>
                  <a:lnTo>
                    <a:pt x="0" y="828420"/>
                  </a:lnTo>
                  <a:lnTo>
                    <a:pt x="7233" y="864238"/>
                  </a:lnTo>
                  <a:lnTo>
                    <a:pt x="26960" y="893508"/>
                  </a:lnTo>
                  <a:lnTo>
                    <a:pt x="56219" y="913253"/>
                  </a:lnTo>
                  <a:lnTo>
                    <a:pt x="92049" y="920495"/>
                  </a:lnTo>
                  <a:lnTo>
                    <a:pt x="10956925" y="920495"/>
                  </a:lnTo>
                  <a:lnTo>
                    <a:pt x="10992742" y="913253"/>
                  </a:lnTo>
                  <a:lnTo>
                    <a:pt x="11022012" y="893508"/>
                  </a:lnTo>
                  <a:lnTo>
                    <a:pt x="11041757" y="864238"/>
                  </a:lnTo>
                  <a:lnTo>
                    <a:pt x="11049000" y="828420"/>
                  </a:lnTo>
                  <a:lnTo>
                    <a:pt x="11049000" y="92074"/>
                  </a:lnTo>
                  <a:lnTo>
                    <a:pt x="11041757" y="56257"/>
                  </a:lnTo>
                  <a:lnTo>
                    <a:pt x="11022012" y="26987"/>
                  </a:lnTo>
                  <a:lnTo>
                    <a:pt x="10992742" y="7242"/>
                  </a:lnTo>
                  <a:lnTo>
                    <a:pt x="1095692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72921" y="4544199"/>
              <a:ext cx="292735" cy="397510"/>
            </a:xfrm>
            <a:custGeom>
              <a:avLst/>
              <a:gdLst/>
              <a:ahLst/>
              <a:cxnLst/>
              <a:rect l="l" t="t" r="r" b="b"/>
              <a:pathLst>
                <a:path w="292734" h="397510">
                  <a:moveTo>
                    <a:pt x="292696" y="271932"/>
                  </a:moveTo>
                  <a:lnTo>
                    <a:pt x="281139" y="288175"/>
                  </a:lnTo>
                  <a:lnTo>
                    <a:pt x="261327" y="296557"/>
                  </a:lnTo>
                  <a:lnTo>
                    <a:pt x="261327" y="338874"/>
                  </a:lnTo>
                  <a:lnTo>
                    <a:pt x="261327" y="351421"/>
                  </a:lnTo>
                  <a:lnTo>
                    <a:pt x="257149" y="355600"/>
                  </a:lnTo>
                  <a:lnTo>
                    <a:pt x="244602" y="355600"/>
                  </a:lnTo>
                  <a:lnTo>
                    <a:pt x="240423" y="351421"/>
                  </a:lnTo>
                  <a:lnTo>
                    <a:pt x="240423" y="338874"/>
                  </a:lnTo>
                  <a:lnTo>
                    <a:pt x="244602" y="334683"/>
                  </a:lnTo>
                  <a:lnTo>
                    <a:pt x="257149" y="334683"/>
                  </a:lnTo>
                  <a:lnTo>
                    <a:pt x="261327" y="338874"/>
                  </a:lnTo>
                  <a:lnTo>
                    <a:pt x="261327" y="296557"/>
                  </a:lnTo>
                  <a:lnTo>
                    <a:pt x="249707" y="301472"/>
                  </a:lnTo>
                  <a:lnTo>
                    <a:pt x="203174" y="310464"/>
                  </a:lnTo>
                  <a:lnTo>
                    <a:pt x="146342" y="313766"/>
                  </a:lnTo>
                  <a:lnTo>
                    <a:pt x="89522" y="310464"/>
                  </a:lnTo>
                  <a:lnTo>
                    <a:pt x="42989" y="301472"/>
                  </a:lnTo>
                  <a:lnTo>
                    <a:pt x="11544" y="288175"/>
                  </a:lnTo>
                  <a:lnTo>
                    <a:pt x="0" y="271932"/>
                  </a:lnTo>
                  <a:lnTo>
                    <a:pt x="0" y="355600"/>
                  </a:lnTo>
                  <a:lnTo>
                    <a:pt x="11544" y="371843"/>
                  </a:lnTo>
                  <a:lnTo>
                    <a:pt x="42989" y="385152"/>
                  </a:lnTo>
                  <a:lnTo>
                    <a:pt x="89522" y="394144"/>
                  </a:lnTo>
                  <a:lnTo>
                    <a:pt x="146342" y="397433"/>
                  </a:lnTo>
                  <a:lnTo>
                    <a:pt x="203174" y="394144"/>
                  </a:lnTo>
                  <a:lnTo>
                    <a:pt x="249707" y="385152"/>
                  </a:lnTo>
                  <a:lnTo>
                    <a:pt x="281139" y="371843"/>
                  </a:lnTo>
                  <a:lnTo>
                    <a:pt x="292696" y="355600"/>
                  </a:lnTo>
                  <a:lnTo>
                    <a:pt x="292696" y="334683"/>
                  </a:lnTo>
                  <a:lnTo>
                    <a:pt x="292696" y="313766"/>
                  </a:lnTo>
                  <a:lnTo>
                    <a:pt x="292696" y="271932"/>
                  </a:lnTo>
                  <a:close/>
                </a:path>
                <a:path w="292734" h="397510">
                  <a:moveTo>
                    <a:pt x="292696" y="167335"/>
                  </a:moveTo>
                  <a:lnTo>
                    <a:pt x="281139" y="183578"/>
                  </a:lnTo>
                  <a:lnTo>
                    <a:pt x="261327" y="191973"/>
                  </a:lnTo>
                  <a:lnTo>
                    <a:pt x="261327" y="234276"/>
                  </a:lnTo>
                  <a:lnTo>
                    <a:pt x="261327" y="246824"/>
                  </a:lnTo>
                  <a:lnTo>
                    <a:pt x="257149" y="251015"/>
                  </a:lnTo>
                  <a:lnTo>
                    <a:pt x="244602" y="251015"/>
                  </a:lnTo>
                  <a:lnTo>
                    <a:pt x="240423" y="246824"/>
                  </a:lnTo>
                  <a:lnTo>
                    <a:pt x="240423" y="234276"/>
                  </a:lnTo>
                  <a:lnTo>
                    <a:pt x="244602" y="230098"/>
                  </a:lnTo>
                  <a:lnTo>
                    <a:pt x="257149" y="230098"/>
                  </a:lnTo>
                  <a:lnTo>
                    <a:pt x="261327" y="234276"/>
                  </a:lnTo>
                  <a:lnTo>
                    <a:pt x="261327" y="191973"/>
                  </a:lnTo>
                  <a:lnTo>
                    <a:pt x="249707" y="196888"/>
                  </a:lnTo>
                  <a:lnTo>
                    <a:pt x="203174" y="205879"/>
                  </a:lnTo>
                  <a:lnTo>
                    <a:pt x="146342" y="209181"/>
                  </a:lnTo>
                  <a:lnTo>
                    <a:pt x="89522" y="205879"/>
                  </a:lnTo>
                  <a:lnTo>
                    <a:pt x="42989" y="196888"/>
                  </a:lnTo>
                  <a:lnTo>
                    <a:pt x="11544" y="183578"/>
                  </a:lnTo>
                  <a:lnTo>
                    <a:pt x="0" y="167335"/>
                  </a:lnTo>
                  <a:lnTo>
                    <a:pt x="0" y="251015"/>
                  </a:lnTo>
                  <a:lnTo>
                    <a:pt x="11544" y="267258"/>
                  </a:lnTo>
                  <a:lnTo>
                    <a:pt x="42989" y="280555"/>
                  </a:lnTo>
                  <a:lnTo>
                    <a:pt x="89522" y="289547"/>
                  </a:lnTo>
                  <a:lnTo>
                    <a:pt x="146342" y="292849"/>
                  </a:lnTo>
                  <a:lnTo>
                    <a:pt x="203174" y="289547"/>
                  </a:lnTo>
                  <a:lnTo>
                    <a:pt x="249707" y="280555"/>
                  </a:lnTo>
                  <a:lnTo>
                    <a:pt x="281139" y="267258"/>
                  </a:lnTo>
                  <a:lnTo>
                    <a:pt x="292696" y="251015"/>
                  </a:lnTo>
                  <a:lnTo>
                    <a:pt x="292696" y="230098"/>
                  </a:lnTo>
                  <a:lnTo>
                    <a:pt x="292696" y="209181"/>
                  </a:lnTo>
                  <a:lnTo>
                    <a:pt x="292696" y="167335"/>
                  </a:lnTo>
                  <a:close/>
                </a:path>
                <a:path w="292734" h="397510">
                  <a:moveTo>
                    <a:pt x="292696" y="62750"/>
                  </a:moveTo>
                  <a:lnTo>
                    <a:pt x="281139" y="78994"/>
                  </a:lnTo>
                  <a:lnTo>
                    <a:pt x="261327" y="87376"/>
                  </a:lnTo>
                  <a:lnTo>
                    <a:pt x="261327" y="129692"/>
                  </a:lnTo>
                  <a:lnTo>
                    <a:pt x="261327" y="142240"/>
                  </a:lnTo>
                  <a:lnTo>
                    <a:pt x="257149" y="146418"/>
                  </a:lnTo>
                  <a:lnTo>
                    <a:pt x="244602" y="146418"/>
                  </a:lnTo>
                  <a:lnTo>
                    <a:pt x="240423" y="142240"/>
                  </a:lnTo>
                  <a:lnTo>
                    <a:pt x="240423" y="129692"/>
                  </a:lnTo>
                  <a:lnTo>
                    <a:pt x="244602" y="125501"/>
                  </a:lnTo>
                  <a:lnTo>
                    <a:pt x="257149" y="125501"/>
                  </a:lnTo>
                  <a:lnTo>
                    <a:pt x="261327" y="129692"/>
                  </a:lnTo>
                  <a:lnTo>
                    <a:pt x="261327" y="87376"/>
                  </a:lnTo>
                  <a:lnTo>
                    <a:pt x="249707" y="92290"/>
                  </a:lnTo>
                  <a:lnTo>
                    <a:pt x="203174" y="101282"/>
                  </a:lnTo>
                  <a:lnTo>
                    <a:pt x="146342" y="104584"/>
                  </a:lnTo>
                  <a:lnTo>
                    <a:pt x="89522" y="101282"/>
                  </a:lnTo>
                  <a:lnTo>
                    <a:pt x="42989" y="92290"/>
                  </a:lnTo>
                  <a:lnTo>
                    <a:pt x="11544" y="78994"/>
                  </a:lnTo>
                  <a:lnTo>
                    <a:pt x="0" y="62750"/>
                  </a:lnTo>
                  <a:lnTo>
                    <a:pt x="0" y="146418"/>
                  </a:lnTo>
                  <a:lnTo>
                    <a:pt x="11544" y="162661"/>
                  </a:lnTo>
                  <a:lnTo>
                    <a:pt x="42989" y="175971"/>
                  </a:lnTo>
                  <a:lnTo>
                    <a:pt x="89522" y="184962"/>
                  </a:lnTo>
                  <a:lnTo>
                    <a:pt x="146342" y="188264"/>
                  </a:lnTo>
                  <a:lnTo>
                    <a:pt x="203174" y="184962"/>
                  </a:lnTo>
                  <a:lnTo>
                    <a:pt x="249707" y="175971"/>
                  </a:lnTo>
                  <a:lnTo>
                    <a:pt x="281139" y="162661"/>
                  </a:lnTo>
                  <a:lnTo>
                    <a:pt x="292696" y="146418"/>
                  </a:lnTo>
                  <a:lnTo>
                    <a:pt x="292696" y="125501"/>
                  </a:lnTo>
                  <a:lnTo>
                    <a:pt x="292696" y="104584"/>
                  </a:lnTo>
                  <a:lnTo>
                    <a:pt x="292696" y="62750"/>
                  </a:lnTo>
                  <a:close/>
                </a:path>
                <a:path w="292734" h="397510">
                  <a:moveTo>
                    <a:pt x="292696" y="41833"/>
                  </a:moveTo>
                  <a:lnTo>
                    <a:pt x="281190" y="25552"/>
                  </a:lnTo>
                  <a:lnTo>
                    <a:pt x="249834" y="12242"/>
                  </a:lnTo>
                  <a:lnTo>
                    <a:pt x="203314" y="3289"/>
                  </a:lnTo>
                  <a:lnTo>
                    <a:pt x="146342" y="0"/>
                  </a:lnTo>
                  <a:lnTo>
                    <a:pt x="89382" y="3289"/>
                  </a:lnTo>
                  <a:lnTo>
                    <a:pt x="42862" y="12242"/>
                  </a:lnTo>
                  <a:lnTo>
                    <a:pt x="11506" y="25552"/>
                  </a:lnTo>
                  <a:lnTo>
                    <a:pt x="0" y="41833"/>
                  </a:lnTo>
                  <a:lnTo>
                    <a:pt x="11506" y="58115"/>
                  </a:lnTo>
                  <a:lnTo>
                    <a:pt x="42862" y="71412"/>
                  </a:lnTo>
                  <a:lnTo>
                    <a:pt x="89382" y="80378"/>
                  </a:lnTo>
                  <a:lnTo>
                    <a:pt x="146342" y="83667"/>
                  </a:lnTo>
                  <a:lnTo>
                    <a:pt x="203314" y="80378"/>
                  </a:lnTo>
                  <a:lnTo>
                    <a:pt x="249834" y="71412"/>
                  </a:lnTo>
                  <a:lnTo>
                    <a:pt x="281190" y="58115"/>
                  </a:lnTo>
                  <a:lnTo>
                    <a:pt x="292696" y="418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87323" y="5504688"/>
            <a:ext cx="11049000" cy="920750"/>
            <a:chOff x="687323" y="5504688"/>
            <a:chExt cx="11049000" cy="920750"/>
          </a:xfrm>
        </p:grpSpPr>
        <p:sp>
          <p:nvSpPr>
            <p:cNvPr id="13" name="object 13"/>
            <p:cNvSpPr/>
            <p:nvPr/>
          </p:nvSpPr>
          <p:spPr>
            <a:xfrm>
              <a:off x="687323" y="5504688"/>
              <a:ext cx="11049000" cy="920750"/>
            </a:xfrm>
            <a:custGeom>
              <a:avLst/>
              <a:gdLst/>
              <a:ahLst/>
              <a:cxnLst/>
              <a:rect l="l" t="t" r="r" b="b"/>
              <a:pathLst>
                <a:path w="11049000" h="920750">
                  <a:moveTo>
                    <a:pt x="10956925" y="0"/>
                  </a:moveTo>
                  <a:lnTo>
                    <a:pt x="92049" y="0"/>
                  </a:lnTo>
                  <a:lnTo>
                    <a:pt x="56219" y="7242"/>
                  </a:lnTo>
                  <a:lnTo>
                    <a:pt x="26960" y="26984"/>
                  </a:lnTo>
                  <a:lnTo>
                    <a:pt x="7233" y="56246"/>
                  </a:lnTo>
                  <a:lnTo>
                    <a:pt x="0" y="92049"/>
                  </a:lnTo>
                  <a:lnTo>
                    <a:pt x="0" y="828446"/>
                  </a:lnTo>
                  <a:lnTo>
                    <a:pt x="7233" y="864276"/>
                  </a:lnTo>
                  <a:lnTo>
                    <a:pt x="26960" y="893535"/>
                  </a:lnTo>
                  <a:lnTo>
                    <a:pt x="56219" y="913262"/>
                  </a:lnTo>
                  <a:lnTo>
                    <a:pt x="92049" y="920496"/>
                  </a:lnTo>
                  <a:lnTo>
                    <a:pt x="10956925" y="920496"/>
                  </a:lnTo>
                  <a:lnTo>
                    <a:pt x="10992742" y="913262"/>
                  </a:lnTo>
                  <a:lnTo>
                    <a:pt x="11022012" y="893535"/>
                  </a:lnTo>
                  <a:lnTo>
                    <a:pt x="11041757" y="864276"/>
                  </a:lnTo>
                  <a:lnTo>
                    <a:pt x="11049000" y="828446"/>
                  </a:lnTo>
                  <a:lnTo>
                    <a:pt x="11049000" y="92049"/>
                  </a:lnTo>
                  <a:lnTo>
                    <a:pt x="11041757" y="56246"/>
                  </a:lnTo>
                  <a:lnTo>
                    <a:pt x="11022012" y="26984"/>
                  </a:lnTo>
                  <a:lnTo>
                    <a:pt x="10992742" y="7242"/>
                  </a:lnTo>
                  <a:lnTo>
                    <a:pt x="1095692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5647" y="5788650"/>
              <a:ext cx="167253" cy="16684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052017" y="5976353"/>
              <a:ext cx="334645" cy="167005"/>
            </a:xfrm>
            <a:custGeom>
              <a:avLst/>
              <a:gdLst/>
              <a:ahLst/>
              <a:cxnLst/>
              <a:rect l="l" t="t" r="r" b="b"/>
              <a:pathLst>
                <a:path w="334644" h="167004">
                  <a:moveTo>
                    <a:pt x="249859" y="57581"/>
                  </a:moveTo>
                  <a:lnTo>
                    <a:pt x="249796" y="44157"/>
                  </a:lnTo>
                  <a:lnTo>
                    <a:pt x="244627" y="39027"/>
                  </a:lnTo>
                  <a:lnTo>
                    <a:pt x="244627" y="47155"/>
                  </a:lnTo>
                  <a:lnTo>
                    <a:pt x="244589" y="54597"/>
                  </a:lnTo>
                  <a:lnTo>
                    <a:pt x="241630" y="57581"/>
                  </a:lnTo>
                  <a:lnTo>
                    <a:pt x="234238" y="57581"/>
                  </a:lnTo>
                  <a:lnTo>
                    <a:pt x="231203" y="54597"/>
                  </a:lnTo>
                  <a:lnTo>
                    <a:pt x="231140" y="47155"/>
                  </a:lnTo>
                  <a:lnTo>
                    <a:pt x="234099" y="44157"/>
                  </a:lnTo>
                  <a:lnTo>
                    <a:pt x="241668" y="44157"/>
                  </a:lnTo>
                  <a:lnTo>
                    <a:pt x="244627" y="47155"/>
                  </a:lnTo>
                  <a:lnTo>
                    <a:pt x="244627" y="39027"/>
                  </a:lnTo>
                  <a:lnTo>
                    <a:pt x="244449" y="38849"/>
                  </a:lnTo>
                  <a:lnTo>
                    <a:pt x="231254" y="38849"/>
                  </a:lnTo>
                  <a:lnTo>
                    <a:pt x="225920" y="44157"/>
                  </a:lnTo>
                  <a:lnTo>
                    <a:pt x="225920" y="57581"/>
                  </a:lnTo>
                  <a:lnTo>
                    <a:pt x="226085" y="57581"/>
                  </a:lnTo>
                  <a:lnTo>
                    <a:pt x="231305" y="62750"/>
                  </a:lnTo>
                  <a:lnTo>
                    <a:pt x="244462" y="62750"/>
                  </a:lnTo>
                  <a:lnTo>
                    <a:pt x="249605" y="57581"/>
                  </a:lnTo>
                  <a:lnTo>
                    <a:pt x="249859" y="57581"/>
                  </a:lnTo>
                  <a:close/>
                </a:path>
                <a:path w="334644" h="167004">
                  <a:moveTo>
                    <a:pt x="334505" y="83426"/>
                  </a:moveTo>
                  <a:lnTo>
                    <a:pt x="300482" y="38023"/>
                  </a:lnTo>
                  <a:lnTo>
                    <a:pt x="262966" y="19164"/>
                  </a:lnTo>
                  <a:lnTo>
                    <a:pt x="242989" y="12458"/>
                  </a:lnTo>
                  <a:lnTo>
                    <a:pt x="242989" y="32689"/>
                  </a:lnTo>
                  <a:lnTo>
                    <a:pt x="251091" y="35026"/>
                  </a:lnTo>
                  <a:lnTo>
                    <a:pt x="256667" y="42418"/>
                  </a:lnTo>
                  <a:lnTo>
                    <a:pt x="237858" y="69608"/>
                  </a:lnTo>
                  <a:lnTo>
                    <a:pt x="230543" y="68135"/>
                  </a:lnTo>
                  <a:lnTo>
                    <a:pt x="224561" y="64109"/>
                  </a:lnTo>
                  <a:lnTo>
                    <a:pt x="220522" y="58140"/>
                  </a:lnTo>
                  <a:lnTo>
                    <a:pt x="219049" y="50838"/>
                  </a:lnTo>
                  <a:lnTo>
                    <a:pt x="219062" y="42418"/>
                  </a:lnTo>
                  <a:lnTo>
                    <a:pt x="224637" y="35026"/>
                  </a:lnTo>
                  <a:lnTo>
                    <a:pt x="232740" y="32689"/>
                  </a:lnTo>
                  <a:lnTo>
                    <a:pt x="232740" y="9436"/>
                  </a:lnTo>
                  <a:lnTo>
                    <a:pt x="216649" y="5372"/>
                  </a:lnTo>
                  <a:lnTo>
                    <a:pt x="200329" y="2438"/>
                  </a:lnTo>
                  <a:lnTo>
                    <a:pt x="183845" y="635"/>
                  </a:lnTo>
                  <a:lnTo>
                    <a:pt x="167246" y="0"/>
                  </a:lnTo>
                  <a:lnTo>
                    <a:pt x="150139" y="850"/>
                  </a:lnTo>
                  <a:lnTo>
                    <a:pt x="133134" y="2819"/>
                  </a:lnTo>
                  <a:lnTo>
                    <a:pt x="116293" y="5892"/>
                  </a:lnTo>
                  <a:lnTo>
                    <a:pt x="99669" y="10058"/>
                  </a:lnTo>
                  <a:lnTo>
                    <a:pt x="99669" y="37122"/>
                  </a:lnTo>
                  <a:lnTo>
                    <a:pt x="112534" y="41440"/>
                  </a:lnTo>
                  <a:lnTo>
                    <a:pt x="122770" y="49733"/>
                  </a:lnTo>
                  <a:lnTo>
                    <a:pt x="129527" y="61023"/>
                  </a:lnTo>
                  <a:lnTo>
                    <a:pt x="131965" y="74345"/>
                  </a:lnTo>
                  <a:lnTo>
                    <a:pt x="131940" y="76873"/>
                  </a:lnTo>
                  <a:lnTo>
                    <a:pt x="130568" y="79197"/>
                  </a:lnTo>
                  <a:lnTo>
                    <a:pt x="128358" y="80454"/>
                  </a:lnTo>
                  <a:lnTo>
                    <a:pt x="128231" y="129730"/>
                  </a:lnTo>
                  <a:lnTo>
                    <a:pt x="124294" y="134137"/>
                  </a:lnTo>
                  <a:lnTo>
                    <a:pt x="119062" y="134886"/>
                  </a:lnTo>
                  <a:lnTo>
                    <a:pt x="118389" y="137185"/>
                  </a:lnTo>
                  <a:lnTo>
                    <a:pt x="116230" y="138734"/>
                  </a:lnTo>
                  <a:lnTo>
                    <a:pt x="108089" y="138976"/>
                  </a:lnTo>
                  <a:lnTo>
                    <a:pt x="104597" y="136042"/>
                  </a:lnTo>
                  <a:lnTo>
                    <a:pt x="103911" y="128117"/>
                  </a:lnTo>
                  <a:lnTo>
                    <a:pt x="106857" y="124637"/>
                  </a:lnTo>
                  <a:lnTo>
                    <a:pt x="116090" y="124129"/>
                  </a:lnTo>
                  <a:lnTo>
                    <a:pt x="118211" y="125437"/>
                  </a:lnTo>
                  <a:lnTo>
                    <a:pt x="119062" y="127533"/>
                  </a:lnTo>
                  <a:lnTo>
                    <a:pt x="120357" y="126987"/>
                  </a:lnTo>
                  <a:lnTo>
                    <a:pt x="121208" y="125704"/>
                  </a:lnTo>
                  <a:lnTo>
                    <a:pt x="121208" y="80454"/>
                  </a:lnTo>
                  <a:lnTo>
                    <a:pt x="118948" y="79260"/>
                  </a:lnTo>
                  <a:lnTo>
                    <a:pt x="117551" y="76898"/>
                  </a:lnTo>
                  <a:lnTo>
                    <a:pt x="94284" y="51092"/>
                  </a:lnTo>
                  <a:lnTo>
                    <a:pt x="85217" y="52920"/>
                  </a:lnTo>
                  <a:lnTo>
                    <a:pt x="77800" y="57912"/>
                  </a:lnTo>
                  <a:lnTo>
                    <a:pt x="72809" y="65303"/>
                  </a:lnTo>
                  <a:lnTo>
                    <a:pt x="70980" y="74345"/>
                  </a:lnTo>
                  <a:lnTo>
                    <a:pt x="70929" y="76873"/>
                  </a:lnTo>
                  <a:lnTo>
                    <a:pt x="69557" y="79184"/>
                  </a:lnTo>
                  <a:lnTo>
                    <a:pt x="67373" y="80454"/>
                  </a:lnTo>
                  <a:lnTo>
                    <a:pt x="67360" y="125869"/>
                  </a:lnTo>
                  <a:lnTo>
                    <a:pt x="68211" y="127139"/>
                  </a:lnTo>
                  <a:lnTo>
                    <a:pt x="69507" y="127685"/>
                  </a:lnTo>
                  <a:lnTo>
                    <a:pt x="70523" y="125730"/>
                  </a:lnTo>
                  <a:lnTo>
                    <a:pt x="72529" y="124485"/>
                  </a:lnTo>
                  <a:lnTo>
                    <a:pt x="80479" y="124790"/>
                  </a:lnTo>
                  <a:lnTo>
                    <a:pt x="83426" y="128282"/>
                  </a:lnTo>
                  <a:lnTo>
                    <a:pt x="82791" y="135724"/>
                  </a:lnTo>
                  <a:lnTo>
                    <a:pt x="80010" y="138493"/>
                  </a:lnTo>
                  <a:lnTo>
                    <a:pt x="72339" y="138887"/>
                  </a:lnTo>
                  <a:lnTo>
                    <a:pt x="70180" y="137337"/>
                  </a:lnTo>
                  <a:lnTo>
                    <a:pt x="69507" y="135039"/>
                  </a:lnTo>
                  <a:lnTo>
                    <a:pt x="64274" y="134302"/>
                  </a:lnTo>
                  <a:lnTo>
                    <a:pt x="60337" y="129882"/>
                  </a:lnTo>
                  <a:lnTo>
                    <a:pt x="60210" y="80454"/>
                  </a:lnTo>
                  <a:lnTo>
                    <a:pt x="57950" y="79260"/>
                  </a:lnTo>
                  <a:lnTo>
                    <a:pt x="56553" y="76898"/>
                  </a:lnTo>
                  <a:lnTo>
                    <a:pt x="56603" y="74345"/>
                  </a:lnTo>
                  <a:lnTo>
                    <a:pt x="59042" y="61036"/>
                  </a:lnTo>
                  <a:lnTo>
                    <a:pt x="65786" y="49758"/>
                  </a:lnTo>
                  <a:lnTo>
                    <a:pt x="75996" y="41465"/>
                  </a:lnTo>
                  <a:lnTo>
                    <a:pt x="88849" y="37122"/>
                  </a:lnTo>
                  <a:lnTo>
                    <a:pt x="88849" y="13347"/>
                  </a:lnTo>
                  <a:lnTo>
                    <a:pt x="51384" y="28879"/>
                  </a:lnTo>
                  <a:lnTo>
                    <a:pt x="16675" y="49847"/>
                  </a:lnTo>
                  <a:lnTo>
                    <a:pt x="0" y="83426"/>
                  </a:lnTo>
                  <a:lnTo>
                    <a:pt x="0" y="166839"/>
                  </a:lnTo>
                  <a:lnTo>
                    <a:pt x="334505" y="166839"/>
                  </a:lnTo>
                  <a:lnTo>
                    <a:pt x="334505" y="8342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05838" y="1989201"/>
            <a:ext cx="10096500" cy="44684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6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designer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take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entity,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above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things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sufficient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describe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completely.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20"/>
              </a:spcBef>
            </a:pPr>
            <a:endParaRPr sz="2000">
              <a:latin typeface="Calibri"/>
              <a:cs typeface="Calibri"/>
            </a:endParaRPr>
          </a:p>
          <a:p>
            <a:pPr marL="348615" marR="100965">
              <a:lnSpc>
                <a:spcPct val="101499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actors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prescribe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behave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setting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constraints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help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000">
              <a:latin typeface="Calibri"/>
              <a:cs typeface="Calibri"/>
            </a:endParaRPr>
          </a:p>
          <a:p>
            <a:pPr marL="348615" marR="380365">
              <a:lnSpc>
                <a:spcPct val="101699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rules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statements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discrete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operational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policy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practice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within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specific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organisations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constrains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business.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intended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influence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behaviour</a:t>
            </a:r>
            <a:r>
              <a:rPr sz="2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business.</a:t>
            </a:r>
            <a:endParaRPr sz="2000">
              <a:latin typeface="Calibri"/>
              <a:cs typeface="Calibri"/>
            </a:endParaRPr>
          </a:p>
          <a:p>
            <a:pPr marL="348615" marR="398145">
              <a:lnSpc>
                <a:spcPct val="101800"/>
              </a:lnSpc>
              <a:spcBef>
                <a:spcPts val="2310"/>
              </a:spcBef>
            </a:pP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Examples</a:t>
            </a:r>
            <a:r>
              <a:rPr sz="2000" spc="-8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Business</a:t>
            </a:r>
            <a:r>
              <a:rPr sz="2000" spc="-6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rules</a:t>
            </a:r>
            <a:r>
              <a:rPr sz="2000" spc="-7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Academia</a:t>
            </a:r>
            <a:r>
              <a:rPr sz="2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say</a:t>
            </a:r>
            <a:r>
              <a:rPr sz="2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University</a:t>
            </a:r>
            <a:r>
              <a:rPr sz="2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Every</a:t>
            </a:r>
            <a:r>
              <a:rPr sz="2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student</a:t>
            </a:r>
            <a:r>
              <a:rPr sz="2000" spc="-5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must</a:t>
            </a:r>
            <a:r>
              <a:rPr sz="2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have</a:t>
            </a:r>
            <a:r>
              <a:rPr sz="2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 Light"/>
                <a:cs typeface="Calibri Light"/>
              </a:rPr>
              <a:t>75% </a:t>
            </a:r>
            <a:r>
              <a:rPr sz="2000" spc="-10" dirty="0">
                <a:solidFill>
                  <a:srgbClr val="FFFFFF"/>
                </a:solidFill>
                <a:latin typeface="Calibri Light"/>
                <a:cs typeface="Calibri Light"/>
              </a:rPr>
              <a:t>attendance</a:t>
            </a:r>
            <a:r>
              <a:rPr sz="2000" spc="-6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2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order</a:t>
            </a: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sit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for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exam,</a:t>
            </a: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A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student</a:t>
            </a:r>
            <a:r>
              <a:rPr sz="2000" spc="-5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has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2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pass</a:t>
            </a:r>
            <a:r>
              <a:rPr sz="2000" spc="409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40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out</a:t>
            </a:r>
            <a:r>
              <a:rPr sz="2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2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100</a:t>
            </a: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in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order</a:t>
            </a: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to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pass</a:t>
            </a: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 Light"/>
                <a:cs typeface="Calibri Light"/>
              </a:rPr>
              <a:t>the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subject,</a:t>
            </a:r>
            <a:r>
              <a:rPr sz="2000" spc="-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the</a:t>
            </a:r>
            <a:r>
              <a:rPr sz="2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maximum</a:t>
            </a:r>
            <a:r>
              <a:rPr sz="2000" spc="-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no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KT</a:t>
            </a:r>
            <a:r>
              <a:rPr sz="2000" spc="-1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allowed</a:t>
            </a:r>
            <a:r>
              <a:rPr sz="2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per</a:t>
            </a:r>
            <a:r>
              <a:rPr sz="2000" spc="-3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semester</a:t>
            </a:r>
            <a:r>
              <a:rPr sz="2000" spc="-4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is</a:t>
            </a:r>
            <a:r>
              <a:rPr sz="2000" spc="-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 Light"/>
                <a:cs typeface="Calibri Light"/>
              </a:rPr>
              <a:t>2</a:t>
            </a:r>
            <a:r>
              <a:rPr sz="2000" spc="-10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 Light"/>
                <a:cs typeface="Calibri Light"/>
              </a:rPr>
              <a:t>etc.</a:t>
            </a:r>
            <a:endParaRPr sz="20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759" y="2363216"/>
            <a:ext cx="1956435" cy="190436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 algn="just">
              <a:lnSpc>
                <a:spcPts val="4750"/>
              </a:lnSpc>
              <a:spcBef>
                <a:spcPts val="705"/>
              </a:spcBef>
            </a:pPr>
            <a:r>
              <a:rPr sz="4400" dirty="0">
                <a:solidFill>
                  <a:srgbClr val="FFFFFF"/>
                </a:solidFill>
                <a:latin typeface="Calibri Light"/>
                <a:cs typeface="Calibri Light"/>
              </a:rPr>
              <a:t>Types</a:t>
            </a:r>
            <a:r>
              <a:rPr sz="4400" spc="-24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400" spc="-25" dirty="0">
                <a:solidFill>
                  <a:srgbClr val="FFFFFF"/>
                </a:solidFill>
                <a:latin typeface="Calibri Light"/>
                <a:cs typeface="Calibri Light"/>
              </a:rPr>
              <a:t>of 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Business Rules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6660" y="502411"/>
            <a:ext cx="6618605" cy="526859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64769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dirty="0">
                <a:latin typeface="Calibri"/>
                <a:cs typeface="Calibri"/>
              </a:rPr>
              <a:t>DEFINITIONS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terms.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Definitions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incorporated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dictionary.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E.g.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spc="-10" dirty="0">
                <a:latin typeface="Calibri"/>
                <a:cs typeface="Calibri"/>
              </a:rPr>
              <a:t>professor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someone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who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teaches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students</a:t>
            </a:r>
            <a:endParaRPr sz="2200">
              <a:latin typeface="Calibri"/>
              <a:cs typeface="Calibri"/>
            </a:endParaRPr>
          </a:p>
          <a:p>
            <a:pPr marL="241300" marR="40640" indent="-228600">
              <a:lnSpc>
                <a:spcPts val="238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20" dirty="0">
                <a:latin typeface="Calibri"/>
                <a:cs typeface="Calibri"/>
              </a:rPr>
              <a:t>FACTS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Connect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ways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make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sense.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Facts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implemented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relationships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various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entities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E.g.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professor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have </a:t>
            </a:r>
            <a:r>
              <a:rPr sz="2200" spc="-10" dirty="0">
                <a:latin typeface="Calibri"/>
                <a:cs typeface="Calibri"/>
              </a:rPr>
              <a:t>student.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ts val="238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10" dirty="0">
                <a:latin typeface="Calibri"/>
                <a:cs typeface="Calibri"/>
              </a:rPr>
              <a:t>CONSTRAINTS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Shows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rules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4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how </a:t>
            </a:r>
            <a:r>
              <a:rPr sz="2200" dirty="0">
                <a:latin typeface="Calibri"/>
                <a:cs typeface="Calibri"/>
              </a:rPr>
              <a:t>business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terms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connected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other. Constraints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usually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state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entity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related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another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entity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E.g.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professor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four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subjects.</a:t>
            </a:r>
            <a:endParaRPr sz="2200">
              <a:latin typeface="Calibri"/>
              <a:cs typeface="Calibri"/>
            </a:endParaRPr>
          </a:p>
          <a:p>
            <a:pPr marL="241300" marR="540385" indent="-228600">
              <a:lnSpc>
                <a:spcPts val="238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b="1" spc="-30" dirty="0">
                <a:latin typeface="Calibri"/>
                <a:cs typeface="Calibri"/>
              </a:rPr>
              <a:t>DERIVATIONS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–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Enable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new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knowledge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actions. Derivations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are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often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implemented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formulas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triggers.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E.g.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student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pending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fees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fees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paid </a:t>
            </a:r>
            <a:r>
              <a:rPr sz="2200" dirty="0">
                <a:latin typeface="Calibri"/>
                <a:cs typeface="Calibri"/>
              </a:rPr>
              <a:t>minus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total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fees.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759" y="2525090"/>
            <a:ext cx="2776855" cy="160464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40"/>
              </a:spcBef>
            </a:pPr>
            <a:r>
              <a:rPr sz="3700" spc="-20" dirty="0">
                <a:solidFill>
                  <a:srgbClr val="FFFFFF"/>
                </a:solidFill>
                <a:latin typeface="Calibri Light"/>
                <a:cs typeface="Calibri Light"/>
              </a:rPr>
              <a:t>Characteristics </a:t>
            </a:r>
            <a:r>
              <a:rPr sz="37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3700" spc="-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alibri Light"/>
                <a:cs typeface="Calibri Light"/>
              </a:rPr>
              <a:t>Business </a:t>
            </a:r>
            <a:r>
              <a:rPr sz="3700" spc="-20" dirty="0">
                <a:solidFill>
                  <a:srgbClr val="FFFFFF"/>
                </a:solidFill>
                <a:latin typeface="Calibri Light"/>
                <a:cs typeface="Calibri Light"/>
              </a:rPr>
              <a:t>Rule</a:t>
            </a:r>
            <a:endParaRPr sz="37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526660" y="592328"/>
            <a:ext cx="6499225" cy="505269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127635" indent="-227329" algn="just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Atomicity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define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aspect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environment.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have 	</a:t>
            </a:r>
            <a:r>
              <a:rPr sz="2400" spc="-10" dirty="0">
                <a:latin typeface="Calibri"/>
                <a:cs typeface="Calibri"/>
              </a:rPr>
              <a:t>students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Business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Format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expressed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terms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understandable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businesspeople.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55"/>
              </a:lnSpc>
            </a:pPr>
            <a:r>
              <a:rPr sz="2400" dirty="0">
                <a:latin typeface="Calibri"/>
                <a:cs typeface="Calibri"/>
              </a:rPr>
              <a:t>E.g.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diagrams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240029" marR="38735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Business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Commonality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confirm 	</a:t>
            </a:r>
            <a:r>
              <a:rPr sz="2400" dirty="0">
                <a:latin typeface="Calibri"/>
                <a:cs typeface="Calibri"/>
              </a:rPr>
              <a:t>business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scope.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define 	characteristics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college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99060" indent="-227329">
              <a:lnSpc>
                <a:spcPct val="900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Business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Ownership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rule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governed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spc="-10" dirty="0">
                <a:latin typeface="Calibri"/>
                <a:cs typeface="Calibri"/>
              </a:rPr>
              <a:t>businessperson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verifying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it, 	</a:t>
            </a:r>
            <a:r>
              <a:rPr sz="2400" spc="-10" dirty="0">
                <a:latin typeface="Calibri"/>
                <a:cs typeface="Calibri"/>
              </a:rPr>
              <a:t>enforcing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monitoring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change.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E.g. 	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customer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responsible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	</a:t>
            </a:r>
            <a:r>
              <a:rPr sz="2400" spc="-10" dirty="0">
                <a:latin typeface="Calibri"/>
                <a:cs typeface="Calibri"/>
              </a:rPr>
              <a:t>requirements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submitted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him.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4040" y="961136"/>
            <a:ext cx="69462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latin typeface="Calibri"/>
                <a:cs typeface="Calibri"/>
              </a:rPr>
              <a:t>Classification</a:t>
            </a:r>
            <a:r>
              <a:rPr sz="2800" b="1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classified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 	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constraints.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4040" y="1857501"/>
            <a:ext cx="3336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  <a:tab pos="1777364" algn="l"/>
              </a:tabLst>
            </a:pPr>
            <a:r>
              <a:rPr sz="2800" b="1" spc="-10" dirty="0">
                <a:latin typeface="Calibri"/>
                <a:cs typeface="Calibri"/>
              </a:rPr>
              <a:t>Business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Formalism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2640" y="2241549"/>
            <a:ext cx="33502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65045" algn="l"/>
                <a:tab pos="2853055" algn="l"/>
              </a:tabLst>
            </a:pPr>
            <a:r>
              <a:rPr sz="2800" spc="-10" dirty="0">
                <a:latin typeface="Calibri"/>
                <a:cs typeface="Calibri"/>
              </a:rPr>
              <a:t>implemented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9597" y="1857501"/>
            <a:ext cx="3371215" cy="8356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09880" marR="5080" indent="-297815">
              <a:lnSpc>
                <a:spcPts val="3020"/>
              </a:lnSpc>
              <a:spcBef>
                <a:spcPts val="480"/>
              </a:spcBef>
              <a:tabLst>
                <a:tab pos="453390" algn="l"/>
                <a:tab pos="1393190" algn="l"/>
                <a:tab pos="1651000" algn="l"/>
                <a:tab pos="2223770" algn="l"/>
                <a:tab pos="2995295" algn="l"/>
              </a:tabLst>
            </a:pPr>
            <a:r>
              <a:rPr sz="2800" dirty="0">
                <a:latin typeface="Calibri"/>
                <a:cs typeface="Calibri"/>
              </a:rPr>
              <a:t>–		</a:t>
            </a:r>
            <a:r>
              <a:rPr sz="2800" spc="-20" dirty="0">
                <a:latin typeface="Calibri"/>
                <a:cs typeface="Calibri"/>
              </a:rPr>
              <a:t>Each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rule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can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be </a:t>
            </a:r>
            <a:r>
              <a:rPr sz="2800" spc="-10" dirty="0">
                <a:latin typeface="Calibri"/>
                <a:cs typeface="Calibri"/>
              </a:rPr>
              <a:t>related</a:t>
            </a:r>
            <a:r>
              <a:rPr sz="2800" dirty="0">
                <a:latin typeface="Calibri"/>
                <a:cs typeface="Calibri"/>
              </a:rPr>
              <a:t>		</a:t>
            </a:r>
            <a:r>
              <a:rPr sz="2800" spc="-10" dirty="0">
                <a:latin typeface="Calibri"/>
                <a:cs typeface="Calibri"/>
              </a:rPr>
              <a:t>information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84040" y="2625293"/>
            <a:ext cx="6945630" cy="28581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5080">
              <a:lnSpc>
                <a:spcPts val="3030"/>
              </a:lnSpc>
              <a:spcBef>
                <a:spcPts val="475"/>
              </a:spcBef>
            </a:pPr>
            <a:r>
              <a:rPr sz="2800" dirty="0">
                <a:latin typeface="Calibri"/>
                <a:cs typeface="Calibri"/>
              </a:rPr>
              <a:t>system.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Business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rules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consistent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non-</a:t>
            </a:r>
            <a:r>
              <a:rPr sz="2800" spc="-10" dirty="0">
                <a:latin typeface="Calibri"/>
                <a:cs typeface="Calibri"/>
              </a:rPr>
              <a:t>redundant.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EXAMPLES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44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admission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college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subject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taught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professor</a:t>
            </a:r>
            <a:endParaRPr sz="2400">
              <a:latin typeface="Calibri"/>
              <a:cs typeface="Calibri"/>
            </a:endParaRPr>
          </a:p>
          <a:p>
            <a:pPr marL="697230" marR="5080" lvl="1" indent="-227329">
              <a:lnSpc>
                <a:spcPts val="2590"/>
              </a:lnSpc>
              <a:spcBef>
                <a:spcPts val="550"/>
              </a:spcBef>
              <a:buFont typeface="Arial MT"/>
              <a:buChar char="•"/>
              <a:tabLst>
                <a:tab pos="6985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consists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60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80 	</a:t>
            </a:r>
            <a:r>
              <a:rPr sz="2400" spc="-10" dirty="0">
                <a:latin typeface="Calibri"/>
                <a:cs typeface="Calibri"/>
              </a:rPr>
              <a:t>students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634">
              <a:lnSpc>
                <a:spcPct val="100000"/>
              </a:lnSpc>
              <a:spcBef>
                <a:spcPts val="105"/>
              </a:spcBef>
            </a:pPr>
            <a:r>
              <a:rPr sz="4400" spc="-25" dirty="0"/>
              <a:t>Method</a:t>
            </a:r>
            <a:r>
              <a:rPr sz="4400" spc="-190" dirty="0"/>
              <a:t> </a:t>
            </a:r>
            <a:r>
              <a:rPr sz="4400" dirty="0"/>
              <a:t>Of</a:t>
            </a:r>
            <a:r>
              <a:rPr sz="4400" spc="-155" dirty="0"/>
              <a:t> </a:t>
            </a:r>
            <a:r>
              <a:rPr sz="4400" spc="-30" dirty="0"/>
              <a:t>Defining</a:t>
            </a:r>
            <a:r>
              <a:rPr sz="4400" spc="-185" dirty="0"/>
              <a:t> </a:t>
            </a:r>
            <a:r>
              <a:rPr sz="4400" spc="-20" dirty="0"/>
              <a:t>Business</a:t>
            </a:r>
            <a:r>
              <a:rPr sz="4400" spc="-175" dirty="0"/>
              <a:t> </a:t>
            </a:r>
            <a:r>
              <a:rPr sz="4400" spc="-10" dirty="0"/>
              <a:t>Rules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136903" y="3015995"/>
            <a:ext cx="932815" cy="934719"/>
            <a:chOff x="1136903" y="3015995"/>
            <a:chExt cx="932815" cy="934719"/>
          </a:xfrm>
        </p:grpSpPr>
        <p:sp>
          <p:nvSpPr>
            <p:cNvPr id="4" name="object 4"/>
            <p:cNvSpPr/>
            <p:nvPr/>
          </p:nvSpPr>
          <p:spPr>
            <a:xfrm>
              <a:off x="1136903" y="3015995"/>
              <a:ext cx="932815" cy="934719"/>
            </a:xfrm>
            <a:custGeom>
              <a:avLst/>
              <a:gdLst/>
              <a:ahLst/>
              <a:cxnLst/>
              <a:rect l="l" t="t" r="r" b="b"/>
              <a:pathLst>
                <a:path w="932814" h="934720">
                  <a:moveTo>
                    <a:pt x="932688" y="0"/>
                  </a:moveTo>
                  <a:lnTo>
                    <a:pt x="277241" y="0"/>
                  </a:lnTo>
                  <a:lnTo>
                    <a:pt x="227407" y="4465"/>
                  </a:lnTo>
                  <a:lnTo>
                    <a:pt x="180504" y="17339"/>
                  </a:lnTo>
                  <a:lnTo>
                    <a:pt x="137314" y="37841"/>
                  </a:lnTo>
                  <a:lnTo>
                    <a:pt x="98620" y="65188"/>
                  </a:lnTo>
                  <a:lnTo>
                    <a:pt x="65205" y="98599"/>
                  </a:lnTo>
                  <a:lnTo>
                    <a:pt x="37852" y="137291"/>
                  </a:lnTo>
                  <a:lnTo>
                    <a:pt x="17345" y="180484"/>
                  </a:lnTo>
                  <a:lnTo>
                    <a:pt x="4466" y="227394"/>
                  </a:lnTo>
                  <a:lnTo>
                    <a:pt x="0" y="277240"/>
                  </a:lnTo>
                  <a:lnTo>
                    <a:pt x="0" y="934211"/>
                  </a:lnTo>
                  <a:lnTo>
                    <a:pt x="655447" y="934211"/>
                  </a:lnTo>
                  <a:lnTo>
                    <a:pt x="705293" y="929746"/>
                  </a:lnTo>
                  <a:lnTo>
                    <a:pt x="752203" y="916872"/>
                  </a:lnTo>
                  <a:lnTo>
                    <a:pt x="795396" y="896370"/>
                  </a:lnTo>
                  <a:lnTo>
                    <a:pt x="834088" y="869023"/>
                  </a:lnTo>
                  <a:lnTo>
                    <a:pt x="867499" y="835612"/>
                  </a:lnTo>
                  <a:lnTo>
                    <a:pt x="894846" y="796920"/>
                  </a:lnTo>
                  <a:lnTo>
                    <a:pt x="915348" y="753727"/>
                  </a:lnTo>
                  <a:lnTo>
                    <a:pt x="928222" y="706817"/>
                  </a:lnTo>
                  <a:lnTo>
                    <a:pt x="932688" y="656970"/>
                  </a:lnTo>
                  <a:lnTo>
                    <a:pt x="9326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87829" y="3266959"/>
              <a:ext cx="434975" cy="435609"/>
            </a:xfrm>
            <a:custGeom>
              <a:avLst/>
              <a:gdLst/>
              <a:ahLst/>
              <a:cxnLst/>
              <a:rect l="l" t="t" r="r" b="b"/>
              <a:pathLst>
                <a:path w="434975" h="435610">
                  <a:moveTo>
                    <a:pt x="349831" y="296557"/>
                  </a:moveTo>
                  <a:lnTo>
                    <a:pt x="265542" y="296557"/>
                  </a:lnTo>
                  <a:lnTo>
                    <a:pt x="289783" y="320810"/>
                  </a:lnTo>
                  <a:lnTo>
                    <a:pt x="289274" y="328415"/>
                  </a:lnTo>
                  <a:lnTo>
                    <a:pt x="369115" y="423889"/>
                  </a:lnTo>
                  <a:lnTo>
                    <a:pt x="396661" y="435464"/>
                  </a:lnTo>
                  <a:lnTo>
                    <a:pt x="404064" y="434741"/>
                  </a:lnTo>
                  <a:lnTo>
                    <a:pt x="434881" y="396397"/>
                  </a:lnTo>
                  <a:lnTo>
                    <a:pt x="432031" y="381953"/>
                  </a:lnTo>
                  <a:lnTo>
                    <a:pt x="423656" y="369318"/>
                  </a:lnTo>
                  <a:lnTo>
                    <a:pt x="354791" y="300415"/>
                  </a:lnTo>
                  <a:lnTo>
                    <a:pt x="349831" y="296557"/>
                  </a:lnTo>
                  <a:close/>
                </a:path>
                <a:path w="434975" h="435610">
                  <a:moveTo>
                    <a:pt x="165275" y="0"/>
                  </a:moveTo>
                  <a:lnTo>
                    <a:pt x="121469" y="5933"/>
                  </a:lnTo>
                  <a:lnTo>
                    <a:pt x="82025" y="22661"/>
                  </a:lnTo>
                  <a:lnTo>
                    <a:pt x="48549" y="48576"/>
                  </a:lnTo>
                  <a:lnTo>
                    <a:pt x="22648" y="82070"/>
                  </a:lnTo>
                  <a:lnTo>
                    <a:pt x="5930" y="121536"/>
                  </a:lnTo>
                  <a:lnTo>
                    <a:pt x="74" y="164815"/>
                  </a:lnTo>
                  <a:lnTo>
                    <a:pt x="0" y="165366"/>
                  </a:lnTo>
                  <a:lnTo>
                    <a:pt x="5930" y="209196"/>
                  </a:lnTo>
                  <a:lnTo>
                    <a:pt x="22648" y="248662"/>
                  </a:lnTo>
                  <a:lnTo>
                    <a:pt x="48549" y="282156"/>
                  </a:lnTo>
                  <a:lnTo>
                    <a:pt x="82025" y="308071"/>
                  </a:lnTo>
                  <a:lnTo>
                    <a:pt x="121469" y="324799"/>
                  </a:lnTo>
                  <a:lnTo>
                    <a:pt x="165275" y="330732"/>
                  </a:lnTo>
                  <a:lnTo>
                    <a:pt x="192795" y="328415"/>
                  </a:lnTo>
                  <a:lnTo>
                    <a:pt x="218921" y="321706"/>
                  </a:lnTo>
                  <a:lnTo>
                    <a:pt x="243290" y="310966"/>
                  </a:lnTo>
                  <a:lnTo>
                    <a:pt x="264691" y="297108"/>
                  </a:lnTo>
                  <a:lnTo>
                    <a:pt x="164724" y="297108"/>
                  </a:lnTo>
                  <a:lnTo>
                    <a:pt x="123048" y="290334"/>
                  </a:lnTo>
                  <a:lnTo>
                    <a:pt x="86767" y="271496"/>
                  </a:lnTo>
                  <a:lnTo>
                    <a:pt x="58102" y="242815"/>
                  </a:lnTo>
                  <a:lnTo>
                    <a:pt x="39273" y="206513"/>
                  </a:lnTo>
                  <a:lnTo>
                    <a:pt x="32593" y="165366"/>
                  </a:lnTo>
                  <a:lnTo>
                    <a:pt x="32504" y="164815"/>
                  </a:lnTo>
                  <a:lnTo>
                    <a:pt x="39273" y="123116"/>
                  </a:lnTo>
                  <a:lnTo>
                    <a:pt x="58102" y="86815"/>
                  </a:lnTo>
                  <a:lnTo>
                    <a:pt x="86767" y="58134"/>
                  </a:lnTo>
                  <a:lnTo>
                    <a:pt x="123048" y="39295"/>
                  </a:lnTo>
                  <a:lnTo>
                    <a:pt x="164724" y="32522"/>
                  </a:lnTo>
                  <a:lnTo>
                    <a:pt x="261263" y="32522"/>
                  </a:lnTo>
                  <a:lnTo>
                    <a:pt x="248525" y="22661"/>
                  </a:lnTo>
                  <a:lnTo>
                    <a:pt x="209081" y="5933"/>
                  </a:lnTo>
                  <a:lnTo>
                    <a:pt x="165275" y="0"/>
                  </a:lnTo>
                  <a:close/>
                </a:path>
                <a:path w="434975" h="435610">
                  <a:moveTo>
                    <a:pt x="261263" y="32522"/>
                  </a:moveTo>
                  <a:lnTo>
                    <a:pt x="164724" y="32522"/>
                  </a:lnTo>
                  <a:lnTo>
                    <a:pt x="206400" y="39295"/>
                  </a:lnTo>
                  <a:lnTo>
                    <a:pt x="242681" y="58134"/>
                  </a:lnTo>
                  <a:lnTo>
                    <a:pt x="271347" y="86815"/>
                  </a:lnTo>
                  <a:lnTo>
                    <a:pt x="290175" y="123116"/>
                  </a:lnTo>
                  <a:lnTo>
                    <a:pt x="296944" y="164815"/>
                  </a:lnTo>
                  <a:lnTo>
                    <a:pt x="290175" y="206513"/>
                  </a:lnTo>
                  <a:lnTo>
                    <a:pt x="271347" y="242815"/>
                  </a:lnTo>
                  <a:lnTo>
                    <a:pt x="242681" y="271496"/>
                  </a:lnTo>
                  <a:lnTo>
                    <a:pt x="206400" y="290334"/>
                  </a:lnTo>
                  <a:lnTo>
                    <a:pt x="164724" y="297108"/>
                  </a:lnTo>
                  <a:lnTo>
                    <a:pt x="264691" y="297108"/>
                  </a:lnTo>
                  <a:lnTo>
                    <a:pt x="265542" y="296557"/>
                  </a:lnTo>
                  <a:lnTo>
                    <a:pt x="349831" y="296557"/>
                  </a:lnTo>
                  <a:lnTo>
                    <a:pt x="347207" y="294515"/>
                  </a:lnTo>
                  <a:lnTo>
                    <a:pt x="338745" y="290838"/>
                  </a:lnTo>
                  <a:lnTo>
                    <a:pt x="333410" y="289942"/>
                  </a:lnTo>
                  <a:lnTo>
                    <a:pt x="320634" y="289942"/>
                  </a:lnTo>
                  <a:lnTo>
                    <a:pt x="296394" y="265688"/>
                  </a:lnTo>
                  <a:lnTo>
                    <a:pt x="310795" y="243657"/>
                  </a:lnTo>
                  <a:lnTo>
                    <a:pt x="321529" y="219248"/>
                  </a:lnTo>
                  <a:lnTo>
                    <a:pt x="328235" y="192979"/>
                  </a:lnTo>
                  <a:lnTo>
                    <a:pt x="330550" y="165366"/>
                  </a:lnTo>
                  <a:lnTo>
                    <a:pt x="324620" y="121536"/>
                  </a:lnTo>
                  <a:lnTo>
                    <a:pt x="307902" y="82070"/>
                  </a:lnTo>
                  <a:lnTo>
                    <a:pt x="282001" y="48576"/>
                  </a:lnTo>
                  <a:lnTo>
                    <a:pt x="261263" y="32522"/>
                  </a:lnTo>
                  <a:close/>
                </a:path>
                <a:path w="434975" h="435610">
                  <a:moveTo>
                    <a:pt x="329767" y="289330"/>
                  </a:moveTo>
                  <a:lnTo>
                    <a:pt x="320634" y="289942"/>
                  </a:lnTo>
                  <a:lnTo>
                    <a:pt x="333410" y="289942"/>
                  </a:lnTo>
                  <a:lnTo>
                    <a:pt x="329767" y="2893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983386" y="4184141"/>
            <a:ext cx="1237615" cy="11690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algn="ctr">
              <a:lnSpc>
                <a:spcPct val="91700"/>
              </a:lnSpc>
              <a:spcBef>
                <a:spcPts val="300"/>
              </a:spcBef>
            </a:pPr>
            <a:r>
              <a:rPr sz="2000" dirty="0">
                <a:solidFill>
                  <a:srgbClr val="EC7C30"/>
                </a:solidFill>
                <a:latin typeface="Calibri"/>
                <a:cs typeface="Calibri"/>
              </a:rPr>
              <a:t>DEFINE</a:t>
            </a:r>
            <a:r>
              <a:rPr sz="2000" spc="-40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EC7C30"/>
                </a:solidFill>
                <a:latin typeface="Calibri"/>
                <a:cs typeface="Calibri"/>
              </a:rPr>
              <a:t>THE </a:t>
            </a:r>
            <a:r>
              <a:rPr sz="2000" dirty="0">
                <a:solidFill>
                  <a:srgbClr val="EC7C30"/>
                </a:solidFill>
                <a:latin typeface="Calibri"/>
                <a:cs typeface="Calibri"/>
              </a:rPr>
              <a:t>SCOPE</a:t>
            </a:r>
            <a:r>
              <a:rPr sz="2000" spc="-55" dirty="0">
                <a:solidFill>
                  <a:srgbClr val="EC7C3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EC7C30"/>
                </a:solidFill>
                <a:latin typeface="Calibri"/>
                <a:cs typeface="Calibri"/>
              </a:rPr>
              <a:t>OF </a:t>
            </a:r>
            <a:r>
              <a:rPr sz="2000" spc="-20" dirty="0">
                <a:solidFill>
                  <a:srgbClr val="EC7C30"/>
                </a:solidFill>
                <a:latin typeface="Calibri"/>
                <a:cs typeface="Calibri"/>
              </a:rPr>
              <a:t>YOUR </a:t>
            </a:r>
            <a:r>
              <a:rPr sz="2000" spc="-10" dirty="0">
                <a:solidFill>
                  <a:srgbClr val="EC7C30"/>
                </a:solidFill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933700" y="3015995"/>
            <a:ext cx="932815" cy="934719"/>
            <a:chOff x="2933700" y="3015995"/>
            <a:chExt cx="932815" cy="934719"/>
          </a:xfrm>
        </p:grpSpPr>
        <p:sp>
          <p:nvSpPr>
            <p:cNvPr id="8" name="object 8"/>
            <p:cNvSpPr/>
            <p:nvPr/>
          </p:nvSpPr>
          <p:spPr>
            <a:xfrm>
              <a:off x="2933700" y="3015995"/>
              <a:ext cx="932815" cy="934719"/>
            </a:xfrm>
            <a:custGeom>
              <a:avLst/>
              <a:gdLst/>
              <a:ahLst/>
              <a:cxnLst/>
              <a:rect l="l" t="t" r="r" b="b"/>
              <a:pathLst>
                <a:path w="932814" h="934720">
                  <a:moveTo>
                    <a:pt x="932688" y="0"/>
                  </a:moveTo>
                  <a:lnTo>
                    <a:pt x="277241" y="0"/>
                  </a:lnTo>
                  <a:lnTo>
                    <a:pt x="227394" y="4465"/>
                  </a:lnTo>
                  <a:lnTo>
                    <a:pt x="180484" y="17339"/>
                  </a:lnTo>
                  <a:lnTo>
                    <a:pt x="137291" y="37841"/>
                  </a:lnTo>
                  <a:lnTo>
                    <a:pt x="98599" y="65188"/>
                  </a:lnTo>
                  <a:lnTo>
                    <a:pt x="65188" y="98599"/>
                  </a:lnTo>
                  <a:lnTo>
                    <a:pt x="37841" y="137291"/>
                  </a:lnTo>
                  <a:lnTo>
                    <a:pt x="17339" y="180484"/>
                  </a:lnTo>
                  <a:lnTo>
                    <a:pt x="4465" y="227394"/>
                  </a:lnTo>
                  <a:lnTo>
                    <a:pt x="0" y="277240"/>
                  </a:lnTo>
                  <a:lnTo>
                    <a:pt x="0" y="934211"/>
                  </a:lnTo>
                  <a:lnTo>
                    <a:pt x="655447" y="934211"/>
                  </a:lnTo>
                  <a:lnTo>
                    <a:pt x="705293" y="929746"/>
                  </a:lnTo>
                  <a:lnTo>
                    <a:pt x="752203" y="916872"/>
                  </a:lnTo>
                  <a:lnTo>
                    <a:pt x="795396" y="896370"/>
                  </a:lnTo>
                  <a:lnTo>
                    <a:pt x="834088" y="869023"/>
                  </a:lnTo>
                  <a:lnTo>
                    <a:pt x="867499" y="835612"/>
                  </a:lnTo>
                  <a:lnTo>
                    <a:pt x="894846" y="796920"/>
                  </a:lnTo>
                  <a:lnTo>
                    <a:pt x="915348" y="753727"/>
                  </a:lnTo>
                  <a:lnTo>
                    <a:pt x="928222" y="706817"/>
                  </a:lnTo>
                  <a:lnTo>
                    <a:pt x="932688" y="656970"/>
                  </a:lnTo>
                  <a:lnTo>
                    <a:pt x="93268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84067" y="3266414"/>
              <a:ext cx="435609" cy="435609"/>
            </a:xfrm>
            <a:custGeom>
              <a:avLst/>
              <a:gdLst/>
              <a:ahLst/>
              <a:cxnLst/>
              <a:rect l="l" t="t" r="r" b="b"/>
              <a:pathLst>
                <a:path w="435610" h="435610">
                  <a:moveTo>
                    <a:pt x="341566" y="225996"/>
                  </a:moveTo>
                  <a:lnTo>
                    <a:pt x="340550" y="209372"/>
                  </a:lnTo>
                  <a:lnTo>
                    <a:pt x="337578" y="193408"/>
                  </a:lnTo>
                  <a:lnTo>
                    <a:pt x="332740" y="178168"/>
                  </a:lnTo>
                  <a:lnTo>
                    <a:pt x="326148" y="163715"/>
                  </a:lnTo>
                  <a:lnTo>
                    <a:pt x="301358" y="188518"/>
                  </a:lnTo>
                  <a:lnTo>
                    <a:pt x="304558" y="197396"/>
                  </a:lnTo>
                  <a:lnTo>
                    <a:pt x="306793" y="206641"/>
                  </a:lnTo>
                  <a:lnTo>
                    <a:pt x="308089" y="216192"/>
                  </a:lnTo>
                  <a:lnTo>
                    <a:pt x="308508" y="225996"/>
                  </a:lnTo>
                  <a:lnTo>
                    <a:pt x="300685" y="264528"/>
                  </a:lnTo>
                  <a:lnTo>
                    <a:pt x="279387" y="296075"/>
                  </a:lnTo>
                  <a:lnTo>
                    <a:pt x="247853" y="317385"/>
                  </a:lnTo>
                  <a:lnTo>
                    <a:pt x="209346" y="325221"/>
                  </a:lnTo>
                  <a:lnTo>
                    <a:pt x="170840" y="317385"/>
                  </a:lnTo>
                  <a:lnTo>
                    <a:pt x="139319" y="296075"/>
                  </a:lnTo>
                  <a:lnTo>
                    <a:pt x="118008" y="264528"/>
                  </a:lnTo>
                  <a:lnTo>
                    <a:pt x="110185" y="225996"/>
                  </a:lnTo>
                  <a:lnTo>
                    <a:pt x="118008" y="187477"/>
                  </a:lnTo>
                  <a:lnTo>
                    <a:pt x="139319" y="155930"/>
                  </a:lnTo>
                  <a:lnTo>
                    <a:pt x="170840" y="134607"/>
                  </a:lnTo>
                  <a:lnTo>
                    <a:pt x="209346" y="126784"/>
                  </a:lnTo>
                  <a:lnTo>
                    <a:pt x="219151" y="127279"/>
                  </a:lnTo>
                  <a:lnTo>
                    <a:pt x="228701" y="128714"/>
                  </a:lnTo>
                  <a:lnTo>
                    <a:pt x="237934" y="130962"/>
                  </a:lnTo>
                  <a:lnTo>
                    <a:pt x="246811" y="133946"/>
                  </a:lnTo>
                  <a:lnTo>
                    <a:pt x="271602" y="109143"/>
                  </a:lnTo>
                  <a:lnTo>
                    <a:pt x="257149" y="102539"/>
                  </a:lnTo>
                  <a:lnTo>
                    <a:pt x="241922" y="97701"/>
                  </a:lnTo>
                  <a:lnTo>
                    <a:pt x="225971" y="94729"/>
                  </a:lnTo>
                  <a:lnTo>
                    <a:pt x="209346" y="93713"/>
                  </a:lnTo>
                  <a:lnTo>
                    <a:pt x="167678" y="100482"/>
                  </a:lnTo>
                  <a:lnTo>
                    <a:pt x="131394" y="119316"/>
                  </a:lnTo>
                  <a:lnTo>
                    <a:pt x="102730" y="148005"/>
                  </a:lnTo>
                  <a:lnTo>
                    <a:pt x="83896" y="184302"/>
                  </a:lnTo>
                  <a:lnTo>
                    <a:pt x="77127" y="225996"/>
                  </a:lnTo>
                  <a:lnTo>
                    <a:pt x="83896" y="267703"/>
                  </a:lnTo>
                  <a:lnTo>
                    <a:pt x="102730" y="303999"/>
                  </a:lnTo>
                  <a:lnTo>
                    <a:pt x="131394" y="332676"/>
                  </a:lnTo>
                  <a:lnTo>
                    <a:pt x="167678" y="351523"/>
                  </a:lnTo>
                  <a:lnTo>
                    <a:pt x="209346" y="358292"/>
                  </a:lnTo>
                  <a:lnTo>
                    <a:pt x="251028" y="351523"/>
                  </a:lnTo>
                  <a:lnTo>
                    <a:pt x="287312" y="332676"/>
                  </a:lnTo>
                  <a:lnTo>
                    <a:pt x="315976" y="303999"/>
                  </a:lnTo>
                  <a:lnTo>
                    <a:pt x="334797" y="267703"/>
                  </a:lnTo>
                  <a:lnTo>
                    <a:pt x="341566" y="225996"/>
                  </a:lnTo>
                  <a:close/>
                </a:path>
                <a:path w="435610" h="435610">
                  <a:moveTo>
                    <a:pt x="418693" y="225996"/>
                  </a:moveTo>
                  <a:lnTo>
                    <a:pt x="417068" y="199656"/>
                  </a:lnTo>
                  <a:lnTo>
                    <a:pt x="412292" y="174459"/>
                  </a:lnTo>
                  <a:lnTo>
                    <a:pt x="404520" y="150495"/>
                  </a:lnTo>
                  <a:lnTo>
                    <a:pt x="393903" y="127889"/>
                  </a:lnTo>
                  <a:lnTo>
                    <a:pt x="390055" y="131191"/>
                  </a:lnTo>
                  <a:lnTo>
                    <a:pt x="382892" y="138912"/>
                  </a:lnTo>
                  <a:lnTo>
                    <a:pt x="360857" y="136156"/>
                  </a:lnTo>
                  <a:lnTo>
                    <a:pt x="371233" y="156705"/>
                  </a:lnTo>
                  <a:lnTo>
                    <a:pt x="379031" y="178600"/>
                  </a:lnTo>
                  <a:lnTo>
                    <a:pt x="383933" y="201726"/>
                  </a:lnTo>
                  <a:lnTo>
                    <a:pt x="385648" y="225996"/>
                  </a:lnTo>
                  <a:lnTo>
                    <a:pt x="379323" y="272757"/>
                  </a:lnTo>
                  <a:lnTo>
                    <a:pt x="361480" y="314845"/>
                  </a:lnTo>
                  <a:lnTo>
                    <a:pt x="333857" y="350570"/>
                  </a:lnTo>
                  <a:lnTo>
                    <a:pt x="298145" y="378218"/>
                  </a:lnTo>
                  <a:lnTo>
                    <a:pt x="256070" y="396062"/>
                  </a:lnTo>
                  <a:lnTo>
                    <a:pt x="209346" y="402386"/>
                  </a:lnTo>
                  <a:lnTo>
                    <a:pt x="162623" y="396062"/>
                  </a:lnTo>
                  <a:lnTo>
                    <a:pt x="120548" y="378218"/>
                  </a:lnTo>
                  <a:lnTo>
                    <a:pt x="84836" y="350570"/>
                  </a:lnTo>
                  <a:lnTo>
                    <a:pt x="57213" y="314845"/>
                  </a:lnTo>
                  <a:lnTo>
                    <a:pt x="39382" y="272757"/>
                  </a:lnTo>
                  <a:lnTo>
                    <a:pt x="33058" y="225996"/>
                  </a:lnTo>
                  <a:lnTo>
                    <a:pt x="39382" y="179247"/>
                  </a:lnTo>
                  <a:lnTo>
                    <a:pt x="57213" y="137147"/>
                  </a:lnTo>
                  <a:lnTo>
                    <a:pt x="84836" y="101422"/>
                  </a:lnTo>
                  <a:lnTo>
                    <a:pt x="120548" y="73787"/>
                  </a:lnTo>
                  <a:lnTo>
                    <a:pt x="162623" y="55943"/>
                  </a:lnTo>
                  <a:lnTo>
                    <a:pt x="209346" y="49606"/>
                  </a:lnTo>
                  <a:lnTo>
                    <a:pt x="233375" y="51231"/>
                  </a:lnTo>
                  <a:lnTo>
                    <a:pt x="256527" y="56019"/>
                  </a:lnTo>
                  <a:lnTo>
                    <a:pt x="278536" y="63792"/>
                  </a:lnTo>
                  <a:lnTo>
                    <a:pt x="299148" y="74409"/>
                  </a:lnTo>
                  <a:lnTo>
                    <a:pt x="296392" y="52362"/>
                  </a:lnTo>
                  <a:lnTo>
                    <a:pt x="260934" y="22872"/>
                  </a:lnTo>
                  <a:lnTo>
                    <a:pt x="209346" y="16535"/>
                  </a:lnTo>
                  <a:lnTo>
                    <a:pt x="161328" y="22059"/>
                  </a:lnTo>
                  <a:lnTo>
                    <a:pt x="117246" y="37807"/>
                  </a:lnTo>
                  <a:lnTo>
                    <a:pt x="78384" y="62534"/>
                  </a:lnTo>
                  <a:lnTo>
                    <a:pt x="45974" y="94957"/>
                  </a:lnTo>
                  <a:lnTo>
                    <a:pt x="21259" y="133845"/>
                  </a:lnTo>
                  <a:lnTo>
                    <a:pt x="5524" y="177952"/>
                  </a:lnTo>
                  <a:lnTo>
                    <a:pt x="0" y="225996"/>
                  </a:lnTo>
                  <a:lnTo>
                    <a:pt x="5524" y="274053"/>
                  </a:lnTo>
                  <a:lnTo>
                    <a:pt x="21259" y="318147"/>
                  </a:lnTo>
                  <a:lnTo>
                    <a:pt x="45974" y="357035"/>
                  </a:lnTo>
                  <a:lnTo>
                    <a:pt x="78384" y="389470"/>
                  </a:lnTo>
                  <a:lnTo>
                    <a:pt x="117246" y="414185"/>
                  </a:lnTo>
                  <a:lnTo>
                    <a:pt x="161328" y="429933"/>
                  </a:lnTo>
                  <a:lnTo>
                    <a:pt x="209346" y="435470"/>
                  </a:lnTo>
                  <a:lnTo>
                    <a:pt x="257378" y="429933"/>
                  </a:lnTo>
                  <a:lnTo>
                    <a:pt x="301447" y="414185"/>
                  </a:lnTo>
                  <a:lnTo>
                    <a:pt x="340321" y="389470"/>
                  </a:lnTo>
                  <a:lnTo>
                    <a:pt x="372732" y="357035"/>
                  </a:lnTo>
                  <a:lnTo>
                    <a:pt x="397433" y="318147"/>
                  </a:lnTo>
                  <a:lnTo>
                    <a:pt x="413169" y="274053"/>
                  </a:lnTo>
                  <a:lnTo>
                    <a:pt x="418693" y="225996"/>
                  </a:lnTo>
                  <a:close/>
                </a:path>
                <a:path w="435610" h="435610">
                  <a:moveTo>
                    <a:pt x="435229" y="55118"/>
                  </a:moveTo>
                  <a:lnTo>
                    <a:pt x="385648" y="49606"/>
                  </a:lnTo>
                  <a:lnTo>
                    <a:pt x="380136" y="0"/>
                  </a:lnTo>
                  <a:lnTo>
                    <a:pt x="319532" y="60629"/>
                  </a:lnTo>
                  <a:lnTo>
                    <a:pt x="322834" y="89293"/>
                  </a:lnTo>
                  <a:lnTo>
                    <a:pt x="234696" y="177495"/>
                  </a:lnTo>
                  <a:lnTo>
                    <a:pt x="228714" y="174828"/>
                  </a:lnTo>
                  <a:lnTo>
                    <a:pt x="222364" y="172732"/>
                  </a:lnTo>
                  <a:lnTo>
                    <a:pt x="215709" y="171373"/>
                  </a:lnTo>
                  <a:lnTo>
                    <a:pt x="208800" y="170878"/>
                  </a:lnTo>
                  <a:lnTo>
                    <a:pt x="187401" y="175221"/>
                  </a:lnTo>
                  <a:lnTo>
                    <a:pt x="169887" y="187071"/>
                  </a:lnTo>
                  <a:lnTo>
                    <a:pt x="158051" y="204597"/>
                  </a:lnTo>
                  <a:lnTo>
                    <a:pt x="153708" y="225996"/>
                  </a:lnTo>
                  <a:lnTo>
                    <a:pt x="158051" y="247408"/>
                  </a:lnTo>
                  <a:lnTo>
                    <a:pt x="169887" y="264934"/>
                  </a:lnTo>
                  <a:lnTo>
                    <a:pt x="187401" y="276771"/>
                  </a:lnTo>
                  <a:lnTo>
                    <a:pt x="208800" y="281127"/>
                  </a:lnTo>
                  <a:lnTo>
                    <a:pt x="230187" y="276771"/>
                  </a:lnTo>
                  <a:lnTo>
                    <a:pt x="247700" y="264934"/>
                  </a:lnTo>
                  <a:lnTo>
                    <a:pt x="259537" y="247408"/>
                  </a:lnTo>
                  <a:lnTo>
                    <a:pt x="263893" y="225996"/>
                  </a:lnTo>
                  <a:lnTo>
                    <a:pt x="263486" y="219176"/>
                  </a:lnTo>
                  <a:lnTo>
                    <a:pt x="262305" y="212699"/>
                  </a:lnTo>
                  <a:lnTo>
                    <a:pt x="260400" y="206540"/>
                  </a:lnTo>
                  <a:lnTo>
                    <a:pt x="257835" y="200647"/>
                  </a:lnTo>
                  <a:lnTo>
                    <a:pt x="345973" y="112445"/>
                  </a:lnTo>
                  <a:lnTo>
                    <a:pt x="374624" y="115760"/>
                  </a:lnTo>
                  <a:lnTo>
                    <a:pt x="435229" y="551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77489" y="4184141"/>
            <a:ext cx="1243965" cy="14484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635" algn="ctr">
              <a:lnSpc>
                <a:spcPct val="91600"/>
              </a:lnSpc>
              <a:spcBef>
                <a:spcPts val="305"/>
              </a:spcBef>
            </a:pPr>
            <a:r>
              <a:rPr sz="2000" spc="-70" dirty="0">
                <a:solidFill>
                  <a:srgbClr val="A4A4A4"/>
                </a:solidFill>
                <a:latin typeface="Calibri"/>
                <a:cs typeface="Calibri"/>
              </a:rPr>
              <a:t>STATE</a:t>
            </a:r>
            <a:r>
              <a:rPr sz="2000" spc="-30" dirty="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A4A4A4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A4A4A4"/>
                </a:solidFill>
                <a:latin typeface="Calibri"/>
                <a:cs typeface="Calibri"/>
              </a:rPr>
              <a:t>OBJECTIVES </a:t>
            </a:r>
            <a:r>
              <a:rPr sz="2000" dirty="0">
                <a:solidFill>
                  <a:srgbClr val="A4A4A4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A4A4A4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A4A4A4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A4A4A4"/>
                </a:solidFill>
                <a:latin typeface="Calibri"/>
                <a:cs typeface="Calibri"/>
              </a:rPr>
              <a:t>DEFINED SCOPE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30496" y="3015995"/>
            <a:ext cx="934719" cy="934719"/>
            <a:chOff x="4730496" y="3015995"/>
            <a:chExt cx="934719" cy="934719"/>
          </a:xfrm>
        </p:grpSpPr>
        <p:sp>
          <p:nvSpPr>
            <p:cNvPr id="12" name="object 12"/>
            <p:cNvSpPr/>
            <p:nvPr/>
          </p:nvSpPr>
          <p:spPr>
            <a:xfrm>
              <a:off x="4730496" y="3015995"/>
              <a:ext cx="934719" cy="934719"/>
            </a:xfrm>
            <a:custGeom>
              <a:avLst/>
              <a:gdLst/>
              <a:ahLst/>
              <a:cxnLst/>
              <a:rect l="l" t="t" r="r" b="b"/>
              <a:pathLst>
                <a:path w="934720" h="934720">
                  <a:moveTo>
                    <a:pt x="934212" y="0"/>
                  </a:moveTo>
                  <a:lnTo>
                    <a:pt x="277749" y="0"/>
                  </a:lnTo>
                  <a:lnTo>
                    <a:pt x="232691" y="3634"/>
                  </a:lnTo>
                  <a:lnTo>
                    <a:pt x="189951" y="14157"/>
                  </a:lnTo>
                  <a:lnTo>
                    <a:pt x="150098" y="30998"/>
                  </a:lnTo>
                  <a:lnTo>
                    <a:pt x="113705" y="53583"/>
                  </a:lnTo>
                  <a:lnTo>
                    <a:pt x="81343" y="81343"/>
                  </a:lnTo>
                  <a:lnTo>
                    <a:pt x="53583" y="113705"/>
                  </a:lnTo>
                  <a:lnTo>
                    <a:pt x="30998" y="150098"/>
                  </a:lnTo>
                  <a:lnTo>
                    <a:pt x="14157" y="189951"/>
                  </a:lnTo>
                  <a:lnTo>
                    <a:pt x="3634" y="232691"/>
                  </a:lnTo>
                  <a:lnTo>
                    <a:pt x="0" y="277749"/>
                  </a:lnTo>
                  <a:lnTo>
                    <a:pt x="0" y="934211"/>
                  </a:lnTo>
                  <a:lnTo>
                    <a:pt x="656463" y="934211"/>
                  </a:lnTo>
                  <a:lnTo>
                    <a:pt x="701520" y="930577"/>
                  </a:lnTo>
                  <a:lnTo>
                    <a:pt x="744260" y="920054"/>
                  </a:lnTo>
                  <a:lnTo>
                    <a:pt x="784113" y="903213"/>
                  </a:lnTo>
                  <a:lnTo>
                    <a:pt x="820506" y="880628"/>
                  </a:lnTo>
                  <a:lnTo>
                    <a:pt x="852868" y="852868"/>
                  </a:lnTo>
                  <a:lnTo>
                    <a:pt x="880628" y="820506"/>
                  </a:lnTo>
                  <a:lnTo>
                    <a:pt x="903213" y="784113"/>
                  </a:lnTo>
                  <a:lnTo>
                    <a:pt x="920054" y="744260"/>
                  </a:lnTo>
                  <a:lnTo>
                    <a:pt x="930577" y="701520"/>
                  </a:lnTo>
                  <a:lnTo>
                    <a:pt x="934212" y="656462"/>
                  </a:lnTo>
                  <a:lnTo>
                    <a:pt x="93421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67097" y="3339720"/>
              <a:ext cx="462771" cy="28883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484878" y="4184141"/>
            <a:ext cx="1425575" cy="144843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05"/>
              </a:spcBef>
            </a:pPr>
            <a:r>
              <a:rPr sz="2000" dirty="0">
                <a:solidFill>
                  <a:srgbClr val="FFC000"/>
                </a:solidFill>
                <a:latin typeface="Calibri"/>
                <a:cs typeface="Calibri"/>
              </a:rPr>
              <a:t>IDENTIFY</a:t>
            </a:r>
            <a:r>
              <a:rPr sz="2000" spc="-5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C000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C000"/>
                </a:solidFill>
                <a:latin typeface="Calibri"/>
                <a:cs typeface="Calibri"/>
              </a:rPr>
              <a:t>ACTORS </a:t>
            </a:r>
            <a:r>
              <a:rPr sz="2000" dirty="0">
                <a:solidFill>
                  <a:srgbClr val="FFC000"/>
                </a:solidFill>
                <a:latin typeface="Calibri"/>
                <a:cs typeface="Calibri"/>
              </a:rPr>
              <a:t>WITHIN</a:t>
            </a:r>
            <a:r>
              <a:rPr sz="2000" spc="-10" dirty="0">
                <a:solidFill>
                  <a:srgbClr val="FFC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C000"/>
                </a:solidFill>
                <a:latin typeface="Calibri"/>
                <a:cs typeface="Calibri"/>
              </a:rPr>
              <a:t>THE </a:t>
            </a:r>
            <a:r>
              <a:rPr sz="2000" spc="-10" dirty="0">
                <a:solidFill>
                  <a:srgbClr val="FFC000"/>
                </a:solidFill>
                <a:latin typeface="Calibri"/>
                <a:cs typeface="Calibri"/>
              </a:rPr>
              <a:t>DEFINED SCOPE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27292" y="3015995"/>
            <a:ext cx="934719" cy="934719"/>
            <a:chOff x="6527292" y="3015995"/>
            <a:chExt cx="934719" cy="934719"/>
          </a:xfrm>
        </p:grpSpPr>
        <p:sp>
          <p:nvSpPr>
            <p:cNvPr id="16" name="object 16"/>
            <p:cNvSpPr/>
            <p:nvPr/>
          </p:nvSpPr>
          <p:spPr>
            <a:xfrm>
              <a:off x="6527292" y="3015995"/>
              <a:ext cx="934719" cy="934719"/>
            </a:xfrm>
            <a:custGeom>
              <a:avLst/>
              <a:gdLst/>
              <a:ahLst/>
              <a:cxnLst/>
              <a:rect l="l" t="t" r="r" b="b"/>
              <a:pathLst>
                <a:path w="934720" h="934720">
                  <a:moveTo>
                    <a:pt x="934211" y="0"/>
                  </a:moveTo>
                  <a:lnTo>
                    <a:pt x="277749" y="0"/>
                  </a:lnTo>
                  <a:lnTo>
                    <a:pt x="232691" y="3634"/>
                  </a:lnTo>
                  <a:lnTo>
                    <a:pt x="189951" y="14157"/>
                  </a:lnTo>
                  <a:lnTo>
                    <a:pt x="150098" y="30998"/>
                  </a:lnTo>
                  <a:lnTo>
                    <a:pt x="113705" y="53583"/>
                  </a:lnTo>
                  <a:lnTo>
                    <a:pt x="81343" y="81343"/>
                  </a:lnTo>
                  <a:lnTo>
                    <a:pt x="53583" y="113705"/>
                  </a:lnTo>
                  <a:lnTo>
                    <a:pt x="30998" y="150098"/>
                  </a:lnTo>
                  <a:lnTo>
                    <a:pt x="14157" y="189951"/>
                  </a:lnTo>
                  <a:lnTo>
                    <a:pt x="3634" y="232691"/>
                  </a:lnTo>
                  <a:lnTo>
                    <a:pt x="0" y="277749"/>
                  </a:lnTo>
                  <a:lnTo>
                    <a:pt x="0" y="934211"/>
                  </a:lnTo>
                  <a:lnTo>
                    <a:pt x="656462" y="934211"/>
                  </a:lnTo>
                  <a:lnTo>
                    <a:pt x="701520" y="930577"/>
                  </a:lnTo>
                  <a:lnTo>
                    <a:pt x="744260" y="920054"/>
                  </a:lnTo>
                  <a:lnTo>
                    <a:pt x="784113" y="903213"/>
                  </a:lnTo>
                  <a:lnTo>
                    <a:pt x="820506" y="880628"/>
                  </a:lnTo>
                  <a:lnTo>
                    <a:pt x="852868" y="852868"/>
                  </a:lnTo>
                  <a:lnTo>
                    <a:pt x="880628" y="820506"/>
                  </a:lnTo>
                  <a:lnTo>
                    <a:pt x="903213" y="784113"/>
                  </a:lnTo>
                  <a:lnTo>
                    <a:pt x="920054" y="744260"/>
                  </a:lnTo>
                  <a:lnTo>
                    <a:pt x="930577" y="701520"/>
                  </a:lnTo>
                  <a:lnTo>
                    <a:pt x="934211" y="656462"/>
                  </a:lnTo>
                  <a:lnTo>
                    <a:pt x="934211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807962" y="3250425"/>
              <a:ext cx="374650" cy="445134"/>
            </a:xfrm>
            <a:custGeom>
              <a:avLst/>
              <a:gdLst/>
              <a:ahLst/>
              <a:cxnLst/>
              <a:rect l="l" t="t" r="r" b="b"/>
              <a:pathLst>
                <a:path w="374650" h="445135">
                  <a:moveTo>
                    <a:pt x="136080" y="212775"/>
                  </a:moveTo>
                  <a:lnTo>
                    <a:pt x="134251" y="203758"/>
                  </a:lnTo>
                  <a:lnTo>
                    <a:pt x="129298" y="196405"/>
                  </a:lnTo>
                  <a:lnTo>
                    <a:pt x="121945" y="191439"/>
                  </a:lnTo>
                  <a:lnTo>
                    <a:pt x="112941" y="189623"/>
                  </a:lnTo>
                  <a:lnTo>
                    <a:pt x="103924" y="191439"/>
                  </a:lnTo>
                  <a:lnTo>
                    <a:pt x="96570" y="196405"/>
                  </a:lnTo>
                  <a:lnTo>
                    <a:pt x="91617" y="203758"/>
                  </a:lnTo>
                  <a:lnTo>
                    <a:pt x="89801" y="212775"/>
                  </a:lnTo>
                  <a:lnTo>
                    <a:pt x="91617" y="221792"/>
                  </a:lnTo>
                  <a:lnTo>
                    <a:pt x="96570" y="229146"/>
                  </a:lnTo>
                  <a:lnTo>
                    <a:pt x="103924" y="234111"/>
                  </a:lnTo>
                  <a:lnTo>
                    <a:pt x="112941" y="235927"/>
                  </a:lnTo>
                  <a:lnTo>
                    <a:pt x="121945" y="234111"/>
                  </a:lnTo>
                  <a:lnTo>
                    <a:pt x="129298" y="229146"/>
                  </a:lnTo>
                  <a:lnTo>
                    <a:pt x="134251" y="221792"/>
                  </a:lnTo>
                  <a:lnTo>
                    <a:pt x="136080" y="212775"/>
                  </a:lnTo>
                  <a:close/>
                </a:path>
                <a:path w="374650" h="445135">
                  <a:moveTo>
                    <a:pt x="205486" y="100876"/>
                  </a:moveTo>
                  <a:lnTo>
                    <a:pt x="203657" y="91909"/>
                  </a:lnTo>
                  <a:lnTo>
                    <a:pt x="198678" y="84543"/>
                  </a:lnTo>
                  <a:lnTo>
                    <a:pt x="191312" y="79565"/>
                  </a:lnTo>
                  <a:lnTo>
                    <a:pt x="182346" y="77724"/>
                  </a:lnTo>
                  <a:lnTo>
                    <a:pt x="173393" y="79565"/>
                  </a:lnTo>
                  <a:lnTo>
                    <a:pt x="166027" y="84543"/>
                  </a:lnTo>
                  <a:lnTo>
                    <a:pt x="161048" y="91909"/>
                  </a:lnTo>
                  <a:lnTo>
                    <a:pt x="159219" y="100876"/>
                  </a:lnTo>
                  <a:lnTo>
                    <a:pt x="161048" y="109842"/>
                  </a:lnTo>
                  <a:lnTo>
                    <a:pt x="166027" y="117208"/>
                  </a:lnTo>
                  <a:lnTo>
                    <a:pt x="173393" y="122199"/>
                  </a:lnTo>
                  <a:lnTo>
                    <a:pt x="182346" y="124028"/>
                  </a:lnTo>
                  <a:lnTo>
                    <a:pt x="191312" y="122199"/>
                  </a:lnTo>
                  <a:lnTo>
                    <a:pt x="198678" y="117208"/>
                  </a:lnTo>
                  <a:lnTo>
                    <a:pt x="203657" y="109842"/>
                  </a:lnTo>
                  <a:lnTo>
                    <a:pt x="205486" y="100876"/>
                  </a:lnTo>
                  <a:close/>
                </a:path>
                <a:path w="374650" h="445135">
                  <a:moveTo>
                    <a:pt x="374548" y="255282"/>
                  </a:moveTo>
                  <a:lnTo>
                    <a:pt x="369112" y="240893"/>
                  </a:lnTo>
                  <a:lnTo>
                    <a:pt x="331101" y="174739"/>
                  </a:lnTo>
                  <a:lnTo>
                    <a:pt x="330987" y="170878"/>
                  </a:lnTo>
                  <a:lnTo>
                    <a:pt x="326732" y="127571"/>
                  </a:lnTo>
                  <a:lnTo>
                    <a:pt x="311061" y="86614"/>
                  </a:lnTo>
                  <a:lnTo>
                    <a:pt x="285254" y="51269"/>
                  </a:lnTo>
                  <a:lnTo>
                    <a:pt x="264617" y="34734"/>
                  </a:lnTo>
                  <a:lnTo>
                    <a:pt x="250113" y="23152"/>
                  </a:lnTo>
                  <a:lnTo>
                    <a:pt x="247916" y="22237"/>
                  </a:lnTo>
                  <a:lnTo>
                    <a:pt x="247916" y="92062"/>
                  </a:lnTo>
                  <a:lnTo>
                    <a:pt x="247916" y="108597"/>
                  </a:lnTo>
                  <a:lnTo>
                    <a:pt x="234137" y="115214"/>
                  </a:lnTo>
                  <a:lnTo>
                    <a:pt x="233032" y="119621"/>
                  </a:lnTo>
                  <a:lnTo>
                    <a:pt x="228625" y="127330"/>
                  </a:lnTo>
                  <a:lnTo>
                    <a:pt x="233591" y="141668"/>
                  </a:lnTo>
                  <a:lnTo>
                    <a:pt x="222567" y="152692"/>
                  </a:lnTo>
                  <a:lnTo>
                    <a:pt x="208241" y="147726"/>
                  </a:lnTo>
                  <a:lnTo>
                    <a:pt x="204393" y="149936"/>
                  </a:lnTo>
                  <a:lnTo>
                    <a:pt x="200533" y="151587"/>
                  </a:lnTo>
                  <a:lnTo>
                    <a:pt x="196126" y="152692"/>
                  </a:lnTo>
                  <a:lnTo>
                    <a:pt x="189509" y="165925"/>
                  </a:lnTo>
                  <a:lnTo>
                    <a:pt x="179044" y="165925"/>
                  </a:lnTo>
                  <a:lnTo>
                    <a:pt x="179044" y="203949"/>
                  </a:lnTo>
                  <a:lnTo>
                    <a:pt x="178536" y="219392"/>
                  </a:lnTo>
                  <a:lnTo>
                    <a:pt x="178498" y="220497"/>
                  </a:lnTo>
                  <a:lnTo>
                    <a:pt x="164719" y="227101"/>
                  </a:lnTo>
                  <a:lnTo>
                    <a:pt x="163626" y="231521"/>
                  </a:lnTo>
                  <a:lnTo>
                    <a:pt x="161963" y="235369"/>
                  </a:lnTo>
                  <a:lnTo>
                    <a:pt x="159766" y="239229"/>
                  </a:lnTo>
                  <a:lnTo>
                    <a:pt x="164172" y="253568"/>
                  </a:lnTo>
                  <a:lnTo>
                    <a:pt x="153149" y="264591"/>
                  </a:lnTo>
                  <a:lnTo>
                    <a:pt x="138823" y="259626"/>
                  </a:lnTo>
                  <a:lnTo>
                    <a:pt x="134975" y="261835"/>
                  </a:lnTo>
                  <a:lnTo>
                    <a:pt x="131114" y="263486"/>
                  </a:lnTo>
                  <a:lnTo>
                    <a:pt x="126707" y="264591"/>
                  </a:lnTo>
                  <a:lnTo>
                    <a:pt x="120650" y="277825"/>
                  </a:lnTo>
                  <a:lnTo>
                    <a:pt x="105219" y="277825"/>
                  </a:lnTo>
                  <a:lnTo>
                    <a:pt x="98615" y="264033"/>
                  </a:lnTo>
                  <a:lnTo>
                    <a:pt x="96405" y="263486"/>
                  </a:lnTo>
                  <a:lnTo>
                    <a:pt x="94208" y="262940"/>
                  </a:lnTo>
                  <a:lnTo>
                    <a:pt x="90347" y="261277"/>
                  </a:lnTo>
                  <a:lnTo>
                    <a:pt x="86487" y="259080"/>
                  </a:lnTo>
                  <a:lnTo>
                    <a:pt x="72174" y="263486"/>
                  </a:lnTo>
                  <a:lnTo>
                    <a:pt x="61150" y="252463"/>
                  </a:lnTo>
                  <a:lnTo>
                    <a:pt x="66103" y="238125"/>
                  </a:lnTo>
                  <a:lnTo>
                    <a:pt x="63906" y="234276"/>
                  </a:lnTo>
                  <a:lnTo>
                    <a:pt x="62255" y="230416"/>
                  </a:lnTo>
                  <a:lnTo>
                    <a:pt x="61150" y="226009"/>
                  </a:lnTo>
                  <a:lnTo>
                    <a:pt x="47383" y="219392"/>
                  </a:lnTo>
                  <a:lnTo>
                    <a:pt x="47383" y="203949"/>
                  </a:lnTo>
                  <a:lnTo>
                    <a:pt x="61150" y="197345"/>
                  </a:lnTo>
                  <a:lnTo>
                    <a:pt x="62255" y="192925"/>
                  </a:lnTo>
                  <a:lnTo>
                    <a:pt x="63906" y="189077"/>
                  </a:lnTo>
                  <a:lnTo>
                    <a:pt x="66103" y="185216"/>
                  </a:lnTo>
                  <a:lnTo>
                    <a:pt x="61150" y="170878"/>
                  </a:lnTo>
                  <a:lnTo>
                    <a:pt x="72174" y="159854"/>
                  </a:lnTo>
                  <a:lnTo>
                    <a:pt x="86487" y="164820"/>
                  </a:lnTo>
                  <a:lnTo>
                    <a:pt x="90347" y="162610"/>
                  </a:lnTo>
                  <a:lnTo>
                    <a:pt x="94208" y="160959"/>
                  </a:lnTo>
                  <a:lnTo>
                    <a:pt x="98615" y="159854"/>
                  </a:lnTo>
                  <a:lnTo>
                    <a:pt x="105219" y="146075"/>
                  </a:lnTo>
                  <a:lnTo>
                    <a:pt x="121196" y="146075"/>
                  </a:lnTo>
                  <a:lnTo>
                    <a:pt x="127812" y="159854"/>
                  </a:lnTo>
                  <a:lnTo>
                    <a:pt x="132219" y="160959"/>
                  </a:lnTo>
                  <a:lnTo>
                    <a:pt x="136080" y="162610"/>
                  </a:lnTo>
                  <a:lnTo>
                    <a:pt x="139928" y="164820"/>
                  </a:lnTo>
                  <a:lnTo>
                    <a:pt x="154254" y="159854"/>
                  </a:lnTo>
                  <a:lnTo>
                    <a:pt x="165277" y="170878"/>
                  </a:lnTo>
                  <a:lnTo>
                    <a:pt x="160312" y="185216"/>
                  </a:lnTo>
                  <a:lnTo>
                    <a:pt x="162521" y="189077"/>
                  </a:lnTo>
                  <a:lnTo>
                    <a:pt x="164172" y="192925"/>
                  </a:lnTo>
                  <a:lnTo>
                    <a:pt x="165277" y="197345"/>
                  </a:lnTo>
                  <a:lnTo>
                    <a:pt x="179044" y="203949"/>
                  </a:lnTo>
                  <a:lnTo>
                    <a:pt x="179044" y="165925"/>
                  </a:lnTo>
                  <a:lnTo>
                    <a:pt x="174091" y="165925"/>
                  </a:lnTo>
                  <a:lnTo>
                    <a:pt x="171183" y="159854"/>
                  </a:lnTo>
                  <a:lnTo>
                    <a:pt x="167474" y="152146"/>
                  </a:lnTo>
                  <a:lnTo>
                    <a:pt x="163068" y="151041"/>
                  </a:lnTo>
                  <a:lnTo>
                    <a:pt x="159219" y="149390"/>
                  </a:lnTo>
                  <a:lnTo>
                    <a:pt x="155359" y="147180"/>
                  </a:lnTo>
                  <a:lnTo>
                    <a:pt x="141033" y="152146"/>
                  </a:lnTo>
                  <a:lnTo>
                    <a:pt x="134975" y="146075"/>
                  </a:lnTo>
                  <a:lnTo>
                    <a:pt x="130009" y="141122"/>
                  </a:lnTo>
                  <a:lnTo>
                    <a:pt x="134975" y="126784"/>
                  </a:lnTo>
                  <a:lnTo>
                    <a:pt x="132765" y="122923"/>
                  </a:lnTo>
                  <a:lnTo>
                    <a:pt x="131114" y="119062"/>
                  </a:lnTo>
                  <a:lnTo>
                    <a:pt x="130009" y="114655"/>
                  </a:lnTo>
                  <a:lnTo>
                    <a:pt x="116243" y="108038"/>
                  </a:lnTo>
                  <a:lnTo>
                    <a:pt x="116243" y="92608"/>
                  </a:lnTo>
                  <a:lnTo>
                    <a:pt x="130009" y="85991"/>
                  </a:lnTo>
                  <a:lnTo>
                    <a:pt x="131114" y="81584"/>
                  </a:lnTo>
                  <a:lnTo>
                    <a:pt x="132765" y="77724"/>
                  </a:lnTo>
                  <a:lnTo>
                    <a:pt x="134975" y="73863"/>
                  </a:lnTo>
                  <a:lnTo>
                    <a:pt x="130568" y="59537"/>
                  </a:lnTo>
                  <a:lnTo>
                    <a:pt x="141579" y="48514"/>
                  </a:lnTo>
                  <a:lnTo>
                    <a:pt x="155905" y="53467"/>
                  </a:lnTo>
                  <a:lnTo>
                    <a:pt x="159766" y="51269"/>
                  </a:lnTo>
                  <a:lnTo>
                    <a:pt x="163626" y="49618"/>
                  </a:lnTo>
                  <a:lnTo>
                    <a:pt x="168033" y="48514"/>
                  </a:lnTo>
                  <a:lnTo>
                    <a:pt x="174637" y="34734"/>
                  </a:lnTo>
                  <a:lnTo>
                    <a:pt x="190068" y="34734"/>
                  </a:lnTo>
                  <a:lnTo>
                    <a:pt x="196672" y="47955"/>
                  </a:lnTo>
                  <a:lnTo>
                    <a:pt x="201079" y="49060"/>
                  </a:lnTo>
                  <a:lnTo>
                    <a:pt x="204939" y="50711"/>
                  </a:lnTo>
                  <a:lnTo>
                    <a:pt x="208800" y="52920"/>
                  </a:lnTo>
                  <a:lnTo>
                    <a:pt x="223126" y="47955"/>
                  </a:lnTo>
                  <a:lnTo>
                    <a:pt x="234137" y="58978"/>
                  </a:lnTo>
                  <a:lnTo>
                    <a:pt x="229184" y="73317"/>
                  </a:lnTo>
                  <a:lnTo>
                    <a:pt x="231381" y="77177"/>
                  </a:lnTo>
                  <a:lnTo>
                    <a:pt x="233032" y="81038"/>
                  </a:lnTo>
                  <a:lnTo>
                    <a:pt x="234137" y="85445"/>
                  </a:lnTo>
                  <a:lnTo>
                    <a:pt x="247916" y="92062"/>
                  </a:lnTo>
                  <a:lnTo>
                    <a:pt x="247916" y="22237"/>
                  </a:lnTo>
                  <a:lnTo>
                    <a:pt x="208965" y="5791"/>
                  </a:lnTo>
                  <a:lnTo>
                    <a:pt x="165544" y="0"/>
                  </a:lnTo>
                  <a:lnTo>
                    <a:pt x="122135" y="5791"/>
                  </a:lnTo>
                  <a:lnTo>
                    <a:pt x="80987" y="23152"/>
                  </a:lnTo>
                  <a:lnTo>
                    <a:pt x="45935" y="50901"/>
                  </a:lnTo>
                  <a:lnTo>
                    <a:pt x="20040" y="86410"/>
                  </a:lnTo>
                  <a:lnTo>
                    <a:pt x="4419" y="127330"/>
                  </a:lnTo>
                  <a:lnTo>
                    <a:pt x="101" y="170878"/>
                  </a:lnTo>
                  <a:lnTo>
                    <a:pt x="0" y="171983"/>
                  </a:lnTo>
                  <a:lnTo>
                    <a:pt x="4343" y="210426"/>
                  </a:lnTo>
                  <a:lnTo>
                    <a:pt x="17005" y="246329"/>
                  </a:lnTo>
                  <a:lnTo>
                    <a:pt x="37414" y="278409"/>
                  </a:lnTo>
                  <a:lnTo>
                    <a:pt x="65011" y="305384"/>
                  </a:lnTo>
                  <a:lnTo>
                    <a:pt x="65011" y="444842"/>
                  </a:lnTo>
                  <a:lnTo>
                    <a:pt x="239102" y="444842"/>
                  </a:lnTo>
                  <a:lnTo>
                    <a:pt x="239102" y="378688"/>
                  </a:lnTo>
                  <a:lnTo>
                    <a:pt x="266090" y="378688"/>
                  </a:lnTo>
                  <a:lnTo>
                    <a:pt x="312369" y="359397"/>
                  </a:lnTo>
                  <a:lnTo>
                    <a:pt x="329882" y="325526"/>
                  </a:lnTo>
                  <a:lnTo>
                    <a:pt x="331101" y="312547"/>
                  </a:lnTo>
                  <a:lnTo>
                    <a:pt x="331101" y="279476"/>
                  </a:lnTo>
                  <a:lnTo>
                    <a:pt x="355346" y="279476"/>
                  </a:lnTo>
                  <a:lnTo>
                    <a:pt x="359651" y="277825"/>
                  </a:lnTo>
                  <a:lnTo>
                    <a:pt x="365391" y="275615"/>
                  </a:lnTo>
                  <a:lnTo>
                    <a:pt x="372554" y="267208"/>
                  </a:lnTo>
                  <a:lnTo>
                    <a:pt x="372999" y="264591"/>
                  </a:lnTo>
                  <a:lnTo>
                    <a:pt x="374548" y="2552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292722" y="4184141"/>
            <a:ext cx="1403985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-1905" algn="ctr">
              <a:lnSpc>
                <a:spcPct val="91700"/>
              </a:lnSpc>
              <a:spcBef>
                <a:spcPts val="300"/>
              </a:spcBef>
            </a:pPr>
            <a:r>
              <a:rPr sz="2000" spc="-10" dirty="0">
                <a:solidFill>
                  <a:srgbClr val="5B9BD4"/>
                </a:solidFill>
                <a:latin typeface="Calibri"/>
                <a:cs typeface="Calibri"/>
              </a:rPr>
              <a:t>UNCOVER BUSINESS CONFUSIONS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325611" y="3015995"/>
            <a:ext cx="932815" cy="934719"/>
            <a:chOff x="8325611" y="3015995"/>
            <a:chExt cx="932815" cy="934719"/>
          </a:xfrm>
        </p:grpSpPr>
        <p:sp>
          <p:nvSpPr>
            <p:cNvPr id="20" name="object 20"/>
            <p:cNvSpPr/>
            <p:nvPr/>
          </p:nvSpPr>
          <p:spPr>
            <a:xfrm>
              <a:off x="8325611" y="3015995"/>
              <a:ext cx="932815" cy="934719"/>
            </a:xfrm>
            <a:custGeom>
              <a:avLst/>
              <a:gdLst/>
              <a:ahLst/>
              <a:cxnLst/>
              <a:rect l="l" t="t" r="r" b="b"/>
              <a:pathLst>
                <a:path w="932815" h="934720">
                  <a:moveTo>
                    <a:pt x="932688" y="0"/>
                  </a:moveTo>
                  <a:lnTo>
                    <a:pt x="277241" y="0"/>
                  </a:lnTo>
                  <a:lnTo>
                    <a:pt x="227394" y="4465"/>
                  </a:lnTo>
                  <a:lnTo>
                    <a:pt x="180484" y="17339"/>
                  </a:lnTo>
                  <a:lnTo>
                    <a:pt x="137291" y="37841"/>
                  </a:lnTo>
                  <a:lnTo>
                    <a:pt x="98599" y="65188"/>
                  </a:lnTo>
                  <a:lnTo>
                    <a:pt x="65188" y="98599"/>
                  </a:lnTo>
                  <a:lnTo>
                    <a:pt x="37841" y="137291"/>
                  </a:lnTo>
                  <a:lnTo>
                    <a:pt x="17339" y="180484"/>
                  </a:lnTo>
                  <a:lnTo>
                    <a:pt x="4465" y="227394"/>
                  </a:lnTo>
                  <a:lnTo>
                    <a:pt x="0" y="277240"/>
                  </a:lnTo>
                  <a:lnTo>
                    <a:pt x="0" y="934211"/>
                  </a:lnTo>
                  <a:lnTo>
                    <a:pt x="655447" y="934211"/>
                  </a:lnTo>
                  <a:lnTo>
                    <a:pt x="705293" y="929746"/>
                  </a:lnTo>
                  <a:lnTo>
                    <a:pt x="752203" y="916872"/>
                  </a:lnTo>
                  <a:lnTo>
                    <a:pt x="795396" y="896370"/>
                  </a:lnTo>
                  <a:lnTo>
                    <a:pt x="834088" y="869023"/>
                  </a:lnTo>
                  <a:lnTo>
                    <a:pt x="867499" y="835612"/>
                  </a:lnTo>
                  <a:lnTo>
                    <a:pt x="894846" y="796920"/>
                  </a:lnTo>
                  <a:lnTo>
                    <a:pt x="915348" y="753727"/>
                  </a:lnTo>
                  <a:lnTo>
                    <a:pt x="928222" y="706817"/>
                  </a:lnTo>
                  <a:lnTo>
                    <a:pt x="932688" y="656970"/>
                  </a:lnTo>
                  <a:lnTo>
                    <a:pt x="93268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82750" y="3274676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407" y="0"/>
                  </a:moveTo>
                  <a:lnTo>
                    <a:pt x="209242" y="0"/>
                  </a:lnTo>
                  <a:lnTo>
                    <a:pt x="161219" y="5545"/>
                  </a:lnTo>
                  <a:lnTo>
                    <a:pt x="117181" y="21304"/>
                  </a:lnTo>
                  <a:lnTo>
                    <a:pt x="78342" y="46021"/>
                  </a:lnTo>
                  <a:lnTo>
                    <a:pt x="45951" y="78440"/>
                  </a:lnTo>
                  <a:lnTo>
                    <a:pt x="21261" y="117302"/>
                  </a:lnTo>
                  <a:lnTo>
                    <a:pt x="5525" y="161353"/>
                  </a:lnTo>
                  <a:lnTo>
                    <a:pt x="0" y="209358"/>
                  </a:lnTo>
                  <a:lnTo>
                    <a:pt x="5526" y="257361"/>
                  </a:lnTo>
                  <a:lnTo>
                    <a:pt x="21268" y="301427"/>
                  </a:lnTo>
                  <a:lnTo>
                    <a:pt x="45970" y="340298"/>
                  </a:lnTo>
                  <a:lnTo>
                    <a:pt x="78376" y="372718"/>
                  </a:lnTo>
                  <a:lnTo>
                    <a:pt x="117231" y="397431"/>
                  </a:lnTo>
                  <a:lnTo>
                    <a:pt x="161285" y="413180"/>
                  </a:lnTo>
                  <a:lnTo>
                    <a:pt x="209233" y="418707"/>
                  </a:lnTo>
                  <a:lnTo>
                    <a:pt x="257210" y="413180"/>
                  </a:lnTo>
                  <a:lnTo>
                    <a:pt x="301254" y="397431"/>
                  </a:lnTo>
                  <a:lnTo>
                    <a:pt x="340108" y="372718"/>
                  </a:lnTo>
                  <a:lnTo>
                    <a:pt x="372515" y="340298"/>
                  </a:lnTo>
                  <a:lnTo>
                    <a:pt x="397219" y="301427"/>
                  </a:lnTo>
                  <a:lnTo>
                    <a:pt x="407624" y="272303"/>
                  </a:lnTo>
                  <a:lnTo>
                    <a:pt x="125585" y="272303"/>
                  </a:lnTo>
                  <a:lnTo>
                    <a:pt x="125585" y="171870"/>
                  </a:lnTo>
                  <a:lnTo>
                    <a:pt x="92121" y="171870"/>
                  </a:lnTo>
                  <a:lnTo>
                    <a:pt x="92121" y="155361"/>
                  </a:lnTo>
                  <a:lnTo>
                    <a:pt x="410846" y="155361"/>
                  </a:lnTo>
                  <a:lnTo>
                    <a:pt x="397265" y="117302"/>
                  </a:lnTo>
                  <a:lnTo>
                    <a:pt x="372587" y="78440"/>
                  </a:lnTo>
                  <a:lnTo>
                    <a:pt x="340207" y="46021"/>
                  </a:lnTo>
                  <a:lnTo>
                    <a:pt x="301380" y="21304"/>
                  </a:lnTo>
                  <a:lnTo>
                    <a:pt x="257362" y="5545"/>
                  </a:lnTo>
                  <a:lnTo>
                    <a:pt x="209407" y="0"/>
                  </a:lnTo>
                  <a:close/>
                </a:path>
                <a:path w="419100" h="419100">
                  <a:moveTo>
                    <a:pt x="193688" y="155361"/>
                  </a:moveTo>
                  <a:lnTo>
                    <a:pt x="178698" y="155361"/>
                  </a:lnTo>
                  <a:lnTo>
                    <a:pt x="178698" y="171870"/>
                  </a:lnTo>
                  <a:lnTo>
                    <a:pt x="145000" y="171870"/>
                  </a:lnTo>
                  <a:lnTo>
                    <a:pt x="145000" y="272303"/>
                  </a:lnTo>
                  <a:lnTo>
                    <a:pt x="193688" y="272303"/>
                  </a:lnTo>
                  <a:lnTo>
                    <a:pt x="193688" y="155361"/>
                  </a:lnTo>
                  <a:close/>
                </a:path>
                <a:path w="419100" h="419100">
                  <a:moveTo>
                    <a:pt x="211469" y="174185"/>
                  </a:moveTo>
                  <a:lnTo>
                    <a:pt x="211588" y="180038"/>
                  </a:lnTo>
                  <a:lnTo>
                    <a:pt x="211698" y="272303"/>
                  </a:lnTo>
                  <a:lnTo>
                    <a:pt x="249468" y="272303"/>
                  </a:lnTo>
                  <a:lnTo>
                    <a:pt x="214494" y="185577"/>
                  </a:lnTo>
                  <a:lnTo>
                    <a:pt x="213709" y="183781"/>
                  </a:lnTo>
                  <a:lnTo>
                    <a:pt x="213107" y="181912"/>
                  </a:lnTo>
                  <a:lnTo>
                    <a:pt x="211925" y="176427"/>
                  </a:lnTo>
                  <a:lnTo>
                    <a:pt x="211469" y="174185"/>
                  </a:lnTo>
                  <a:close/>
                </a:path>
                <a:path w="419100" h="419100">
                  <a:moveTo>
                    <a:pt x="301218" y="174939"/>
                  </a:moveTo>
                  <a:lnTo>
                    <a:pt x="300960" y="174939"/>
                  </a:lnTo>
                  <a:lnTo>
                    <a:pt x="300015" y="177915"/>
                  </a:lnTo>
                  <a:lnTo>
                    <a:pt x="299041" y="181264"/>
                  </a:lnTo>
                  <a:lnTo>
                    <a:pt x="298422" y="183088"/>
                  </a:lnTo>
                  <a:lnTo>
                    <a:pt x="262837" y="272303"/>
                  </a:lnTo>
                  <a:lnTo>
                    <a:pt x="300166" y="272303"/>
                  </a:lnTo>
                  <a:lnTo>
                    <a:pt x="300263" y="189032"/>
                  </a:lnTo>
                  <a:lnTo>
                    <a:pt x="300436" y="185577"/>
                  </a:lnTo>
                  <a:lnTo>
                    <a:pt x="300561" y="183088"/>
                  </a:lnTo>
                  <a:lnTo>
                    <a:pt x="300665" y="181264"/>
                  </a:lnTo>
                  <a:lnTo>
                    <a:pt x="300755" y="180038"/>
                  </a:lnTo>
                  <a:lnTo>
                    <a:pt x="300878" y="178370"/>
                  </a:lnTo>
                  <a:lnTo>
                    <a:pt x="301070" y="176427"/>
                  </a:lnTo>
                  <a:lnTo>
                    <a:pt x="301101" y="176119"/>
                  </a:lnTo>
                  <a:lnTo>
                    <a:pt x="301218" y="174939"/>
                  </a:lnTo>
                  <a:close/>
                </a:path>
                <a:path w="419100" h="419100">
                  <a:moveTo>
                    <a:pt x="410846" y="155361"/>
                  </a:moveTo>
                  <a:lnTo>
                    <a:pt x="319338" y="155361"/>
                  </a:lnTo>
                  <a:lnTo>
                    <a:pt x="319338" y="272303"/>
                  </a:lnTo>
                  <a:lnTo>
                    <a:pt x="407624" y="272303"/>
                  </a:lnTo>
                  <a:lnTo>
                    <a:pt x="412963" y="257361"/>
                  </a:lnTo>
                  <a:lnTo>
                    <a:pt x="418490" y="209358"/>
                  </a:lnTo>
                  <a:lnTo>
                    <a:pt x="412984" y="161353"/>
                  </a:lnTo>
                  <a:lnTo>
                    <a:pt x="410846" y="155361"/>
                  </a:lnTo>
                  <a:close/>
                </a:path>
                <a:path w="419100" h="419100">
                  <a:moveTo>
                    <a:pt x="293073" y="155361"/>
                  </a:moveTo>
                  <a:lnTo>
                    <a:pt x="221121" y="155361"/>
                  </a:lnTo>
                  <a:lnTo>
                    <a:pt x="252259" y="234645"/>
                  </a:lnTo>
                  <a:lnTo>
                    <a:pt x="255271" y="242551"/>
                  </a:lnTo>
                  <a:lnTo>
                    <a:pt x="255872" y="244576"/>
                  </a:lnTo>
                  <a:lnTo>
                    <a:pt x="256327" y="246639"/>
                  </a:lnTo>
                  <a:lnTo>
                    <a:pt x="256791" y="246639"/>
                  </a:lnTo>
                  <a:lnTo>
                    <a:pt x="259894" y="237433"/>
                  </a:lnTo>
                  <a:lnTo>
                    <a:pt x="260748" y="235169"/>
                  </a:lnTo>
                  <a:lnTo>
                    <a:pt x="293073" y="1553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042529" y="4184141"/>
            <a:ext cx="1497965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065" marR="5080" indent="-1270" algn="ctr">
              <a:lnSpc>
                <a:spcPct val="91700"/>
              </a:lnSpc>
              <a:spcBef>
                <a:spcPts val="300"/>
              </a:spcBef>
            </a:pPr>
            <a:r>
              <a:rPr sz="2000" spc="-25" dirty="0">
                <a:solidFill>
                  <a:srgbClr val="6FAC46"/>
                </a:solidFill>
                <a:latin typeface="Calibri"/>
                <a:cs typeface="Calibri"/>
              </a:rPr>
              <a:t>CREATE</a:t>
            </a:r>
            <a:r>
              <a:rPr sz="2000" spc="-7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Calibri"/>
                <a:cs typeface="Calibri"/>
              </a:rPr>
              <a:t>ONE </a:t>
            </a:r>
            <a:r>
              <a:rPr sz="2000" dirty="0">
                <a:solidFill>
                  <a:srgbClr val="6FAC46"/>
                </a:solidFill>
                <a:latin typeface="Calibri"/>
                <a:cs typeface="Calibri"/>
              </a:rPr>
              <a:t>OR</a:t>
            </a:r>
            <a:r>
              <a:rPr sz="2000" spc="-20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FAC46"/>
                </a:solidFill>
                <a:latin typeface="Calibri"/>
                <a:cs typeface="Calibri"/>
              </a:rPr>
              <a:t>MORE</a:t>
            </a:r>
            <a:r>
              <a:rPr sz="2000" spc="-15" dirty="0">
                <a:solidFill>
                  <a:srgbClr val="6FAC46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6FAC46"/>
                </a:solidFill>
                <a:latin typeface="Calibri"/>
                <a:cs typeface="Calibri"/>
              </a:rPr>
              <a:t>USE </a:t>
            </a:r>
            <a:r>
              <a:rPr sz="2000" spc="-10" dirty="0">
                <a:solidFill>
                  <a:srgbClr val="6FAC46"/>
                </a:solidFill>
                <a:latin typeface="Calibri"/>
                <a:cs typeface="Calibri"/>
              </a:rPr>
              <a:t>CASES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0122407" y="3015995"/>
            <a:ext cx="932815" cy="934719"/>
            <a:chOff x="10122407" y="3015995"/>
            <a:chExt cx="932815" cy="934719"/>
          </a:xfrm>
        </p:grpSpPr>
        <p:sp>
          <p:nvSpPr>
            <p:cNvPr id="24" name="object 24"/>
            <p:cNvSpPr/>
            <p:nvPr/>
          </p:nvSpPr>
          <p:spPr>
            <a:xfrm>
              <a:off x="10122407" y="3015995"/>
              <a:ext cx="932815" cy="934719"/>
            </a:xfrm>
            <a:custGeom>
              <a:avLst/>
              <a:gdLst/>
              <a:ahLst/>
              <a:cxnLst/>
              <a:rect l="l" t="t" r="r" b="b"/>
              <a:pathLst>
                <a:path w="932815" h="934720">
                  <a:moveTo>
                    <a:pt x="932688" y="0"/>
                  </a:moveTo>
                  <a:lnTo>
                    <a:pt x="277241" y="0"/>
                  </a:lnTo>
                  <a:lnTo>
                    <a:pt x="227394" y="4465"/>
                  </a:lnTo>
                  <a:lnTo>
                    <a:pt x="180484" y="17339"/>
                  </a:lnTo>
                  <a:lnTo>
                    <a:pt x="137291" y="37841"/>
                  </a:lnTo>
                  <a:lnTo>
                    <a:pt x="98599" y="65188"/>
                  </a:lnTo>
                  <a:lnTo>
                    <a:pt x="65188" y="98599"/>
                  </a:lnTo>
                  <a:lnTo>
                    <a:pt x="37841" y="137291"/>
                  </a:lnTo>
                  <a:lnTo>
                    <a:pt x="17339" y="180484"/>
                  </a:lnTo>
                  <a:lnTo>
                    <a:pt x="4465" y="227394"/>
                  </a:lnTo>
                  <a:lnTo>
                    <a:pt x="0" y="277240"/>
                  </a:lnTo>
                  <a:lnTo>
                    <a:pt x="0" y="934211"/>
                  </a:lnTo>
                  <a:lnTo>
                    <a:pt x="655447" y="934211"/>
                  </a:lnTo>
                  <a:lnTo>
                    <a:pt x="705293" y="929746"/>
                  </a:lnTo>
                  <a:lnTo>
                    <a:pt x="752203" y="916872"/>
                  </a:lnTo>
                  <a:lnTo>
                    <a:pt x="795396" y="896370"/>
                  </a:lnTo>
                  <a:lnTo>
                    <a:pt x="834088" y="869023"/>
                  </a:lnTo>
                  <a:lnTo>
                    <a:pt x="867499" y="835612"/>
                  </a:lnTo>
                  <a:lnTo>
                    <a:pt x="894846" y="796920"/>
                  </a:lnTo>
                  <a:lnTo>
                    <a:pt x="915348" y="753727"/>
                  </a:lnTo>
                  <a:lnTo>
                    <a:pt x="928222" y="706817"/>
                  </a:lnTo>
                  <a:lnTo>
                    <a:pt x="932688" y="656970"/>
                  </a:lnTo>
                  <a:lnTo>
                    <a:pt x="932688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34346" y="3306647"/>
              <a:ext cx="509270" cy="358140"/>
            </a:xfrm>
            <a:custGeom>
              <a:avLst/>
              <a:gdLst/>
              <a:ahLst/>
              <a:cxnLst/>
              <a:rect l="l" t="t" r="r" b="b"/>
              <a:pathLst>
                <a:path w="509270" h="358139">
                  <a:moveTo>
                    <a:pt x="464424" y="0"/>
                  </a:moveTo>
                  <a:lnTo>
                    <a:pt x="182353" y="266791"/>
                  </a:lnTo>
                  <a:lnTo>
                    <a:pt x="46828" y="127883"/>
                  </a:lnTo>
                  <a:lnTo>
                    <a:pt x="0" y="172532"/>
                  </a:lnTo>
                  <a:lnTo>
                    <a:pt x="180150" y="357742"/>
                  </a:lnTo>
                  <a:lnTo>
                    <a:pt x="227529" y="313644"/>
                  </a:lnTo>
                  <a:lnTo>
                    <a:pt x="509048" y="46302"/>
                  </a:lnTo>
                  <a:lnTo>
                    <a:pt x="464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021061" y="4184141"/>
            <a:ext cx="1135380" cy="890269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85090" algn="just">
              <a:lnSpc>
                <a:spcPct val="91700"/>
              </a:lnSpc>
              <a:spcBef>
                <a:spcPts val="300"/>
              </a:spcBef>
            </a:pPr>
            <a:r>
              <a:rPr sz="2000" spc="-10" dirty="0">
                <a:solidFill>
                  <a:srgbClr val="EC7C30"/>
                </a:solidFill>
                <a:latin typeface="Calibri"/>
                <a:cs typeface="Calibri"/>
              </a:rPr>
              <a:t>IDENTIFY SYSTEM DECISIONS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482088"/>
            <a:ext cx="2861945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sz="4800" spc="-60" dirty="0">
                <a:latin typeface="Calibri Light"/>
                <a:cs typeface="Calibri Light"/>
              </a:rPr>
              <a:t>Hierarchical </a:t>
            </a:r>
            <a:r>
              <a:rPr sz="4800" spc="-10" dirty="0">
                <a:latin typeface="Calibri Light"/>
                <a:cs typeface="Calibri Light"/>
              </a:rPr>
              <a:t>Model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6359" y="304800"/>
            <a:ext cx="6590030" cy="814069"/>
            <a:chOff x="5166359" y="304800"/>
            <a:chExt cx="6590030" cy="814069"/>
          </a:xfrm>
        </p:grpSpPr>
        <p:sp>
          <p:nvSpPr>
            <p:cNvPr id="4" name="object 4"/>
            <p:cNvSpPr/>
            <p:nvPr/>
          </p:nvSpPr>
          <p:spPr>
            <a:xfrm>
              <a:off x="5166359" y="304800"/>
              <a:ext cx="6590030" cy="814069"/>
            </a:xfrm>
            <a:custGeom>
              <a:avLst/>
              <a:gdLst/>
              <a:ahLst/>
              <a:cxnLst/>
              <a:rect l="l" t="t" r="r" b="b"/>
              <a:pathLst>
                <a:path w="6590030" h="814069">
                  <a:moveTo>
                    <a:pt x="6508369" y="0"/>
                  </a:moveTo>
                  <a:lnTo>
                    <a:pt x="81406" y="0"/>
                  </a:lnTo>
                  <a:lnTo>
                    <a:pt x="49720" y="6397"/>
                  </a:lnTo>
                  <a:lnTo>
                    <a:pt x="23844" y="23844"/>
                  </a:lnTo>
                  <a:lnTo>
                    <a:pt x="6397" y="49720"/>
                  </a:lnTo>
                  <a:lnTo>
                    <a:pt x="0" y="81407"/>
                  </a:lnTo>
                  <a:lnTo>
                    <a:pt x="0" y="732409"/>
                  </a:lnTo>
                  <a:lnTo>
                    <a:pt x="6397" y="764095"/>
                  </a:lnTo>
                  <a:lnTo>
                    <a:pt x="23844" y="789971"/>
                  </a:lnTo>
                  <a:lnTo>
                    <a:pt x="49720" y="807418"/>
                  </a:lnTo>
                  <a:lnTo>
                    <a:pt x="81406" y="813815"/>
                  </a:lnTo>
                  <a:lnTo>
                    <a:pt x="6508369" y="813815"/>
                  </a:lnTo>
                  <a:lnTo>
                    <a:pt x="6540055" y="807418"/>
                  </a:lnTo>
                  <a:lnTo>
                    <a:pt x="6565931" y="789971"/>
                  </a:lnTo>
                  <a:lnTo>
                    <a:pt x="6583378" y="764095"/>
                  </a:lnTo>
                  <a:lnTo>
                    <a:pt x="6589775" y="732409"/>
                  </a:lnTo>
                  <a:lnTo>
                    <a:pt x="6589775" y="81407"/>
                  </a:lnTo>
                  <a:lnTo>
                    <a:pt x="6583378" y="49720"/>
                  </a:lnTo>
                  <a:lnTo>
                    <a:pt x="6565931" y="23844"/>
                  </a:lnTo>
                  <a:lnTo>
                    <a:pt x="6540055" y="6397"/>
                  </a:lnTo>
                  <a:lnTo>
                    <a:pt x="6508369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508472" y="537133"/>
              <a:ext cx="257810" cy="351155"/>
            </a:xfrm>
            <a:custGeom>
              <a:avLst/>
              <a:gdLst/>
              <a:ahLst/>
              <a:cxnLst/>
              <a:rect l="l" t="t" r="r" b="b"/>
              <a:pathLst>
                <a:path w="257810" h="351155">
                  <a:moveTo>
                    <a:pt x="257530" y="240093"/>
                  </a:moveTo>
                  <a:lnTo>
                    <a:pt x="247370" y="254431"/>
                  </a:lnTo>
                  <a:lnTo>
                    <a:pt x="229946" y="261835"/>
                  </a:lnTo>
                  <a:lnTo>
                    <a:pt x="229946" y="299186"/>
                  </a:lnTo>
                  <a:lnTo>
                    <a:pt x="229946" y="310273"/>
                  </a:lnTo>
                  <a:lnTo>
                    <a:pt x="226263" y="313956"/>
                  </a:lnTo>
                  <a:lnTo>
                    <a:pt x="215226" y="313956"/>
                  </a:lnTo>
                  <a:lnTo>
                    <a:pt x="211543" y="310273"/>
                  </a:lnTo>
                  <a:lnTo>
                    <a:pt x="211543" y="299186"/>
                  </a:lnTo>
                  <a:lnTo>
                    <a:pt x="215226" y="295490"/>
                  </a:lnTo>
                  <a:lnTo>
                    <a:pt x="226263" y="295490"/>
                  </a:lnTo>
                  <a:lnTo>
                    <a:pt x="229946" y="299186"/>
                  </a:lnTo>
                  <a:lnTo>
                    <a:pt x="229946" y="261835"/>
                  </a:lnTo>
                  <a:lnTo>
                    <a:pt x="219710" y="266179"/>
                  </a:lnTo>
                  <a:lnTo>
                    <a:pt x="178765" y="274116"/>
                  </a:lnTo>
                  <a:lnTo>
                    <a:pt x="128765" y="277025"/>
                  </a:lnTo>
                  <a:lnTo>
                    <a:pt x="78765" y="274116"/>
                  </a:lnTo>
                  <a:lnTo>
                    <a:pt x="37833" y="266179"/>
                  </a:lnTo>
                  <a:lnTo>
                    <a:pt x="10160" y="254431"/>
                  </a:lnTo>
                  <a:lnTo>
                    <a:pt x="0" y="240093"/>
                  </a:lnTo>
                  <a:lnTo>
                    <a:pt x="0" y="313956"/>
                  </a:lnTo>
                  <a:lnTo>
                    <a:pt x="10160" y="328307"/>
                  </a:lnTo>
                  <a:lnTo>
                    <a:pt x="37833" y="340042"/>
                  </a:lnTo>
                  <a:lnTo>
                    <a:pt x="78765" y="347980"/>
                  </a:lnTo>
                  <a:lnTo>
                    <a:pt x="128765" y="350901"/>
                  </a:lnTo>
                  <a:lnTo>
                    <a:pt x="178765" y="347980"/>
                  </a:lnTo>
                  <a:lnTo>
                    <a:pt x="219710" y="340042"/>
                  </a:lnTo>
                  <a:lnTo>
                    <a:pt x="247370" y="328307"/>
                  </a:lnTo>
                  <a:lnTo>
                    <a:pt x="257530" y="313956"/>
                  </a:lnTo>
                  <a:lnTo>
                    <a:pt x="257530" y="295490"/>
                  </a:lnTo>
                  <a:lnTo>
                    <a:pt x="257530" y="277025"/>
                  </a:lnTo>
                  <a:lnTo>
                    <a:pt x="257530" y="240093"/>
                  </a:lnTo>
                  <a:close/>
                </a:path>
                <a:path w="257810" h="351155">
                  <a:moveTo>
                    <a:pt x="257530" y="147751"/>
                  </a:moveTo>
                  <a:lnTo>
                    <a:pt x="247370" y="162090"/>
                  </a:lnTo>
                  <a:lnTo>
                    <a:pt x="229946" y="169494"/>
                  </a:lnTo>
                  <a:lnTo>
                    <a:pt x="229946" y="206844"/>
                  </a:lnTo>
                  <a:lnTo>
                    <a:pt x="229946" y="217932"/>
                  </a:lnTo>
                  <a:lnTo>
                    <a:pt x="226263" y="221615"/>
                  </a:lnTo>
                  <a:lnTo>
                    <a:pt x="215226" y="221615"/>
                  </a:lnTo>
                  <a:lnTo>
                    <a:pt x="211543" y="217932"/>
                  </a:lnTo>
                  <a:lnTo>
                    <a:pt x="211543" y="206844"/>
                  </a:lnTo>
                  <a:lnTo>
                    <a:pt x="215226" y="203149"/>
                  </a:lnTo>
                  <a:lnTo>
                    <a:pt x="226263" y="203149"/>
                  </a:lnTo>
                  <a:lnTo>
                    <a:pt x="229946" y="206844"/>
                  </a:lnTo>
                  <a:lnTo>
                    <a:pt x="229946" y="169494"/>
                  </a:lnTo>
                  <a:lnTo>
                    <a:pt x="219710" y="173837"/>
                  </a:lnTo>
                  <a:lnTo>
                    <a:pt x="178765" y="181775"/>
                  </a:lnTo>
                  <a:lnTo>
                    <a:pt x="128765" y="184683"/>
                  </a:lnTo>
                  <a:lnTo>
                    <a:pt x="78765" y="181775"/>
                  </a:lnTo>
                  <a:lnTo>
                    <a:pt x="37833" y="173837"/>
                  </a:lnTo>
                  <a:lnTo>
                    <a:pt x="10160" y="162090"/>
                  </a:lnTo>
                  <a:lnTo>
                    <a:pt x="0" y="147751"/>
                  </a:lnTo>
                  <a:lnTo>
                    <a:pt x="0" y="221615"/>
                  </a:lnTo>
                  <a:lnTo>
                    <a:pt x="10160" y="235966"/>
                  </a:lnTo>
                  <a:lnTo>
                    <a:pt x="37833" y="247713"/>
                  </a:lnTo>
                  <a:lnTo>
                    <a:pt x="78765" y="255638"/>
                  </a:lnTo>
                  <a:lnTo>
                    <a:pt x="128765" y="258559"/>
                  </a:lnTo>
                  <a:lnTo>
                    <a:pt x="178765" y="255638"/>
                  </a:lnTo>
                  <a:lnTo>
                    <a:pt x="219710" y="247713"/>
                  </a:lnTo>
                  <a:lnTo>
                    <a:pt x="247370" y="235966"/>
                  </a:lnTo>
                  <a:lnTo>
                    <a:pt x="257530" y="221615"/>
                  </a:lnTo>
                  <a:lnTo>
                    <a:pt x="257530" y="203149"/>
                  </a:lnTo>
                  <a:lnTo>
                    <a:pt x="257530" y="184683"/>
                  </a:lnTo>
                  <a:lnTo>
                    <a:pt x="257530" y="147751"/>
                  </a:lnTo>
                  <a:close/>
                </a:path>
                <a:path w="257810" h="351155">
                  <a:moveTo>
                    <a:pt x="257530" y="55410"/>
                  </a:moveTo>
                  <a:lnTo>
                    <a:pt x="247370" y="69748"/>
                  </a:lnTo>
                  <a:lnTo>
                    <a:pt x="229946" y="77152"/>
                  </a:lnTo>
                  <a:lnTo>
                    <a:pt x="229946" y="114503"/>
                  </a:lnTo>
                  <a:lnTo>
                    <a:pt x="229946" y="125590"/>
                  </a:lnTo>
                  <a:lnTo>
                    <a:pt x="226263" y="129273"/>
                  </a:lnTo>
                  <a:lnTo>
                    <a:pt x="215226" y="129273"/>
                  </a:lnTo>
                  <a:lnTo>
                    <a:pt x="211543" y="125590"/>
                  </a:lnTo>
                  <a:lnTo>
                    <a:pt x="211543" y="114503"/>
                  </a:lnTo>
                  <a:lnTo>
                    <a:pt x="215226" y="110807"/>
                  </a:lnTo>
                  <a:lnTo>
                    <a:pt x="226263" y="110807"/>
                  </a:lnTo>
                  <a:lnTo>
                    <a:pt x="229946" y="114503"/>
                  </a:lnTo>
                  <a:lnTo>
                    <a:pt x="229946" y="77152"/>
                  </a:lnTo>
                  <a:lnTo>
                    <a:pt x="219710" y="81495"/>
                  </a:lnTo>
                  <a:lnTo>
                    <a:pt x="178765" y="89433"/>
                  </a:lnTo>
                  <a:lnTo>
                    <a:pt x="128765" y="92341"/>
                  </a:lnTo>
                  <a:lnTo>
                    <a:pt x="78765" y="89433"/>
                  </a:lnTo>
                  <a:lnTo>
                    <a:pt x="37833" y="81495"/>
                  </a:lnTo>
                  <a:lnTo>
                    <a:pt x="10160" y="69748"/>
                  </a:lnTo>
                  <a:lnTo>
                    <a:pt x="0" y="55410"/>
                  </a:lnTo>
                  <a:lnTo>
                    <a:pt x="0" y="129273"/>
                  </a:lnTo>
                  <a:lnTo>
                    <a:pt x="10160" y="143624"/>
                  </a:lnTo>
                  <a:lnTo>
                    <a:pt x="37833" y="155371"/>
                  </a:lnTo>
                  <a:lnTo>
                    <a:pt x="78765" y="163296"/>
                  </a:lnTo>
                  <a:lnTo>
                    <a:pt x="128765" y="166217"/>
                  </a:lnTo>
                  <a:lnTo>
                    <a:pt x="178765" y="163296"/>
                  </a:lnTo>
                  <a:lnTo>
                    <a:pt x="219710" y="155371"/>
                  </a:lnTo>
                  <a:lnTo>
                    <a:pt x="247370" y="143624"/>
                  </a:lnTo>
                  <a:lnTo>
                    <a:pt x="257530" y="129273"/>
                  </a:lnTo>
                  <a:lnTo>
                    <a:pt x="257530" y="110807"/>
                  </a:lnTo>
                  <a:lnTo>
                    <a:pt x="257530" y="92341"/>
                  </a:lnTo>
                  <a:lnTo>
                    <a:pt x="257530" y="55410"/>
                  </a:lnTo>
                  <a:close/>
                </a:path>
                <a:path w="257810" h="351155">
                  <a:moveTo>
                    <a:pt x="257530" y="36944"/>
                  </a:moveTo>
                  <a:lnTo>
                    <a:pt x="247421" y="22555"/>
                  </a:lnTo>
                  <a:lnTo>
                    <a:pt x="219824" y="10820"/>
                  </a:lnTo>
                  <a:lnTo>
                    <a:pt x="178892" y="2908"/>
                  </a:lnTo>
                  <a:lnTo>
                    <a:pt x="128765" y="0"/>
                  </a:lnTo>
                  <a:lnTo>
                    <a:pt x="78651" y="2908"/>
                  </a:lnTo>
                  <a:lnTo>
                    <a:pt x="37719" y="10820"/>
                  </a:lnTo>
                  <a:lnTo>
                    <a:pt x="10121" y="22555"/>
                  </a:lnTo>
                  <a:lnTo>
                    <a:pt x="0" y="36944"/>
                  </a:lnTo>
                  <a:lnTo>
                    <a:pt x="10121" y="51320"/>
                  </a:lnTo>
                  <a:lnTo>
                    <a:pt x="37719" y="63055"/>
                  </a:lnTo>
                  <a:lnTo>
                    <a:pt x="78651" y="70967"/>
                  </a:lnTo>
                  <a:lnTo>
                    <a:pt x="128765" y="73875"/>
                  </a:lnTo>
                  <a:lnTo>
                    <a:pt x="178892" y="70967"/>
                  </a:lnTo>
                  <a:lnTo>
                    <a:pt x="219824" y="63055"/>
                  </a:lnTo>
                  <a:lnTo>
                    <a:pt x="247421" y="51320"/>
                  </a:lnTo>
                  <a:lnTo>
                    <a:pt x="257530" y="369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166359" y="1321308"/>
            <a:ext cx="6590030" cy="812800"/>
            <a:chOff x="5166359" y="1321308"/>
            <a:chExt cx="6590030" cy="812800"/>
          </a:xfrm>
        </p:grpSpPr>
        <p:sp>
          <p:nvSpPr>
            <p:cNvPr id="7" name="object 7"/>
            <p:cNvSpPr/>
            <p:nvPr/>
          </p:nvSpPr>
          <p:spPr>
            <a:xfrm>
              <a:off x="5166359" y="1321308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79"/>
                  </a:lnTo>
                  <a:lnTo>
                    <a:pt x="0" y="731012"/>
                  </a:lnTo>
                  <a:lnTo>
                    <a:pt x="6377" y="762678"/>
                  </a:lnTo>
                  <a:lnTo>
                    <a:pt x="23780" y="788511"/>
                  </a:lnTo>
                  <a:lnTo>
                    <a:pt x="49613" y="805914"/>
                  </a:lnTo>
                  <a:lnTo>
                    <a:pt x="81279" y="812291"/>
                  </a:lnTo>
                  <a:lnTo>
                    <a:pt x="6508496" y="812291"/>
                  </a:lnTo>
                  <a:lnTo>
                    <a:pt x="6540162" y="805914"/>
                  </a:lnTo>
                  <a:lnTo>
                    <a:pt x="6565995" y="788511"/>
                  </a:lnTo>
                  <a:lnTo>
                    <a:pt x="6583398" y="762678"/>
                  </a:lnTo>
                  <a:lnTo>
                    <a:pt x="6589775" y="731012"/>
                  </a:lnTo>
                  <a:lnTo>
                    <a:pt x="6589775" y="81279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53291" y="1600110"/>
              <a:ext cx="368300" cy="257175"/>
            </a:xfrm>
            <a:custGeom>
              <a:avLst/>
              <a:gdLst/>
              <a:ahLst/>
              <a:cxnLst/>
              <a:rect l="l" t="t" r="r" b="b"/>
              <a:pathLst>
                <a:path w="368300" h="257175">
                  <a:moveTo>
                    <a:pt x="137960" y="174231"/>
                  </a:moveTo>
                  <a:lnTo>
                    <a:pt x="119570" y="174231"/>
                  </a:lnTo>
                  <a:lnTo>
                    <a:pt x="119570" y="229450"/>
                  </a:lnTo>
                  <a:lnTo>
                    <a:pt x="137960" y="229450"/>
                  </a:lnTo>
                  <a:lnTo>
                    <a:pt x="137960" y="174231"/>
                  </a:lnTo>
                  <a:close/>
                </a:path>
                <a:path w="368300" h="257175">
                  <a:moveTo>
                    <a:pt x="137960" y="100609"/>
                  </a:moveTo>
                  <a:lnTo>
                    <a:pt x="119570" y="100609"/>
                  </a:lnTo>
                  <a:lnTo>
                    <a:pt x="119570" y="155829"/>
                  </a:lnTo>
                  <a:lnTo>
                    <a:pt x="137960" y="155829"/>
                  </a:lnTo>
                  <a:lnTo>
                    <a:pt x="137960" y="100609"/>
                  </a:lnTo>
                  <a:close/>
                </a:path>
                <a:path w="368300" h="257175">
                  <a:moveTo>
                    <a:pt x="137960" y="26987"/>
                  </a:moveTo>
                  <a:lnTo>
                    <a:pt x="119570" y="26987"/>
                  </a:lnTo>
                  <a:lnTo>
                    <a:pt x="119570" y="82207"/>
                  </a:lnTo>
                  <a:lnTo>
                    <a:pt x="137960" y="82207"/>
                  </a:lnTo>
                  <a:lnTo>
                    <a:pt x="137960" y="26987"/>
                  </a:lnTo>
                  <a:close/>
                </a:path>
                <a:path w="368300" h="257175">
                  <a:moveTo>
                    <a:pt x="248335" y="174231"/>
                  </a:moveTo>
                  <a:lnTo>
                    <a:pt x="229933" y="174231"/>
                  </a:lnTo>
                  <a:lnTo>
                    <a:pt x="229933" y="229450"/>
                  </a:lnTo>
                  <a:lnTo>
                    <a:pt x="248335" y="229450"/>
                  </a:lnTo>
                  <a:lnTo>
                    <a:pt x="248335" y="174231"/>
                  </a:lnTo>
                  <a:close/>
                </a:path>
                <a:path w="368300" h="257175">
                  <a:moveTo>
                    <a:pt x="248335" y="100609"/>
                  </a:moveTo>
                  <a:lnTo>
                    <a:pt x="229933" y="100609"/>
                  </a:lnTo>
                  <a:lnTo>
                    <a:pt x="229933" y="155829"/>
                  </a:lnTo>
                  <a:lnTo>
                    <a:pt x="248335" y="155829"/>
                  </a:lnTo>
                  <a:lnTo>
                    <a:pt x="248335" y="100609"/>
                  </a:lnTo>
                  <a:close/>
                </a:path>
                <a:path w="368300" h="257175">
                  <a:moveTo>
                    <a:pt x="248335" y="26987"/>
                  </a:moveTo>
                  <a:lnTo>
                    <a:pt x="229933" y="26987"/>
                  </a:lnTo>
                  <a:lnTo>
                    <a:pt x="229933" y="82207"/>
                  </a:lnTo>
                  <a:lnTo>
                    <a:pt x="248335" y="82207"/>
                  </a:lnTo>
                  <a:lnTo>
                    <a:pt x="248335" y="26987"/>
                  </a:lnTo>
                  <a:close/>
                </a:path>
                <a:path w="368300" h="257175">
                  <a:moveTo>
                    <a:pt x="367906" y="174231"/>
                  </a:moveTo>
                  <a:lnTo>
                    <a:pt x="340309" y="174231"/>
                  </a:lnTo>
                  <a:lnTo>
                    <a:pt x="340309" y="229450"/>
                  </a:lnTo>
                  <a:lnTo>
                    <a:pt x="367906" y="229450"/>
                  </a:lnTo>
                  <a:lnTo>
                    <a:pt x="367906" y="174231"/>
                  </a:lnTo>
                  <a:close/>
                </a:path>
                <a:path w="368300" h="257175">
                  <a:moveTo>
                    <a:pt x="367906" y="100609"/>
                  </a:moveTo>
                  <a:lnTo>
                    <a:pt x="340309" y="100609"/>
                  </a:lnTo>
                  <a:lnTo>
                    <a:pt x="340309" y="155829"/>
                  </a:lnTo>
                  <a:lnTo>
                    <a:pt x="367906" y="155829"/>
                  </a:lnTo>
                  <a:lnTo>
                    <a:pt x="367906" y="100609"/>
                  </a:lnTo>
                  <a:close/>
                </a:path>
                <a:path w="368300" h="257175">
                  <a:moveTo>
                    <a:pt x="367906" y="26987"/>
                  </a:moveTo>
                  <a:lnTo>
                    <a:pt x="340309" y="26987"/>
                  </a:lnTo>
                  <a:lnTo>
                    <a:pt x="340309" y="82207"/>
                  </a:lnTo>
                  <a:lnTo>
                    <a:pt x="367906" y="82207"/>
                  </a:lnTo>
                  <a:lnTo>
                    <a:pt x="367906" y="26987"/>
                  </a:lnTo>
                  <a:close/>
                </a:path>
                <a:path w="368300" h="257175">
                  <a:moveTo>
                    <a:pt x="367906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0" y="82575"/>
                  </a:lnTo>
                  <a:lnTo>
                    <a:pt x="0" y="256603"/>
                  </a:lnTo>
                  <a:lnTo>
                    <a:pt x="367906" y="256603"/>
                  </a:lnTo>
                  <a:lnTo>
                    <a:pt x="367906" y="229933"/>
                  </a:lnTo>
                  <a:lnTo>
                    <a:pt x="27597" y="229933"/>
                  </a:lnTo>
                  <a:lnTo>
                    <a:pt x="27597" y="174040"/>
                  </a:lnTo>
                  <a:lnTo>
                    <a:pt x="367906" y="174040"/>
                  </a:lnTo>
                  <a:lnTo>
                    <a:pt x="367906" y="156248"/>
                  </a:lnTo>
                  <a:lnTo>
                    <a:pt x="27597" y="156248"/>
                  </a:lnTo>
                  <a:lnTo>
                    <a:pt x="27597" y="100355"/>
                  </a:lnTo>
                  <a:lnTo>
                    <a:pt x="367906" y="100355"/>
                  </a:lnTo>
                  <a:lnTo>
                    <a:pt x="367906" y="82575"/>
                  </a:lnTo>
                  <a:lnTo>
                    <a:pt x="27597" y="82575"/>
                  </a:lnTo>
                  <a:lnTo>
                    <a:pt x="27597" y="26670"/>
                  </a:lnTo>
                  <a:lnTo>
                    <a:pt x="367906" y="26670"/>
                  </a:lnTo>
                  <a:lnTo>
                    <a:pt x="3679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179946" y="525525"/>
            <a:ext cx="5106035" cy="1463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09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sorted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hierarchically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top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down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bottom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up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approach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166359" y="2337816"/>
            <a:ext cx="6590030" cy="812800"/>
            <a:chOff x="5166359" y="2337816"/>
            <a:chExt cx="6590030" cy="812800"/>
          </a:xfrm>
        </p:grpSpPr>
        <p:sp>
          <p:nvSpPr>
            <p:cNvPr id="11" name="object 11"/>
            <p:cNvSpPr/>
            <p:nvPr/>
          </p:nvSpPr>
          <p:spPr>
            <a:xfrm>
              <a:off x="5166359" y="2337816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80"/>
                  </a:lnTo>
                  <a:lnTo>
                    <a:pt x="0" y="731012"/>
                  </a:lnTo>
                  <a:lnTo>
                    <a:pt x="6377" y="762678"/>
                  </a:lnTo>
                  <a:lnTo>
                    <a:pt x="23780" y="788511"/>
                  </a:lnTo>
                  <a:lnTo>
                    <a:pt x="49613" y="805914"/>
                  </a:lnTo>
                  <a:lnTo>
                    <a:pt x="81279" y="812292"/>
                  </a:lnTo>
                  <a:lnTo>
                    <a:pt x="6508496" y="812292"/>
                  </a:lnTo>
                  <a:lnTo>
                    <a:pt x="6540162" y="805914"/>
                  </a:lnTo>
                  <a:lnTo>
                    <a:pt x="6565995" y="788511"/>
                  </a:lnTo>
                  <a:lnTo>
                    <a:pt x="6583398" y="762678"/>
                  </a:lnTo>
                  <a:lnTo>
                    <a:pt x="6589775" y="731012"/>
                  </a:lnTo>
                  <a:lnTo>
                    <a:pt x="6589775" y="81280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23403" y="2559856"/>
              <a:ext cx="426720" cy="370205"/>
            </a:xfrm>
            <a:custGeom>
              <a:avLst/>
              <a:gdLst/>
              <a:ahLst/>
              <a:cxnLst/>
              <a:rect l="l" t="t" r="r" b="b"/>
              <a:pathLst>
                <a:path w="426720" h="370205">
                  <a:moveTo>
                    <a:pt x="203640" y="305988"/>
                  </a:moveTo>
                  <a:lnTo>
                    <a:pt x="166936" y="305988"/>
                  </a:lnTo>
                  <a:lnTo>
                    <a:pt x="190059" y="320626"/>
                  </a:lnTo>
                  <a:lnTo>
                    <a:pt x="214993" y="331295"/>
                  </a:lnTo>
                  <a:lnTo>
                    <a:pt x="241307" y="337824"/>
                  </a:lnTo>
                  <a:lnTo>
                    <a:pt x="268570" y="340038"/>
                  </a:lnTo>
                  <a:lnTo>
                    <a:pt x="331113" y="340038"/>
                  </a:lnTo>
                  <a:lnTo>
                    <a:pt x="314098" y="357063"/>
                  </a:lnTo>
                  <a:lnTo>
                    <a:pt x="314098" y="362584"/>
                  </a:lnTo>
                  <a:lnTo>
                    <a:pt x="321456" y="369947"/>
                  </a:lnTo>
                  <a:lnTo>
                    <a:pt x="326974" y="369947"/>
                  </a:lnTo>
                  <a:lnTo>
                    <a:pt x="361925" y="334976"/>
                  </a:lnTo>
                  <a:lnTo>
                    <a:pt x="361925" y="329455"/>
                  </a:lnTo>
                  <a:lnTo>
                    <a:pt x="358246" y="325774"/>
                  </a:lnTo>
                  <a:lnTo>
                    <a:pt x="353723" y="321172"/>
                  </a:lnTo>
                  <a:lnTo>
                    <a:pt x="268570" y="321172"/>
                  </a:lnTo>
                  <a:lnTo>
                    <a:pt x="243305" y="319044"/>
                  </a:lnTo>
                  <a:lnTo>
                    <a:pt x="218902" y="312775"/>
                  </a:lnTo>
                  <a:lnTo>
                    <a:pt x="203640" y="305988"/>
                  </a:lnTo>
                  <a:close/>
                </a:path>
                <a:path w="426720" h="370205">
                  <a:moveTo>
                    <a:pt x="72661" y="191415"/>
                  </a:moveTo>
                  <a:lnTo>
                    <a:pt x="29892" y="191415"/>
                  </a:lnTo>
                  <a:lnTo>
                    <a:pt x="29892" y="266877"/>
                  </a:lnTo>
                  <a:lnTo>
                    <a:pt x="35705" y="295729"/>
                  </a:lnTo>
                  <a:lnTo>
                    <a:pt x="51564" y="319274"/>
                  </a:lnTo>
                  <a:lnTo>
                    <a:pt x="75096" y="335142"/>
                  </a:lnTo>
                  <a:lnTo>
                    <a:pt x="103932" y="340958"/>
                  </a:lnTo>
                  <a:lnTo>
                    <a:pt x="122701" y="338535"/>
                  </a:lnTo>
                  <a:lnTo>
                    <a:pt x="139918" y="331583"/>
                  </a:lnTo>
                  <a:lnTo>
                    <a:pt x="153524" y="321582"/>
                  </a:lnTo>
                  <a:lnTo>
                    <a:pt x="97314" y="321582"/>
                  </a:lnTo>
                  <a:lnTo>
                    <a:pt x="76340" y="314731"/>
                  </a:lnTo>
                  <a:lnTo>
                    <a:pt x="49825" y="280760"/>
                  </a:lnTo>
                  <a:lnTo>
                    <a:pt x="47827" y="192335"/>
                  </a:lnTo>
                  <a:lnTo>
                    <a:pt x="73580" y="192335"/>
                  </a:lnTo>
                  <a:lnTo>
                    <a:pt x="72661" y="191415"/>
                  </a:lnTo>
                  <a:close/>
                </a:path>
                <a:path w="426720" h="370205">
                  <a:moveTo>
                    <a:pt x="202900" y="57631"/>
                  </a:moveTo>
                  <a:lnTo>
                    <a:pt x="130605" y="57631"/>
                  </a:lnTo>
                  <a:lnTo>
                    <a:pt x="140608" y="58465"/>
                  </a:lnTo>
                  <a:lnTo>
                    <a:pt x="140244" y="58465"/>
                  </a:lnTo>
                  <a:lnTo>
                    <a:pt x="115600" y="95505"/>
                  </a:lnTo>
                  <a:lnTo>
                    <a:pt x="101769" y="136267"/>
                  </a:lnTo>
                  <a:lnTo>
                    <a:pt x="98644" y="178589"/>
                  </a:lnTo>
                  <a:lnTo>
                    <a:pt x="106096" y="220335"/>
                  </a:lnTo>
                  <a:lnTo>
                    <a:pt x="123997" y="259372"/>
                  </a:lnTo>
                  <a:lnTo>
                    <a:pt x="152220" y="293564"/>
                  </a:lnTo>
                  <a:lnTo>
                    <a:pt x="137831" y="310129"/>
                  </a:lnTo>
                  <a:lnTo>
                    <a:pt x="137712" y="310266"/>
                  </a:lnTo>
                  <a:lnTo>
                    <a:pt x="118591" y="319850"/>
                  </a:lnTo>
                  <a:lnTo>
                    <a:pt x="97314" y="321582"/>
                  </a:lnTo>
                  <a:lnTo>
                    <a:pt x="153524" y="321582"/>
                  </a:lnTo>
                  <a:lnTo>
                    <a:pt x="154824" y="320626"/>
                  </a:lnTo>
                  <a:lnTo>
                    <a:pt x="155492" y="319850"/>
                  </a:lnTo>
                  <a:lnTo>
                    <a:pt x="166936" y="305988"/>
                  </a:lnTo>
                  <a:lnTo>
                    <a:pt x="203640" y="305988"/>
                  </a:lnTo>
                  <a:lnTo>
                    <a:pt x="195880" y="302537"/>
                  </a:lnTo>
                  <a:lnTo>
                    <a:pt x="174754" y="288503"/>
                  </a:lnTo>
                  <a:lnTo>
                    <a:pt x="175214" y="287583"/>
                  </a:lnTo>
                  <a:lnTo>
                    <a:pt x="175674" y="286202"/>
                  </a:lnTo>
                  <a:lnTo>
                    <a:pt x="175674" y="285282"/>
                  </a:lnTo>
                  <a:lnTo>
                    <a:pt x="178333" y="275159"/>
                  </a:lnTo>
                  <a:lnTo>
                    <a:pt x="159578" y="275159"/>
                  </a:lnTo>
                  <a:lnTo>
                    <a:pt x="132140" y="235647"/>
                  </a:lnTo>
                  <a:lnTo>
                    <a:pt x="118935" y="191760"/>
                  </a:lnTo>
                  <a:lnTo>
                    <a:pt x="118831" y="191415"/>
                  </a:lnTo>
                  <a:lnTo>
                    <a:pt x="118763" y="191187"/>
                  </a:lnTo>
                  <a:lnTo>
                    <a:pt x="118892" y="181580"/>
                  </a:lnTo>
                  <a:lnTo>
                    <a:pt x="118987" y="174498"/>
                  </a:lnTo>
                  <a:lnTo>
                    <a:pt x="119081" y="167488"/>
                  </a:lnTo>
                  <a:lnTo>
                    <a:pt x="119180" y="160126"/>
                  </a:lnTo>
                  <a:lnTo>
                    <a:pt x="119302" y="151096"/>
                  </a:lnTo>
                  <a:lnTo>
                    <a:pt x="119381" y="145225"/>
                  </a:lnTo>
                  <a:lnTo>
                    <a:pt x="133928" y="101207"/>
                  </a:lnTo>
                  <a:lnTo>
                    <a:pt x="162337" y="62578"/>
                  </a:lnTo>
                  <a:lnTo>
                    <a:pt x="211183" y="62578"/>
                  </a:lnTo>
                  <a:lnTo>
                    <a:pt x="202900" y="57631"/>
                  </a:lnTo>
                  <a:close/>
                </a:path>
                <a:path w="426720" h="370205">
                  <a:moveTo>
                    <a:pt x="321456" y="293564"/>
                  </a:moveTo>
                  <a:lnTo>
                    <a:pt x="314098" y="300006"/>
                  </a:lnTo>
                  <a:lnTo>
                    <a:pt x="313638" y="305988"/>
                  </a:lnTo>
                  <a:lnTo>
                    <a:pt x="316857" y="309669"/>
                  </a:lnTo>
                  <a:lnTo>
                    <a:pt x="317317" y="310129"/>
                  </a:lnTo>
                  <a:lnTo>
                    <a:pt x="326572" y="319850"/>
                  </a:lnTo>
                  <a:lnTo>
                    <a:pt x="327894" y="321172"/>
                  </a:lnTo>
                  <a:lnTo>
                    <a:pt x="353723" y="321172"/>
                  </a:lnTo>
                  <a:lnTo>
                    <a:pt x="330653" y="297706"/>
                  </a:lnTo>
                  <a:lnTo>
                    <a:pt x="327434" y="294025"/>
                  </a:lnTo>
                  <a:lnTo>
                    <a:pt x="321456" y="293564"/>
                  </a:lnTo>
                  <a:close/>
                </a:path>
                <a:path w="426720" h="370205">
                  <a:moveTo>
                    <a:pt x="211183" y="62578"/>
                  </a:moveTo>
                  <a:lnTo>
                    <a:pt x="162337" y="62578"/>
                  </a:lnTo>
                  <a:lnTo>
                    <a:pt x="186150" y="70580"/>
                  </a:lnTo>
                  <a:lnTo>
                    <a:pt x="208325" y="82076"/>
                  </a:lnTo>
                  <a:lnTo>
                    <a:pt x="228431" y="96937"/>
                  </a:lnTo>
                  <a:lnTo>
                    <a:pt x="246035" y="115033"/>
                  </a:lnTo>
                  <a:lnTo>
                    <a:pt x="225537" y="129297"/>
                  </a:lnTo>
                  <a:lnTo>
                    <a:pt x="222930" y="131137"/>
                  </a:lnTo>
                  <a:lnTo>
                    <a:pt x="203899" y="151096"/>
                  </a:lnTo>
                  <a:lnTo>
                    <a:pt x="189190" y="174498"/>
                  </a:lnTo>
                  <a:lnTo>
                    <a:pt x="179353" y="200618"/>
                  </a:lnTo>
                  <a:lnTo>
                    <a:pt x="159578" y="275159"/>
                  </a:lnTo>
                  <a:lnTo>
                    <a:pt x="178333" y="275159"/>
                  </a:lnTo>
                  <a:lnTo>
                    <a:pt x="196586" y="205679"/>
                  </a:lnTo>
                  <a:lnTo>
                    <a:pt x="196707" y="205219"/>
                  </a:lnTo>
                  <a:lnTo>
                    <a:pt x="196828" y="204759"/>
                  </a:lnTo>
                  <a:lnTo>
                    <a:pt x="205717" y="181580"/>
                  </a:lnTo>
                  <a:lnTo>
                    <a:pt x="218960" y="160816"/>
                  </a:lnTo>
                  <a:lnTo>
                    <a:pt x="236083" y="143158"/>
                  </a:lnTo>
                  <a:lnTo>
                    <a:pt x="256613" y="129297"/>
                  </a:lnTo>
                  <a:lnTo>
                    <a:pt x="277755" y="129297"/>
                  </a:lnTo>
                  <a:lnTo>
                    <a:pt x="274088" y="122395"/>
                  </a:lnTo>
                  <a:lnTo>
                    <a:pt x="283832" y="119375"/>
                  </a:lnTo>
                  <a:lnTo>
                    <a:pt x="293748" y="117218"/>
                  </a:lnTo>
                  <a:lnTo>
                    <a:pt x="303837" y="115924"/>
                  </a:lnTo>
                  <a:lnTo>
                    <a:pt x="314098" y="115493"/>
                  </a:lnTo>
                  <a:lnTo>
                    <a:pt x="419870" y="115493"/>
                  </a:lnTo>
                  <a:lnTo>
                    <a:pt x="426308" y="109051"/>
                  </a:lnTo>
                  <a:lnTo>
                    <a:pt x="426308" y="106290"/>
                  </a:lnTo>
                  <a:lnTo>
                    <a:pt x="262591" y="106290"/>
                  </a:lnTo>
                  <a:lnTo>
                    <a:pt x="245051" y="87195"/>
                  </a:lnTo>
                  <a:lnTo>
                    <a:pt x="225053" y="70860"/>
                  </a:lnTo>
                  <a:lnTo>
                    <a:pt x="211183" y="62578"/>
                  </a:lnTo>
                  <a:close/>
                </a:path>
                <a:path w="426720" h="370205">
                  <a:moveTo>
                    <a:pt x="267190" y="201998"/>
                  </a:moveTo>
                  <a:lnTo>
                    <a:pt x="261671" y="201998"/>
                  </a:lnTo>
                  <a:lnTo>
                    <a:pt x="254313" y="209360"/>
                  </a:lnTo>
                  <a:lnTo>
                    <a:pt x="254313" y="214882"/>
                  </a:lnTo>
                  <a:lnTo>
                    <a:pt x="289264" y="249852"/>
                  </a:lnTo>
                  <a:lnTo>
                    <a:pt x="294783" y="249852"/>
                  </a:lnTo>
                  <a:lnTo>
                    <a:pt x="298462" y="246171"/>
                  </a:lnTo>
                  <a:lnTo>
                    <a:pt x="326974" y="218103"/>
                  </a:lnTo>
                  <a:lnTo>
                    <a:pt x="301221" y="218103"/>
                  </a:lnTo>
                  <a:lnTo>
                    <a:pt x="301221" y="217643"/>
                  </a:lnTo>
                  <a:lnTo>
                    <a:pt x="282826" y="217643"/>
                  </a:lnTo>
                  <a:lnTo>
                    <a:pt x="267190" y="201998"/>
                  </a:lnTo>
                  <a:close/>
                </a:path>
                <a:path w="426720" h="370205">
                  <a:moveTo>
                    <a:pt x="317777" y="201538"/>
                  </a:moveTo>
                  <a:lnTo>
                    <a:pt x="301221" y="218103"/>
                  </a:lnTo>
                  <a:lnTo>
                    <a:pt x="326974" y="218103"/>
                  </a:lnTo>
                  <a:lnTo>
                    <a:pt x="330193" y="214882"/>
                  </a:lnTo>
                  <a:lnTo>
                    <a:pt x="330653" y="209360"/>
                  </a:lnTo>
                  <a:lnTo>
                    <a:pt x="326974" y="205679"/>
                  </a:lnTo>
                  <a:lnTo>
                    <a:pt x="323755" y="201998"/>
                  </a:lnTo>
                  <a:lnTo>
                    <a:pt x="317777" y="201538"/>
                  </a:lnTo>
                  <a:close/>
                </a:path>
                <a:path w="426720" h="370205">
                  <a:moveTo>
                    <a:pt x="277755" y="129297"/>
                  </a:moveTo>
                  <a:lnTo>
                    <a:pt x="256613" y="129297"/>
                  </a:lnTo>
                  <a:lnTo>
                    <a:pt x="267887" y="149687"/>
                  </a:lnTo>
                  <a:lnTo>
                    <a:pt x="276100" y="171284"/>
                  </a:lnTo>
                  <a:lnTo>
                    <a:pt x="281123" y="193744"/>
                  </a:lnTo>
                  <a:lnTo>
                    <a:pt x="282826" y="216722"/>
                  </a:lnTo>
                  <a:lnTo>
                    <a:pt x="282826" y="217643"/>
                  </a:lnTo>
                  <a:lnTo>
                    <a:pt x="301221" y="217643"/>
                  </a:lnTo>
                  <a:lnTo>
                    <a:pt x="301221" y="216722"/>
                  </a:lnTo>
                  <a:lnTo>
                    <a:pt x="299677" y="195096"/>
                  </a:lnTo>
                  <a:lnTo>
                    <a:pt x="299581" y="193744"/>
                  </a:lnTo>
                  <a:lnTo>
                    <a:pt x="299480" y="192335"/>
                  </a:lnTo>
                  <a:lnTo>
                    <a:pt x="299365" y="191415"/>
                  </a:lnTo>
                  <a:lnTo>
                    <a:pt x="294208" y="167488"/>
                  </a:lnTo>
                  <a:lnTo>
                    <a:pt x="285700" y="144251"/>
                  </a:lnTo>
                  <a:lnTo>
                    <a:pt x="277755" y="129297"/>
                  </a:lnTo>
                  <a:close/>
                </a:path>
                <a:path w="426720" h="370205">
                  <a:moveTo>
                    <a:pt x="41389" y="160126"/>
                  </a:moveTo>
                  <a:lnTo>
                    <a:pt x="35870" y="160126"/>
                  </a:lnTo>
                  <a:lnTo>
                    <a:pt x="32191" y="163807"/>
                  </a:lnTo>
                  <a:lnTo>
                    <a:pt x="4138" y="191415"/>
                  </a:lnTo>
                  <a:lnTo>
                    <a:pt x="459" y="194636"/>
                  </a:lnTo>
                  <a:lnTo>
                    <a:pt x="0" y="200618"/>
                  </a:lnTo>
                  <a:lnTo>
                    <a:pt x="6438" y="207980"/>
                  </a:lnTo>
                  <a:lnTo>
                    <a:pt x="12416" y="208440"/>
                  </a:lnTo>
                  <a:lnTo>
                    <a:pt x="16095" y="205219"/>
                  </a:lnTo>
                  <a:lnTo>
                    <a:pt x="29892" y="191415"/>
                  </a:lnTo>
                  <a:lnTo>
                    <a:pt x="72661" y="191415"/>
                  </a:lnTo>
                  <a:lnTo>
                    <a:pt x="41389" y="160126"/>
                  </a:lnTo>
                  <a:close/>
                </a:path>
                <a:path w="426720" h="370205">
                  <a:moveTo>
                    <a:pt x="73580" y="192335"/>
                  </a:moveTo>
                  <a:lnTo>
                    <a:pt x="47827" y="192335"/>
                  </a:lnTo>
                  <a:lnTo>
                    <a:pt x="63463" y="207980"/>
                  </a:lnTo>
                  <a:lnTo>
                    <a:pt x="68982" y="207980"/>
                  </a:lnTo>
                  <a:lnTo>
                    <a:pt x="76340" y="200618"/>
                  </a:lnTo>
                  <a:lnTo>
                    <a:pt x="76340" y="195096"/>
                  </a:lnTo>
                  <a:lnTo>
                    <a:pt x="73580" y="192335"/>
                  </a:lnTo>
                  <a:close/>
                </a:path>
                <a:path w="426720" h="370205">
                  <a:moveTo>
                    <a:pt x="419870" y="115493"/>
                  </a:moveTo>
                  <a:lnTo>
                    <a:pt x="394117" y="115493"/>
                  </a:lnTo>
                  <a:lnTo>
                    <a:pt x="378481" y="131137"/>
                  </a:lnTo>
                  <a:lnTo>
                    <a:pt x="378481" y="137119"/>
                  </a:lnTo>
                  <a:lnTo>
                    <a:pt x="385839" y="143561"/>
                  </a:lnTo>
                  <a:lnTo>
                    <a:pt x="391817" y="144021"/>
                  </a:lnTo>
                  <a:lnTo>
                    <a:pt x="395037" y="140340"/>
                  </a:lnTo>
                  <a:lnTo>
                    <a:pt x="419870" y="115493"/>
                  </a:lnTo>
                  <a:close/>
                </a:path>
                <a:path w="426720" h="370205">
                  <a:moveTo>
                    <a:pt x="385839" y="67639"/>
                  </a:moveTo>
                  <a:lnTo>
                    <a:pt x="382160" y="71320"/>
                  </a:lnTo>
                  <a:lnTo>
                    <a:pt x="378481" y="74541"/>
                  </a:lnTo>
                  <a:lnTo>
                    <a:pt x="378021" y="80523"/>
                  </a:lnTo>
                  <a:lnTo>
                    <a:pt x="394117" y="96627"/>
                  </a:lnTo>
                  <a:lnTo>
                    <a:pt x="313638" y="96627"/>
                  </a:lnTo>
                  <a:lnTo>
                    <a:pt x="300617" y="97231"/>
                  </a:lnTo>
                  <a:lnTo>
                    <a:pt x="287770" y="99043"/>
                  </a:lnTo>
                  <a:lnTo>
                    <a:pt x="275094" y="102063"/>
                  </a:lnTo>
                  <a:lnTo>
                    <a:pt x="262591" y="106290"/>
                  </a:lnTo>
                  <a:lnTo>
                    <a:pt x="426308" y="106290"/>
                  </a:lnTo>
                  <a:lnTo>
                    <a:pt x="426308" y="103529"/>
                  </a:lnTo>
                  <a:lnTo>
                    <a:pt x="422629" y="99848"/>
                  </a:lnTo>
                  <a:lnTo>
                    <a:pt x="395037" y="71780"/>
                  </a:lnTo>
                  <a:lnTo>
                    <a:pt x="391358" y="68099"/>
                  </a:lnTo>
                  <a:lnTo>
                    <a:pt x="385839" y="67639"/>
                  </a:lnTo>
                  <a:close/>
                </a:path>
                <a:path w="426720" h="370205">
                  <a:moveTo>
                    <a:pt x="129391" y="39312"/>
                  </a:moveTo>
                  <a:lnTo>
                    <a:pt x="74881" y="46214"/>
                  </a:lnTo>
                  <a:lnTo>
                    <a:pt x="41849" y="63498"/>
                  </a:lnTo>
                  <a:lnTo>
                    <a:pt x="46447" y="72701"/>
                  </a:lnTo>
                  <a:lnTo>
                    <a:pt x="51506" y="75001"/>
                  </a:lnTo>
                  <a:lnTo>
                    <a:pt x="56105" y="72701"/>
                  </a:lnTo>
                  <a:lnTo>
                    <a:pt x="56565" y="72701"/>
                  </a:lnTo>
                  <a:lnTo>
                    <a:pt x="72747" y="66057"/>
                  </a:lnTo>
                  <a:lnTo>
                    <a:pt x="89446" y="61312"/>
                  </a:lnTo>
                  <a:lnTo>
                    <a:pt x="106491" y="58465"/>
                  </a:lnTo>
                  <a:lnTo>
                    <a:pt x="121620" y="57631"/>
                  </a:lnTo>
                  <a:lnTo>
                    <a:pt x="202900" y="57631"/>
                  </a:lnTo>
                  <a:lnTo>
                    <a:pt x="178893" y="47853"/>
                  </a:lnTo>
                  <a:lnTo>
                    <a:pt x="187703" y="42332"/>
                  </a:lnTo>
                  <a:lnTo>
                    <a:pt x="156819" y="42332"/>
                  </a:lnTo>
                  <a:lnTo>
                    <a:pt x="129391" y="39312"/>
                  </a:lnTo>
                  <a:close/>
                </a:path>
                <a:path w="426720" h="370205">
                  <a:moveTo>
                    <a:pt x="273628" y="0"/>
                  </a:moveTo>
                  <a:lnTo>
                    <a:pt x="268570" y="0"/>
                  </a:lnTo>
                  <a:lnTo>
                    <a:pt x="238174" y="2796"/>
                  </a:lnTo>
                  <a:lnTo>
                    <a:pt x="208900" y="10985"/>
                  </a:lnTo>
                  <a:lnTo>
                    <a:pt x="181523" y="24264"/>
                  </a:lnTo>
                  <a:lnTo>
                    <a:pt x="156819" y="42332"/>
                  </a:lnTo>
                  <a:lnTo>
                    <a:pt x="187703" y="42332"/>
                  </a:lnTo>
                  <a:lnTo>
                    <a:pt x="199243" y="35099"/>
                  </a:lnTo>
                  <a:lnTo>
                    <a:pt x="221317" y="25882"/>
                  </a:lnTo>
                  <a:lnTo>
                    <a:pt x="244598" y="20288"/>
                  </a:lnTo>
                  <a:lnTo>
                    <a:pt x="268570" y="18405"/>
                  </a:lnTo>
                  <a:lnTo>
                    <a:pt x="273628" y="18405"/>
                  </a:lnTo>
                  <a:lnTo>
                    <a:pt x="277767" y="14264"/>
                  </a:lnTo>
                  <a:lnTo>
                    <a:pt x="277767" y="4141"/>
                  </a:lnTo>
                  <a:lnTo>
                    <a:pt x="27362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179946" y="2557729"/>
            <a:ext cx="457327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pointers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navigate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166359" y="3354323"/>
            <a:ext cx="6590030" cy="812800"/>
            <a:chOff x="5166359" y="3354323"/>
            <a:chExt cx="6590030" cy="812800"/>
          </a:xfrm>
        </p:grpSpPr>
        <p:sp>
          <p:nvSpPr>
            <p:cNvPr id="15" name="object 15"/>
            <p:cNvSpPr/>
            <p:nvPr/>
          </p:nvSpPr>
          <p:spPr>
            <a:xfrm>
              <a:off x="5166359" y="3354323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79"/>
                  </a:lnTo>
                  <a:lnTo>
                    <a:pt x="0" y="731012"/>
                  </a:lnTo>
                  <a:lnTo>
                    <a:pt x="6377" y="762678"/>
                  </a:lnTo>
                  <a:lnTo>
                    <a:pt x="23780" y="788511"/>
                  </a:lnTo>
                  <a:lnTo>
                    <a:pt x="49613" y="805914"/>
                  </a:lnTo>
                  <a:lnTo>
                    <a:pt x="81279" y="812292"/>
                  </a:lnTo>
                  <a:lnTo>
                    <a:pt x="6508496" y="812292"/>
                  </a:lnTo>
                  <a:lnTo>
                    <a:pt x="6540162" y="805914"/>
                  </a:lnTo>
                  <a:lnTo>
                    <a:pt x="6565995" y="788511"/>
                  </a:lnTo>
                  <a:lnTo>
                    <a:pt x="6583398" y="762678"/>
                  </a:lnTo>
                  <a:lnTo>
                    <a:pt x="6589775" y="731012"/>
                  </a:lnTo>
                  <a:lnTo>
                    <a:pt x="6589775" y="81279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446397" y="3568082"/>
              <a:ext cx="382270" cy="391160"/>
            </a:xfrm>
            <a:custGeom>
              <a:avLst/>
              <a:gdLst/>
              <a:ahLst/>
              <a:cxnLst/>
              <a:rect l="l" t="t" r="r" b="b"/>
              <a:pathLst>
                <a:path w="382270" h="391160">
                  <a:moveTo>
                    <a:pt x="130975" y="255834"/>
                  </a:moveTo>
                  <a:lnTo>
                    <a:pt x="85537" y="255834"/>
                  </a:lnTo>
                  <a:lnTo>
                    <a:pt x="106073" y="266898"/>
                  </a:lnTo>
                  <a:lnTo>
                    <a:pt x="129513" y="283614"/>
                  </a:lnTo>
                  <a:lnTo>
                    <a:pt x="149367" y="304816"/>
                  </a:lnTo>
                  <a:lnTo>
                    <a:pt x="158658" y="328995"/>
                  </a:lnTo>
                  <a:lnTo>
                    <a:pt x="156857" y="371787"/>
                  </a:lnTo>
                  <a:lnTo>
                    <a:pt x="156819" y="375008"/>
                  </a:lnTo>
                  <a:lnTo>
                    <a:pt x="155899" y="377309"/>
                  </a:lnTo>
                  <a:lnTo>
                    <a:pt x="149920" y="383290"/>
                  </a:lnTo>
                  <a:lnTo>
                    <a:pt x="147161" y="386511"/>
                  </a:lnTo>
                  <a:lnTo>
                    <a:pt x="149001" y="391113"/>
                  </a:lnTo>
                  <a:lnTo>
                    <a:pt x="207405" y="391113"/>
                  </a:lnTo>
                  <a:lnTo>
                    <a:pt x="209245" y="387432"/>
                  </a:lnTo>
                  <a:lnTo>
                    <a:pt x="207865" y="384211"/>
                  </a:lnTo>
                  <a:lnTo>
                    <a:pt x="205566" y="379609"/>
                  </a:lnTo>
                  <a:lnTo>
                    <a:pt x="204186" y="378229"/>
                  </a:lnTo>
                  <a:lnTo>
                    <a:pt x="201427" y="374548"/>
                  </a:lnTo>
                  <a:lnTo>
                    <a:pt x="201427" y="371787"/>
                  </a:lnTo>
                  <a:lnTo>
                    <a:pt x="199588" y="316111"/>
                  </a:lnTo>
                  <a:lnTo>
                    <a:pt x="199588" y="315651"/>
                  </a:lnTo>
                  <a:lnTo>
                    <a:pt x="200047" y="315191"/>
                  </a:lnTo>
                  <a:lnTo>
                    <a:pt x="205990" y="303709"/>
                  </a:lnTo>
                  <a:lnTo>
                    <a:pt x="217235" y="293737"/>
                  </a:lnTo>
                  <a:lnTo>
                    <a:pt x="232189" y="284714"/>
                  </a:lnTo>
                  <a:lnTo>
                    <a:pt x="242889" y="279300"/>
                  </a:lnTo>
                  <a:lnTo>
                    <a:pt x="158658" y="279300"/>
                  </a:lnTo>
                  <a:lnTo>
                    <a:pt x="146989" y="268185"/>
                  </a:lnTo>
                  <a:lnTo>
                    <a:pt x="134629" y="258364"/>
                  </a:lnTo>
                  <a:lnTo>
                    <a:pt x="130975" y="255834"/>
                  </a:lnTo>
                  <a:close/>
                </a:path>
                <a:path w="382270" h="391160">
                  <a:moveTo>
                    <a:pt x="195197" y="218210"/>
                  </a:moveTo>
                  <a:lnTo>
                    <a:pt x="131768" y="218210"/>
                  </a:lnTo>
                  <a:lnTo>
                    <a:pt x="139803" y="221784"/>
                  </a:lnTo>
                  <a:lnTo>
                    <a:pt x="144402" y="222704"/>
                  </a:lnTo>
                  <a:lnTo>
                    <a:pt x="151481" y="237486"/>
                  </a:lnTo>
                  <a:lnTo>
                    <a:pt x="158513" y="276079"/>
                  </a:lnTo>
                  <a:lnTo>
                    <a:pt x="158554" y="277000"/>
                  </a:lnTo>
                  <a:lnTo>
                    <a:pt x="158658" y="279300"/>
                  </a:lnTo>
                  <a:lnTo>
                    <a:pt x="242889" y="279300"/>
                  </a:lnTo>
                  <a:lnTo>
                    <a:pt x="247436" y="277000"/>
                  </a:lnTo>
                  <a:lnTo>
                    <a:pt x="200507" y="277000"/>
                  </a:lnTo>
                  <a:lnTo>
                    <a:pt x="205073" y="263656"/>
                  </a:lnTo>
                  <a:lnTo>
                    <a:pt x="180732" y="263656"/>
                  </a:lnTo>
                  <a:lnTo>
                    <a:pt x="179633" y="256121"/>
                  </a:lnTo>
                  <a:lnTo>
                    <a:pt x="179524" y="255373"/>
                  </a:lnTo>
                  <a:lnTo>
                    <a:pt x="179417" y="254640"/>
                  </a:lnTo>
                  <a:lnTo>
                    <a:pt x="177456" y="245020"/>
                  </a:lnTo>
                  <a:lnTo>
                    <a:pt x="174718" y="235056"/>
                  </a:lnTo>
                  <a:lnTo>
                    <a:pt x="171130" y="225156"/>
                  </a:lnTo>
                  <a:lnTo>
                    <a:pt x="171075" y="225005"/>
                  </a:lnTo>
                  <a:lnTo>
                    <a:pt x="179518" y="223545"/>
                  </a:lnTo>
                  <a:lnTo>
                    <a:pt x="187573" y="221266"/>
                  </a:lnTo>
                  <a:lnTo>
                    <a:pt x="195197" y="218210"/>
                  </a:lnTo>
                  <a:close/>
                </a:path>
                <a:path w="382270" h="391160">
                  <a:moveTo>
                    <a:pt x="358292" y="219023"/>
                  </a:moveTo>
                  <a:lnTo>
                    <a:pt x="286505" y="219023"/>
                  </a:lnTo>
                  <a:lnTo>
                    <a:pt x="280390" y="228973"/>
                  </a:lnTo>
                  <a:lnTo>
                    <a:pt x="270007" y="237888"/>
                  </a:lnTo>
                  <a:lnTo>
                    <a:pt x="255916" y="246458"/>
                  </a:lnTo>
                  <a:lnTo>
                    <a:pt x="238677" y="255373"/>
                  </a:lnTo>
                  <a:lnTo>
                    <a:pt x="228639" y="260305"/>
                  </a:lnTo>
                  <a:lnTo>
                    <a:pt x="218730" y="265496"/>
                  </a:lnTo>
                  <a:lnTo>
                    <a:pt x="209252" y="271032"/>
                  </a:lnTo>
                  <a:lnTo>
                    <a:pt x="200507" y="277000"/>
                  </a:lnTo>
                  <a:lnTo>
                    <a:pt x="247436" y="277000"/>
                  </a:lnTo>
                  <a:lnTo>
                    <a:pt x="267262" y="266898"/>
                  </a:lnTo>
                  <a:lnTo>
                    <a:pt x="284665" y="256121"/>
                  </a:lnTo>
                  <a:lnTo>
                    <a:pt x="299310" y="243015"/>
                  </a:lnTo>
                  <a:lnTo>
                    <a:pt x="308927" y="227032"/>
                  </a:lnTo>
                  <a:lnTo>
                    <a:pt x="309039" y="226845"/>
                  </a:lnTo>
                  <a:lnTo>
                    <a:pt x="342815" y="226845"/>
                  </a:lnTo>
                  <a:lnTo>
                    <a:pt x="348402" y="225709"/>
                  </a:lnTo>
                  <a:lnTo>
                    <a:pt x="358292" y="219023"/>
                  </a:lnTo>
                  <a:close/>
                </a:path>
                <a:path w="382270" h="391160">
                  <a:moveTo>
                    <a:pt x="229882" y="214422"/>
                  </a:moveTo>
                  <a:lnTo>
                    <a:pt x="202347" y="214422"/>
                  </a:lnTo>
                  <a:lnTo>
                    <a:pt x="195643" y="226845"/>
                  </a:lnTo>
                  <a:lnTo>
                    <a:pt x="189643" y="239729"/>
                  </a:lnTo>
                  <a:lnTo>
                    <a:pt x="184692" y="252081"/>
                  </a:lnTo>
                  <a:lnTo>
                    <a:pt x="180732" y="263656"/>
                  </a:lnTo>
                  <a:lnTo>
                    <a:pt x="205073" y="263656"/>
                  </a:lnTo>
                  <a:lnTo>
                    <a:pt x="205875" y="261312"/>
                  </a:lnTo>
                  <a:lnTo>
                    <a:pt x="213096" y="243640"/>
                  </a:lnTo>
                  <a:lnTo>
                    <a:pt x="222257" y="225709"/>
                  </a:lnTo>
                  <a:lnTo>
                    <a:pt x="229882" y="214422"/>
                  </a:lnTo>
                  <a:close/>
                </a:path>
                <a:path w="382270" h="391160">
                  <a:moveTo>
                    <a:pt x="98874" y="32209"/>
                  </a:moveTo>
                  <a:lnTo>
                    <a:pt x="76505" y="36731"/>
                  </a:lnTo>
                  <a:lnTo>
                    <a:pt x="58232" y="49061"/>
                  </a:lnTo>
                  <a:lnTo>
                    <a:pt x="45908" y="67344"/>
                  </a:lnTo>
                  <a:lnTo>
                    <a:pt x="41389" y="89725"/>
                  </a:lnTo>
                  <a:lnTo>
                    <a:pt x="42039" y="98180"/>
                  </a:lnTo>
                  <a:lnTo>
                    <a:pt x="42064" y="98511"/>
                  </a:lnTo>
                  <a:lnTo>
                    <a:pt x="44033" y="106865"/>
                  </a:lnTo>
                  <a:lnTo>
                    <a:pt x="47209" y="114702"/>
                  </a:lnTo>
                  <a:lnTo>
                    <a:pt x="51506" y="121935"/>
                  </a:lnTo>
                  <a:lnTo>
                    <a:pt x="30847" y="131130"/>
                  </a:lnTo>
                  <a:lnTo>
                    <a:pt x="14543" y="146149"/>
                  </a:lnTo>
                  <a:lnTo>
                    <a:pt x="3844" y="165741"/>
                  </a:lnTo>
                  <a:lnTo>
                    <a:pt x="0" y="188654"/>
                  </a:lnTo>
                  <a:lnTo>
                    <a:pt x="5410" y="215550"/>
                  </a:lnTo>
                  <a:lnTo>
                    <a:pt x="20177" y="237486"/>
                  </a:lnTo>
                  <a:lnTo>
                    <a:pt x="42100" y="252260"/>
                  </a:lnTo>
                  <a:lnTo>
                    <a:pt x="68982" y="257674"/>
                  </a:lnTo>
                  <a:lnTo>
                    <a:pt x="74500" y="257674"/>
                  </a:lnTo>
                  <a:lnTo>
                    <a:pt x="85537" y="255834"/>
                  </a:lnTo>
                  <a:lnTo>
                    <a:pt x="130975" y="255834"/>
                  </a:lnTo>
                  <a:lnTo>
                    <a:pt x="122443" y="249924"/>
                  </a:lnTo>
                  <a:lnTo>
                    <a:pt x="111394" y="243015"/>
                  </a:lnTo>
                  <a:lnTo>
                    <a:pt x="111217" y="243015"/>
                  </a:lnTo>
                  <a:lnTo>
                    <a:pt x="117233" y="237709"/>
                  </a:lnTo>
                  <a:lnTo>
                    <a:pt x="122615" y="231734"/>
                  </a:lnTo>
                  <a:lnTo>
                    <a:pt x="127393" y="225156"/>
                  </a:lnTo>
                  <a:lnTo>
                    <a:pt x="131462" y="218210"/>
                  </a:lnTo>
                  <a:lnTo>
                    <a:pt x="195197" y="218210"/>
                  </a:lnTo>
                  <a:lnTo>
                    <a:pt x="202347" y="214422"/>
                  </a:lnTo>
                  <a:lnTo>
                    <a:pt x="229882" y="214422"/>
                  </a:lnTo>
                  <a:lnTo>
                    <a:pt x="233619" y="208900"/>
                  </a:lnTo>
                  <a:lnTo>
                    <a:pt x="369290" y="208900"/>
                  </a:lnTo>
                  <a:lnTo>
                    <a:pt x="377805" y="196289"/>
                  </a:lnTo>
                  <a:lnTo>
                    <a:pt x="382160" y="174850"/>
                  </a:lnTo>
                  <a:lnTo>
                    <a:pt x="379271" y="157998"/>
                  </a:lnTo>
                  <a:lnTo>
                    <a:pt x="371813" y="143216"/>
                  </a:lnTo>
                  <a:lnTo>
                    <a:pt x="360560" y="131368"/>
                  </a:lnTo>
                  <a:lnTo>
                    <a:pt x="346289" y="123315"/>
                  </a:lnTo>
                  <a:lnTo>
                    <a:pt x="340972" y="110079"/>
                  </a:lnTo>
                  <a:lnTo>
                    <a:pt x="333413" y="98180"/>
                  </a:lnTo>
                  <a:lnTo>
                    <a:pt x="323784" y="87921"/>
                  </a:lnTo>
                  <a:lnTo>
                    <a:pt x="312258" y="79603"/>
                  </a:lnTo>
                  <a:lnTo>
                    <a:pt x="312258" y="75461"/>
                  </a:lnTo>
                  <a:lnTo>
                    <a:pt x="308004" y="53346"/>
                  </a:lnTo>
                  <a:lnTo>
                    <a:pt x="298753" y="39571"/>
                  </a:lnTo>
                  <a:lnTo>
                    <a:pt x="126926" y="39571"/>
                  </a:lnTo>
                  <a:lnTo>
                    <a:pt x="120474" y="36479"/>
                  </a:lnTo>
                  <a:lnTo>
                    <a:pt x="113590" y="34164"/>
                  </a:lnTo>
                  <a:lnTo>
                    <a:pt x="106361" y="32712"/>
                  </a:lnTo>
                  <a:lnTo>
                    <a:pt x="98874" y="32209"/>
                  </a:lnTo>
                  <a:close/>
                </a:path>
                <a:path w="382270" h="391160">
                  <a:moveTo>
                    <a:pt x="342815" y="226845"/>
                  </a:moveTo>
                  <a:lnTo>
                    <a:pt x="309039" y="226845"/>
                  </a:lnTo>
                  <a:lnTo>
                    <a:pt x="314558" y="228686"/>
                  </a:lnTo>
                  <a:lnTo>
                    <a:pt x="320536" y="230066"/>
                  </a:lnTo>
                  <a:lnTo>
                    <a:pt x="326974" y="230066"/>
                  </a:lnTo>
                  <a:lnTo>
                    <a:pt x="342815" y="226845"/>
                  </a:lnTo>
                  <a:close/>
                </a:path>
                <a:path w="382270" h="391160">
                  <a:moveTo>
                    <a:pt x="369290" y="208900"/>
                  </a:moveTo>
                  <a:lnTo>
                    <a:pt x="233619" y="208900"/>
                  </a:lnTo>
                  <a:lnTo>
                    <a:pt x="242768" y="213846"/>
                  </a:lnTo>
                  <a:lnTo>
                    <a:pt x="252416" y="217412"/>
                  </a:lnTo>
                  <a:lnTo>
                    <a:pt x="262785" y="219641"/>
                  </a:lnTo>
                  <a:lnTo>
                    <a:pt x="273628" y="220403"/>
                  </a:lnTo>
                  <a:lnTo>
                    <a:pt x="278227" y="220403"/>
                  </a:lnTo>
                  <a:lnTo>
                    <a:pt x="282366" y="219943"/>
                  </a:lnTo>
                  <a:lnTo>
                    <a:pt x="286505" y="219023"/>
                  </a:lnTo>
                  <a:lnTo>
                    <a:pt x="358292" y="219023"/>
                  </a:lnTo>
                  <a:lnTo>
                    <a:pt x="365949" y="213846"/>
                  </a:lnTo>
                  <a:lnTo>
                    <a:pt x="369290" y="208900"/>
                  </a:lnTo>
                  <a:close/>
                </a:path>
                <a:path w="382270" h="391160">
                  <a:moveTo>
                    <a:pt x="181652" y="0"/>
                  </a:moveTo>
                  <a:lnTo>
                    <a:pt x="163530" y="2947"/>
                  </a:lnTo>
                  <a:lnTo>
                    <a:pt x="147736" y="11158"/>
                  </a:lnTo>
                  <a:lnTo>
                    <a:pt x="135219" y="23682"/>
                  </a:lnTo>
                  <a:lnTo>
                    <a:pt x="126926" y="39571"/>
                  </a:lnTo>
                  <a:lnTo>
                    <a:pt x="298753" y="39571"/>
                  </a:lnTo>
                  <a:lnTo>
                    <a:pt x="295817" y="35200"/>
                  </a:lnTo>
                  <a:lnTo>
                    <a:pt x="280454" y="24847"/>
                  </a:lnTo>
                  <a:lnTo>
                    <a:pt x="229020" y="24847"/>
                  </a:lnTo>
                  <a:lnTo>
                    <a:pt x="219937" y="14558"/>
                  </a:lnTo>
                  <a:lnTo>
                    <a:pt x="208785" y="6729"/>
                  </a:lnTo>
                  <a:lnTo>
                    <a:pt x="195908" y="1747"/>
                  </a:lnTo>
                  <a:lnTo>
                    <a:pt x="181652" y="0"/>
                  </a:lnTo>
                  <a:close/>
                </a:path>
                <a:path w="382270" h="391160">
                  <a:moveTo>
                    <a:pt x="255233" y="18405"/>
                  </a:moveTo>
                  <a:lnTo>
                    <a:pt x="248162" y="18829"/>
                  </a:lnTo>
                  <a:lnTo>
                    <a:pt x="241437" y="20073"/>
                  </a:lnTo>
                  <a:lnTo>
                    <a:pt x="235056" y="22093"/>
                  </a:lnTo>
                  <a:lnTo>
                    <a:pt x="229020" y="24847"/>
                  </a:lnTo>
                  <a:lnTo>
                    <a:pt x="280454" y="24847"/>
                  </a:lnTo>
                  <a:lnTo>
                    <a:pt x="277595" y="22920"/>
                  </a:lnTo>
                  <a:lnTo>
                    <a:pt x="255233" y="1840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179946" y="3573856"/>
            <a:ext cx="368109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Represents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hierarchical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tree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66359" y="4369308"/>
            <a:ext cx="6590030" cy="814069"/>
            <a:chOff x="5166359" y="4369308"/>
            <a:chExt cx="6590030" cy="814069"/>
          </a:xfrm>
        </p:grpSpPr>
        <p:sp>
          <p:nvSpPr>
            <p:cNvPr id="19" name="object 19"/>
            <p:cNvSpPr/>
            <p:nvPr/>
          </p:nvSpPr>
          <p:spPr>
            <a:xfrm>
              <a:off x="5166359" y="4369308"/>
              <a:ext cx="6590030" cy="814069"/>
            </a:xfrm>
            <a:custGeom>
              <a:avLst/>
              <a:gdLst/>
              <a:ahLst/>
              <a:cxnLst/>
              <a:rect l="l" t="t" r="r" b="b"/>
              <a:pathLst>
                <a:path w="6590030" h="814070">
                  <a:moveTo>
                    <a:pt x="6508369" y="0"/>
                  </a:moveTo>
                  <a:lnTo>
                    <a:pt x="81406" y="0"/>
                  </a:lnTo>
                  <a:lnTo>
                    <a:pt x="49720" y="6397"/>
                  </a:lnTo>
                  <a:lnTo>
                    <a:pt x="23844" y="23844"/>
                  </a:lnTo>
                  <a:lnTo>
                    <a:pt x="6397" y="49720"/>
                  </a:lnTo>
                  <a:lnTo>
                    <a:pt x="0" y="81407"/>
                  </a:lnTo>
                  <a:lnTo>
                    <a:pt x="0" y="732409"/>
                  </a:lnTo>
                  <a:lnTo>
                    <a:pt x="6397" y="764095"/>
                  </a:lnTo>
                  <a:lnTo>
                    <a:pt x="23844" y="789971"/>
                  </a:lnTo>
                  <a:lnTo>
                    <a:pt x="49720" y="807418"/>
                  </a:lnTo>
                  <a:lnTo>
                    <a:pt x="81406" y="813816"/>
                  </a:lnTo>
                  <a:lnTo>
                    <a:pt x="6508369" y="813816"/>
                  </a:lnTo>
                  <a:lnTo>
                    <a:pt x="6540055" y="807418"/>
                  </a:lnTo>
                  <a:lnTo>
                    <a:pt x="6565931" y="789971"/>
                  </a:lnTo>
                  <a:lnTo>
                    <a:pt x="6583378" y="764095"/>
                  </a:lnTo>
                  <a:lnTo>
                    <a:pt x="6589775" y="732409"/>
                  </a:lnTo>
                  <a:lnTo>
                    <a:pt x="6589775" y="81407"/>
                  </a:lnTo>
                  <a:lnTo>
                    <a:pt x="6583378" y="49720"/>
                  </a:lnTo>
                  <a:lnTo>
                    <a:pt x="6565931" y="23844"/>
                  </a:lnTo>
                  <a:lnTo>
                    <a:pt x="6540055" y="6397"/>
                  </a:lnTo>
                  <a:lnTo>
                    <a:pt x="6508369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9528" y="4592403"/>
              <a:ext cx="64383" cy="646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507101" y="4666276"/>
              <a:ext cx="168910" cy="295910"/>
            </a:xfrm>
            <a:custGeom>
              <a:avLst/>
              <a:gdLst/>
              <a:ahLst/>
              <a:cxnLst/>
              <a:rect l="l" t="t" r="r" b="b"/>
              <a:pathLst>
                <a:path w="168910" h="295910">
                  <a:moveTo>
                    <a:pt x="84158" y="0"/>
                  </a:moveTo>
                  <a:lnTo>
                    <a:pt x="46598" y="9053"/>
                  </a:lnTo>
                  <a:lnTo>
                    <a:pt x="0" y="143129"/>
                  </a:lnTo>
                  <a:lnTo>
                    <a:pt x="4598" y="150516"/>
                  </a:lnTo>
                  <a:lnTo>
                    <a:pt x="15176" y="152363"/>
                  </a:lnTo>
                  <a:lnTo>
                    <a:pt x="21614" y="152363"/>
                  </a:lnTo>
                  <a:lnTo>
                    <a:pt x="27592" y="147746"/>
                  </a:lnTo>
                  <a:lnTo>
                    <a:pt x="28512" y="141282"/>
                  </a:lnTo>
                  <a:lnTo>
                    <a:pt x="47827" y="47555"/>
                  </a:lnTo>
                  <a:lnTo>
                    <a:pt x="47827" y="295492"/>
                  </a:lnTo>
                  <a:lnTo>
                    <a:pt x="75420" y="295492"/>
                  </a:lnTo>
                  <a:lnTo>
                    <a:pt x="75420" y="152363"/>
                  </a:lnTo>
                  <a:lnTo>
                    <a:pt x="93815" y="152363"/>
                  </a:lnTo>
                  <a:lnTo>
                    <a:pt x="93815" y="295492"/>
                  </a:lnTo>
                  <a:lnTo>
                    <a:pt x="121408" y="295492"/>
                  </a:lnTo>
                  <a:lnTo>
                    <a:pt x="121408" y="47555"/>
                  </a:lnTo>
                  <a:lnTo>
                    <a:pt x="140263" y="141282"/>
                  </a:lnTo>
                  <a:lnTo>
                    <a:pt x="141183" y="147746"/>
                  </a:lnTo>
                  <a:lnTo>
                    <a:pt x="147161" y="152363"/>
                  </a:lnTo>
                  <a:lnTo>
                    <a:pt x="155439" y="152363"/>
                  </a:lnTo>
                  <a:lnTo>
                    <a:pt x="163717" y="150516"/>
                  </a:lnTo>
                  <a:lnTo>
                    <a:pt x="168776" y="143129"/>
                  </a:lnTo>
                  <a:lnTo>
                    <a:pt x="166936" y="135741"/>
                  </a:lnTo>
                  <a:lnTo>
                    <a:pt x="145322" y="26778"/>
                  </a:lnTo>
                  <a:lnTo>
                    <a:pt x="112670" y="5078"/>
                  </a:lnTo>
                  <a:lnTo>
                    <a:pt x="91652" y="339"/>
                  </a:lnTo>
                  <a:lnTo>
                    <a:pt x="8415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0124" y="4790937"/>
              <a:ext cx="117729" cy="170831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5166359" y="5385815"/>
            <a:ext cx="6590030" cy="812800"/>
            <a:chOff x="5166359" y="5385815"/>
            <a:chExt cx="6590030" cy="812800"/>
          </a:xfrm>
        </p:grpSpPr>
        <p:sp>
          <p:nvSpPr>
            <p:cNvPr id="24" name="object 24"/>
            <p:cNvSpPr/>
            <p:nvPr/>
          </p:nvSpPr>
          <p:spPr>
            <a:xfrm>
              <a:off x="5166359" y="5385815"/>
              <a:ext cx="6590030" cy="812800"/>
            </a:xfrm>
            <a:custGeom>
              <a:avLst/>
              <a:gdLst/>
              <a:ahLst/>
              <a:cxnLst/>
              <a:rect l="l" t="t" r="r" b="b"/>
              <a:pathLst>
                <a:path w="6590030" h="812800">
                  <a:moveTo>
                    <a:pt x="6508496" y="0"/>
                  </a:moveTo>
                  <a:lnTo>
                    <a:pt x="81279" y="0"/>
                  </a:lnTo>
                  <a:lnTo>
                    <a:pt x="49613" y="6377"/>
                  </a:lnTo>
                  <a:lnTo>
                    <a:pt x="23780" y="23780"/>
                  </a:lnTo>
                  <a:lnTo>
                    <a:pt x="6377" y="49613"/>
                  </a:lnTo>
                  <a:lnTo>
                    <a:pt x="0" y="81280"/>
                  </a:lnTo>
                  <a:lnTo>
                    <a:pt x="0" y="731062"/>
                  </a:lnTo>
                  <a:lnTo>
                    <a:pt x="6377" y="762678"/>
                  </a:lnTo>
                  <a:lnTo>
                    <a:pt x="23780" y="788498"/>
                  </a:lnTo>
                  <a:lnTo>
                    <a:pt x="49613" y="805907"/>
                  </a:lnTo>
                  <a:lnTo>
                    <a:pt x="81279" y="812292"/>
                  </a:lnTo>
                  <a:lnTo>
                    <a:pt x="6508496" y="812292"/>
                  </a:lnTo>
                  <a:lnTo>
                    <a:pt x="6540162" y="805907"/>
                  </a:lnTo>
                  <a:lnTo>
                    <a:pt x="6565995" y="788498"/>
                  </a:lnTo>
                  <a:lnTo>
                    <a:pt x="6583398" y="762678"/>
                  </a:lnTo>
                  <a:lnTo>
                    <a:pt x="6589775" y="731062"/>
                  </a:lnTo>
                  <a:lnTo>
                    <a:pt x="6589775" y="81280"/>
                  </a:lnTo>
                  <a:lnTo>
                    <a:pt x="6583398" y="49613"/>
                  </a:lnTo>
                  <a:lnTo>
                    <a:pt x="6565995" y="23780"/>
                  </a:lnTo>
                  <a:lnTo>
                    <a:pt x="6540162" y="6377"/>
                  </a:lnTo>
                  <a:lnTo>
                    <a:pt x="650849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471680" y="5622581"/>
              <a:ext cx="331470" cy="340995"/>
            </a:xfrm>
            <a:custGeom>
              <a:avLst/>
              <a:gdLst/>
              <a:ahLst/>
              <a:cxnLst/>
              <a:rect l="l" t="t" r="r" b="b"/>
              <a:pathLst>
                <a:path w="331470" h="340995">
                  <a:moveTo>
                    <a:pt x="133375" y="312889"/>
                  </a:moveTo>
                  <a:lnTo>
                    <a:pt x="0" y="312889"/>
                  </a:lnTo>
                  <a:lnTo>
                    <a:pt x="0" y="340499"/>
                  </a:lnTo>
                  <a:lnTo>
                    <a:pt x="133375" y="340499"/>
                  </a:lnTo>
                  <a:lnTo>
                    <a:pt x="133375" y="312889"/>
                  </a:lnTo>
                  <a:close/>
                </a:path>
                <a:path w="331470" h="340995">
                  <a:moveTo>
                    <a:pt x="179362" y="312889"/>
                  </a:moveTo>
                  <a:lnTo>
                    <a:pt x="151765" y="312889"/>
                  </a:lnTo>
                  <a:lnTo>
                    <a:pt x="151765" y="340499"/>
                  </a:lnTo>
                  <a:lnTo>
                    <a:pt x="179362" y="340499"/>
                  </a:lnTo>
                  <a:lnTo>
                    <a:pt x="179362" y="312889"/>
                  </a:lnTo>
                  <a:close/>
                </a:path>
                <a:path w="331470" h="340995">
                  <a:moveTo>
                    <a:pt x="312724" y="191427"/>
                  </a:moveTo>
                  <a:lnTo>
                    <a:pt x="305358" y="184061"/>
                  </a:lnTo>
                  <a:lnTo>
                    <a:pt x="165557" y="184061"/>
                  </a:lnTo>
                  <a:lnTo>
                    <a:pt x="165557" y="215785"/>
                  </a:lnTo>
                  <a:lnTo>
                    <a:pt x="165557" y="225958"/>
                  </a:lnTo>
                  <a:lnTo>
                    <a:pt x="161442" y="230073"/>
                  </a:lnTo>
                  <a:lnTo>
                    <a:pt x="151282" y="230073"/>
                  </a:lnTo>
                  <a:lnTo>
                    <a:pt x="147167" y="225958"/>
                  </a:lnTo>
                  <a:lnTo>
                    <a:pt x="147167" y="215785"/>
                  </a:lnTo>
                  <a:lnTo>
                    <a:pt x="151282" y="211670"/>
                  </a:lnTo>
                  <a:lnTo>
                    <a:pt x="161442" y="211670"/>
                  </a:lnTo>
                  <a:lnTo>
                    <a:pt x="165557" y="215785"/>
                  </a:lnTo>
                  <a:lnTo>
                    <a:pt x="165557" y="184061"/>
                  </a:lnTo>
                  <a:lnTo>
                    <a:pt x="119570" y="184061"/>
                  </a:lnTo>
                  <a:lnTo>
                    <a:pt x="119570" y="215785"/>
                  </a:lnTo>
                  <a:lnTo>
                    <a:pt x="119570" y="225958"/>
                  </a:lnTo>
                  <a:lnTo>
                    <a:pt x="115455" y="230073"/>
                  </a:lnTo>
                  <a:lnTo>
                    <a:pt x="105295" y="230073"/>
                  </a:lnTo>
                  <a:lnTo>
                    <a:pt x="101180" y="225958"/>
                  </a:lnTo>
                  <a:lnTo>
                    <a:pt x="101180" y="215785"/>
                  </a:lnTo>
                  <a:lnTo>
                    <a:pt x="105295" y="211670"/>
                  </a:lnTo>
                  <a:lnTo>
                    <a:pt x="115455" y="211670"/>
                  </a:lnTo>
                  <a:lnTo>
                    <a:pt x="119570" y="215785"/>
                  </a:lnTo>
                  <a:lnTo>
                    <a:pt x="119570" y="184061"/>
                  </a:lnTo>
                  <a:lnTo>
                    <a:pt x="73583" y="184061"/>
                  </a:lnTo>
                  <a:lnTo>
                    <a:pt x="73583" y="215785"/>
                  </a:lnTo>
                  <a:lnTo>
                    <a:pt x="73583" y="225958"/>
                  </a:lnTo>
                  <a:lnTo>
                    <a:pt x="69469" y="230073"/>
                  </a:lnTo>
                  <a:lnTo>
                    <a:pt x="59309" y="230073"/>
                  </a:lnTo>
                  <a:lnTo>
                    <a:pt x="55194" y="225958"/>
                  </a:lnTo>
                  <a:lnTo>
                    <a:pt x="55194" y="215785"/>
                  </a:lnTo>
                  <a:lnTo>
                    <a:pt x="59309" y="211670"/>
                  </a:lnTo>
                  <a:lnTo>
                    <a:pt x="69469" y="211670"/>
                  </a:lnTo>
                  <a:lnTo>
                    <a:pt x="73583" y="215785"/>
                  </a:lnTo>
                  <a:lnTo>
                    <a:pt x="73583" y="184061"/>
                  </a:lnTo>
                  <a:lnTo>
                    <a:pt x="25768" y="184061"/>
                  </a:lnTo>
                  <a:lnTo>
                    <a:pt x="18402" y="191427"/>
                  </a:lnTo>
                  <a:lnTo>
                    <a:pt x="18402" y="250304"/>
                  </a:lnTo>
                  <a:lnTo>
                    <a:pt x="25768" y="257683"/>
                  </a:lnTo>
                  <a:lnTo>
                    <a:pt x="151765" y="257683"/>
                  </a:lnTo>
                  <a:lnTo>
                    <a:pt x="151765" y="294487"/>
                  </a:lnTo>
                  <a:lnTo>
                    <a:pt x="179362" y="294487"/>
                  </a:lnTo>
                  <a:lnTo>
                    <a:pt x="179362" y="257683"/>
                  </a:lnTo>
                  <a:lnTo>
                    <a:pt x="305358" y="257683"/>
                  </a:lnTo>
                  <a:lnTo>
                    <a:pt x="312724" y="250304"/>
                  </a:lnTo>
                  <a:lnTo>
                    <a:pt x="312724" y="230073"/>
                  </a:lnTo>
                  <a:lnTo>
                    <a:pt x="312724" y="211670"/>
                  </a:lnTo>
                  <a:lnTo>
                    <a:pt x="312724" y="191427"/>
                  </a:lnTo>
                  <a:close/>
                </a:path>
                <a:path w="331470" h="340995">
                  <a:moveTo>
                    <a:pt x="312724" y="99402"/>
                  </a:moveTo>
                  <a:lnTo>
                    <a:pt x="305358" y="92036"/>
                  </a:lnTo>
                  <a:lnTo>
                    <a:pt x="165557" y="92036"/>
                  </a:lnTo>
                  <a:lnTo>
                    <a:pt x="165557" y="123761"/>
                  </a:lnTo>
                  <a:lnTo>
                    <a:pt x="165557" y="133921"/>
                  </a:lnTo>
                  <a:lnTo>
                    <a:pt x="161442" y="138049"/>
                  </a:lnTo>
                  <a:lnTo>
                    <a:pt x="151282" y="138049"/>
                  </a:lnTo>
                  <a:lnTo>
                    <a:pt x="147167" y="133921"/>
                  </a:lnTo>
                  <a:lnTo>
                    <a:pt x="147167" y="123761"/>
                  </a:lnTo>
                  <a:lnTo>
                    <a:pt x="151282" y="119634"/>
                  </a:lnTo>
                  <a:lnTo>
                    <a:pt x="161442" y="119634"/>
                  </a:lnTo>
                  <a:lnTo>
                    <a:pt x="165557" y="123761"/>
                  </a:lnTo>
                  <a:lnTo>
                    <a:pt x="165557" y="92036"/>
                  </a:lnTo>
                  <a:lnTo>
                    <a:pt x="119570" y="92036"/>
                  </a:lnTo>
                  <a:lnTo>
                    <a:pt x="119570" y="123761"/>
                  </a:lnTo>
                  <a:lnTo>
                    <a:pt x="119570" y="133921"/>
                  </a:lnTo>
                  <a:lnTo>
                    <a:pt x="115455" y="138049"/>
                  </a:lnTo>
                  <a:lnTo>
                    <a:pt x="105295" y="138049"/>
                  </a:lnTo>
                  <a:lnTo>
                    <a:pt x="101180" y="133921"/>
                  </a:lnTo>
                  <a:lnTo>
                    <a:pt x="101180" y="123761"/>
                  </a:lnTo>
                  <a:lnTo>
                    <a:pt x="105295" y="119634"/>
                  </a:lnTo>
                  <a:lnTo>
                    <a:pt x="115455" y="119634"/>
                  </a:lnTo>
                  <a:lnTo>
                    <a:pt x="119570" y="123761"/>
                  </a:lnTo>
                  <a:lnTo>
                    <a:pt x="119570" y="92036"/>
                  </a:lnTo>
                  <a:lnTo>
                    <a:pt x="73583" y="92036"/>
                  </a:lnTo>
                  <a:lnTo>
                    <a:pt x="73583" y="123761"/>
                  </a:lnTo>
                  <a:lnTo>
                    <a:pt x="73583" y="133921"/>
                  </a:lnTo>
                  <a:lnTo>
                    <a:pt x="69469" y="138049"/>
                  </a:lnTo>
                  <a:lnTo>
                    <a:pt x="59309" y="138049"/>
                  </a:lnTo>
                  <a:lnTo>
                    <a:pt x="55194" y="133921"/>
                  </a:lnTo>
                  <a:lnTo>
                    <a:pt x="55194" y="123761"/>
                  </a:lnTo>
                  <a:lnTo>
                    <a:pt x="59309" y="119634"/>
                  </a:lnTo>
                  <a:lnTo>
                    <a:pt x="69469" y="119634"/>
                  </a:lnTo>
                  <a:lnTo>
                    <a:pt x="73583" y="123761"/>
                  </a:lnTo>
                  <a:lnTo>
                    <a:pt x="73583" y="92036"/>
                  </a:lnTo>
                  <a:lnTo>
                    <a:pt x="25768" y="92036"/>
                  </a:lnTo>
                  <a:lnTo>
                    <a:pt x="18402" y="99402"/>
                  </a:lnTo>
                  <a:lnTo>
                    <a:pt x="18402" y="158280"/>
                  </a:lnTo>
                  <a:lnTo>
                    <a:pt x="25768" y="165658"/>
                  </a:lnTo>
                  <a:lnTo>
                    <a:pt x="305358" y="165658"/>
                  </a:lnTo>
                  <a:lnTo>
                    <a:pt x="312724" y="158280"/>
                  </a:lnTo>
                  <a:lnTo>
                    <a:pt x="312724" y="138049"/>
                  </a:lnTo>
                  <a:lnTo>
                    <a:pt x="312724" y="119634"/>
                  </a:lnTo>
                  <a:lnTo>
                    <a:pt x="312724" y="99402"/>
                  </a:lnTo>
                  <a:close/>
                </a:path>
                <a:path w="331470" h="340995">
                  <a:moveTo>
                    <a:pt x="312724" y="7366"/>
                  </a:moveTo>
                  <a:lnTo>
                    <a:pt x="305358" y="0"/>
                  </a:lnTo>
                  <a:lnTo>
                    <a:pt x="165557" y="0"/>
                  </a:lnTo>
                  <a:lnTo>
                    <a:pt x="165557" y="31737"/>
                  </a:lnTo>
                  <a:lnTo>
                    <a:pt x="165557" y="41897"/>
                  </a:lnTo>
                  <a:lnTo>
                    <a:pt x="161442" y="46024"/>
                  </a:lnTo>
                  <a:lnTo>
                    <a:pt x="151282" y="46024"/>
                  </a:lnTo>
                  <a:lnTo>
                    <a:pt x="147167" y="41897"/>
                  </a:lnTo>
                  <a:lnTo>
                    <a:pt x="147167" y="31737"/>
                  </a:lnTo>
                  <a:lnTo>
                    <a:pt x="151282" y="27609"/>
                  </a:lnTo>
                  <a:lnTo>
                    <a:pt x="161442" y="27609"/>
                  </a:lnTo>
                  <a:lnTo>
                    <a:pt x="165557" y="31737"/>
                  </a:lnTo>
                  <a:lnTo>
                    <a:pt x="165557" y="0"/>
                  </a:lnTo>
                  <a:lnTo>
                    <a:pt x="119570" y="0"/>
                  </a:lnTo>
                  <a:lnTo>
                    <a:pt x="119570" y="31737"/>
                  </a:lnTo>
                  <a:lnTo>
                    <a:pt x="119570" y="41897"/>
                  </a:lnTo>
                  <a:lnTo>
                    <a:pt x="115455" y="46024"/>
                  </a:lnTo>
                  <a:lnTo>
                    <a:pt x="105295" y="46024"/>
                  </a:lnTo>
                  <a:lnTo>
                    <a:pt x="101180" y="41897"/>
                  </a:lnTo>
                  <a:lnTo>
                    <a:pt x="101180" y="31737"/>
                  </a:lnTo>
                  <a:lnTo>
                    <a:pt x="105295" y="27609"/>
                  </a:lnTo>
                  <a:lnTo>
                    <a:pt x="115455" y="27609"/>
                  </a:lnTo>
                  <a:lnTo>
                    <a:pt x="119570" y="31737"/>
                  </a:lnTo>
                  <a:lnTo>
                    <a:pt x="119570" y="0"/>
                  </a:lnTo>
                  <a:lnTo>
                    <a:pt x="73583" y="0"/>
                  </a:lnTo>
                  <a:lnTo>
                    <a:pt x="73583" y="31737"/>
                  </a:lnTo>
                  <a:lnTo>
                    <a:pt x="73583" y="41897"/>
                  </a:lnTo>
                  <a:lnTo>
                    <a:pt x="69469" y="46024"/>
                  </a:lnTo>
                  <a:lnTo>
                    <a:pt x="59309" y="46024"/>
                  </a:lnTo>
                  <a:lnTo>
                    <a:pt x="55194" y="41897"/>
                  </a:lnTo>
                  <a:lnTo>
                    <a:pt x="55194" y="31737"/>
                  </a:lnTo>
                  <a:lnTo>
                    <a:pt x="59309" y="27609"/>
                  </a:lnTo>
                  <a:lnTo>
                    <a:pt x="69469" y="27609"/>
                  </a:lnTo>
                  <a:lnTo>
                    <a:pt x="73583" y="31737"/>
                  </a:lnTo>
                  <a:lnTo>
                    <a:pt x="73583" y="0"/>
                  </a:lnTo>
                  <a:lnTo>
                    <a:pt x="25768" y="0"/>
                  </a:lnTo>
                  <a:lnTo>
                    <a:pt x="18402" y="7366"/>
                  </a:lnTo>
                  <a:lnTo>
                    <a:pt x="18402" y="66255"/>
                  </a:lnTo>
                  <a:lnTo>
                    <a:pt x="25768" y="73621"/>
                  </a:lnTo>
                  <a:lnTo>
                    <a:pt x="305358" y="73621"/>
                  </a:lnTo>
                  <a:lnTo>
                    <a:pt x="312724" y="66255"/>
                  </a:lnTo>
                  <a:lnTo>
                    <a:pt x="312724" y="46024"/>
                  </a:lnTo>
                  <a:lnTo>
                    <a:pt x="312724" y="27609"/>
                  </a:lnTo>
                  <a:lnTo>
                    <a:pt x="312724" y="7366"/>
                  </a:lnTo>
                  <a:close/>
                </a:path>
                <a:path w="331470" h="340995">
                  <a:moveTo>
                    <a:pt x="331114" y="312889"/>
                  </a:moveTo>
                  <a:lnTo>
                    <a:pt x="197751" y="312889"/>
                  </a:lnTo>
                  <a:lnTo>
                    <a:pt x="197751" y="340499"/>
                  </a:lnTo>
                  <a:lnTo>
                    <a:pt x="331114" y="340499"/>
                  </a:lnTo>
                  <a:lnTo>
                    <a:pt x="331114" y="3128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179946" y="4458080"/>
            <a:ext cx="5187315" cy="1595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node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nodes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one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child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than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parent.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1900">
              <a:latin typeface="Calibri"/>
              <a:cs typeface="Calibri"/>
            </a:endParaRPr>
          </a:p>
          <a:p>
            <a:pPr marL="12700" marR="142240">
              <a:lnSpc>
                <a:spcPts val="209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(IMS)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IBM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5"/>
              </a:spcBef>
            </a:pPr>
            <a:r>
              <a:rPr sz="4400" spc="-60" dirty="0"/>
              <a:t>Example-</a:t>
            </a:r>
            <a:r>
              <a:rPr sz="4400" spc="-55" dirty="0"/>
              <a:t>Hierarchical</a:t>
            </a:r>
            <a:r>
              <a:rPr sz="4400" spc="-114" dirty="0"/>
              <a:t> </a:t>
            </a:r>
            <a:r>
              <a:rPr sz="4400" spc="-10" dirty="0"/>
              <a:t>Model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6238" y="1331722"/>
            <a:ext cx="4319523" cy="4851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22211" y="1578101"/>
            <a:ext cx="3219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CEO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35828" y="2412619"/>
            <a:ext cx="2686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PM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79340" y="3246882"/>
            <a:ext cx="332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PrM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8645" y="4081398"/>
            <a:ext cx="191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PL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0169" y="4915915"/>
            <a:ext cx="187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TL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09084" y="5749848"/>
            <a:ext cx="7696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Developer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0242" y="4081398"/>
            <a:ext cx="191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PL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01766" y="4915915"/>
            <a:ext cx="187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TL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10683" y="5749848"/>
            <a:ext cx="7696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Developer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1609" y="3246882"/>
            <a:ext cx="332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PrM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01714" y="4081398"/>
            <a:ext cx="191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PL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03238" y="4915915"/>
            <a:ext cx="187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TL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11900" y="5749848"/>
            <a:ext cx="7696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Developer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63433" y="2412619"/>
            <a:ext cx="2686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PM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32954" y="3246882"/>
            <a:ext cx="332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5" dirty="0">
                <a:latin typeface="Calibri"/>
                <a:cs typeface="Calibri"/>
              </a:rPr>
              <a:t>PrM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03057" y="4081398"/>
            <a:ext cx="1911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PL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04581" y="4915915"/>
            <a:ext cx="1873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TL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413497" y="5749848"/>
            <a:ext cx="76962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Calibri"/>
                <a:cs typeface="Calibri"/>
              </a:rPr>
              <a:t>Developer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5"/>
              </a:spcBef>
            </a:pPr>
            <a:r>
              <a:rPr sz="4400" spc="-55" dirty="0"/>
              <a:t>Advantages</a:t>
            </a:r>
            <a:r>
              <a:rPr sz="4400" spc="-155" dirty="0"/>
              <a:t> </a:t>
            </a:r>
            <a:r>
              <a:rPr sz="4400" dirty="0"/>
              <a:t>Of</a:t>
            </a:r>
            <a:r>
              <a:rPr sz="4400" spc="-130" dirty="0"/>
              <a:t> </a:t>
            </a:r>
            <a:r>
              <a:rPr sz="4400" spc="-50" dirty="0"/>
              <a:t>Hierarchical</a:t>
            </a:r>
            <a:r>
              <a:rPr sz="4400" spc="-150" dirty="0"/>
              <a:t> </a:t>
            </a:r>
            <a:r>
              <a:rPr sz="4400" spc="-10" dirty="0"/>
              <a:t>Model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655066" y="1500886"/>
            <a:ext cx="11266170" cy="909319"/>
            <a:chOff x="655066" y="1500886"/>
            <a:chExt cx="11266170" cy="909319"/>
          </a:xfrm>
        </p:grpSpPr>
        <p:sp>
          <p:nvSpPr>
            <p:cNvPr id="4" name="object 4"/>
            <p:cNvSpPr/>
            <p:nvPr/>
          </p:nvSpPr>
          <p:spPr>
            <a:xfrm>
              <a:off x="661416" y="1610868"/>
              <a:ext cx="11253470" cy="792480"/>
            </a:xfrm>
            <a:custGeom>
              <a:avLst/>
              <a:gdLst/>
              <a:ahLst/>
              <a:cxnLst/>
              <a:rect l="l" t="t" r="r" b="b"/>
              <a:pathLst>
                <a:path w="11253470" h="792480">
                  <a:moveTo>
                    <a:pt x="0" y="792479"/>
                  </a:moveTo>
                  <a:lnTo>
                    <a:pt x="11253216" y="792479"/>
                  </a:lnTo>
                  <a:lnTo>
                    <a:pt x="11253216" y="0"/>
                  </a:lnTo>
                  <a:lnTo>
                    <a:pt x="0" y="0"/>
                  </a:lnTo>
                  <a:lnTo>
                    <a:pt x="0" y="792479"/>
                  </a:lnTo>
                  <a:close/>
                </a:path>
              </a:pathLst>
            </a:custGeom>
            <a:ln w="1269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23772" y="1507236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7843266" y="0"/>
                  </a:moveTo>
                  <a:lnTo>
                    <a:pt x="34290" y="0"/>
                  </a:lnTo>
                  <a:lnTo>
                    <a:pt x="20943" y="2696"/>
                  </a:lnTo>
                  <a:lnTo>
                    <a:pt x="10044" y="10048"/>
                  </a:lnTo>
                  <a:lnTo>
                    <a:pt x="2694" y="20949"/>
                  </a:lnTo>
                  <a:lnTo>
                    <a:pt x="0" y="34289"/>
                  </a:lnTo>
                  <a:lnTo>
                    <a:pt x="0" y="171450"/>
                  </a:lnTo>
                  <a:lnTo>
                    <a:pt x="2694" y="184790"/>
                  </a:lnTo>
                  <a:lnTo>
                    <a:pt x="10044" y="195691"/>
                  </a:lnTo>
                  <a:lnTo>
                    <a:pt x="20943" y="203043"/>
                  </a:lnTo>
                  <a:lnTo>
                    <a:pt x="34290" y="205739"/>
                  </a:lnTo>
                  <a:lnTo>
                    <a:pt x="7843266" y="205739"/>
                  </a:lnTo>
                  <a:lnTo>
                    <a:pt x="7856606" y="203043"/>
                  </a:lnTo>
                  <a:lnTo>
                    <a:pt x="7867507" y="195691"/>
                  </a:lnTo>
                  <a:lnTo>
                    <a:pt x="7874859" y="184790"/>
                  </a:lnTo>
                  <a:lnTo>
                    <a:pt x="7877556" y="171450"/>
                  </a:lnTo>
                  <a:lnTo>
                    <a:pt x="7877556" y="34289"/>
                  </a:lnTo>
                  <a:lnTo>
                    <a:pt x="7874859" y="20949"/>
                  </a:lnTo>
                  <a:lnTo>
                    <a:pt x="7867507" y="10048"/>
                  </a:lnTo>
                  <a:lnTo>
                    <a:pt x="7856606" y="2696"/>
                  </a:lnTo>
                  <a:lnTo>
                    <a:pt x="784326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23772" y="1507236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0" y="34289"/>
                  </a:moveTo>
                  <a:lnTo>
                    <a:pt x="2694" y="20949"/>
                  </a:lnTo>
                  <a:lnTo>
                    <a:pt x="10044" y="10048"/>
                  </a:lnTo>
                  <a:lnTo>
                    <a:pt x="20943" y="2696"/>
                  </a:lnTo>
                  <a:lnTo>
                    <a:pt x="34290" y="0"/>
                  </a:lnTo>
                  <a:lnTo>
                    <a:pt x="7843266" y="0"/>
                  </a:lnTo>
                  <a:lnTo>
                    <a:pt x="7856606" y="2696"/>
                  </a:lnTo>
                  <a:lnTo>
                    <a:pt x="7867507" y="10048"/>
                  </a:lnTo>
                  <a:lnTo>
                    <a:pt x="7874859" y="20949"/>
                  </a:lnTo>
                  <a:lnTo>
                    <a:pt x="7877556" y="34289"/>
                  </a:lnTo>
                  <a:lnTo>
                    <a:pt x="7877556" y="171450"/>
                  </a:lnTo>
                  <a:lnTo>
                    <a:pt x="7874859" y="184790"/>
                  </a:lnTo>
                  <a:lnTo>
                    <a:pt x="7867507" y="195691"/>
                  </a:lnTo>
                  <a:lnTo>
                    <a:pt x="7856606" y="203043"/>
                  </a:lnTo>
                  <a:lnTo>
                    <a:pt x="7843266" y="205739"/>
                  </a:lnTo>
                  <a:lnTo>
                    <a:pt x="34290" y="205739"/>
                  </a:lnTo>
                  <a:lnTo>
                    <a:pt x="20943" y="203043"/>
                  </a:lnTo>
                  <a:lnTo>
                    <a:pt x="10044" y="195691"/>
                  </a:lnTo>
                  <a:lnTo>
                    <a:pt x="2694" y="184790"/>
                  </a:lnTo>
                  <a:lnTo>
                    <a:pt x="0" y="171450"/>
                  </a:lnTo>
                  <a:lnTo>
                    <a:pt x="0" y="3428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55066" y="2474722"/>
            <a:ext cx="11266170" cy="4345940"/>
            <a:chOff x="655066" y="2474722"/>
            <a:chExt cx="11266170" cy="4345940"/>
          </a:xfrm>
        </p:grpSpPr>
        <p:sp>
          <p:nvSpPr>
            <p:cNvPr id="8" name="object 8"/>
            <p:cNvSpPr/>
            <p:nvPr/>
          </p:nvSpPr>
          <p:spPr>
            <a:xfrm>
              <a:off x="661416" y="2545080"/>
              <a:ext cx="11253470" cy="528955"/>
            </a:xfrm>
            <a:custGeom>
              <a:avLst/>
              <a:gdLst/>
              <a:ahLst/>
              <a:cxnLst/>
              <a:rect l="l" t="t" r="r" b="b"/>
              <a:pathLst>
                <a:path w="11253470" h="528955">
                  <a:moveTo>
                    <a:pt x="0" y="528827"/>
                  </a:moveTo>
                  <a:lnTo>
                    <a:pt x="11253216" y="528827"/>
                  </a:lnTo>
                  <a:lnTo>
                    <a:pt x="11253216" y="0"/>
                  </a:lnTo>
                  <a:lnTo>
                    <a:pt x="0" y="0"/>
                  </a:lnTo>
                  <a:lnTo>
                    <a:pt x="0" y="528827"/>
                  </a:lnTo>
                  <a:close/>
                </a:path>
              </a:pathLst>
            </a:custGeom>
            <a:ln w="12700">
              <a:solidFill>
                <a:srgbClr val="DC79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23772" y="2481072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7843266" y="0"/>
                  </a:moveTo>
                  <a:lnTo>
                    <a:pt x="34290" y="0"/>
                  </a:lnTo>
                  <a:lnTo>
                    <a:pt x="20943" y="2696"/>
                  </a:lnTo>
                  <a:lnTo>
                    <a:pt x="10044" y="10048"/>
                  </a:lnTo>
                  <a:lnTo>
                    <a:pt x="2694" y="20949"/>
                  </a:lnTo>
                  <a:lnTo>
                    <a:pt x="0" y="34289"/>
                  </a:lnTo>
                  <a:lnTo>
                    <a:pt x="0" y="171450"/>
                  </a:lnTo>
                  <a:lnTo>
                    <a:pt x="2694" y="184790"/>
                  </a:lnTo>
                  <a:lnTo>
                    <a:pt x="10044" y="195691"/>
                  </a:lnTo>
                  <a:lnTo>
                    <a:pt x="20943" y="203043"/>
                  </a:lnTo>
                  <a:lnTo>
                    <a:pt x="34290" y="205739"/>
                  </a:lnTo>
                  <a:lnTo>
                    <a:pt x="7843266" y="205739"/>
                  </a:lnTo>
                  <a:lnTo>
                    <a:pt x="7856606" y="203043"/>
                  </a:lnTo>
                  <a:lnTo>
                    <a:pt x="7867507" y="195691"/>
                  </a:lnTo>
                  <a:lnTo>
                    <a:pt x="7874859" y="184790"/>
                  </a:lnTo>
                  <a:lnTo>
                    <a:pt x="7877556" y="171450"/>
                  </a:lnTo>
                  <a:lnTo>
                    <a:pt x="7877556" y="34289"/>
                  </a:lnTo>
                  <a:lnTo>
                    <a:pt x="7874859" y="20949"/>
                  </a:lnTo>
                  <a:lnTo>
                    <a:pt x="7867507" y="10048"/>
                  </a:lnTo>
                  <a:lnTo>
                    <a:pt x="7856606" y="2696"/>
                  </a:lnTo>
                  <a:lnTo>
                    <a:pt x="7843266" y="0"/>
                  </a:lnTo>
                  <a:close/>
                </a:path>
              </a:pathLst>
            </a:custGeom>
            <a:solidFill>
              <a:srgbClr val="DC7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23772" y="2481072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0" y="34289"/>
                  </a:moveTo>
                  <a:lnTo>
                    <a:pt x="2694" y="20949"/>
                  </a:lnTo>
                  <a:lnTo>
                    <a:pt x="10044" y="10048"/>
                  </a:lnTo>
                  <a:lnTo>
                    <a:pt x="20943" y="2696"/>
                  </a:lnTo>
                  <a:lnTo>
                    <a:pt x="34290" y="0"/>
                  </a:lnTo>
                  <a:lnTo>
                    <a:pt x="7843266" y="0"/>
                  </a:lnTo>
                  <a:lnTo>
                    <a:pt x="7856606" y="2696"/>
                  </a:lnTo>
                  <a:lnTo>
                    <a:pt x="7867507" y="10048"/>
                  </a:lnTo>
                  <a:lnTo>
                    <a:pt x="7874859" y="20949"/>
                  </a:lnTo>
                  <a:lnTo>
                    <a:pt x="7877556" y="34289"/>
                  </a:lnTo>
                  <a:lnTo>
                    <a:pt x="7877556" y="171450"/>
                  </a:lnTo>
                  <a:lnTo>
                    <a:pt x="7874859" y="184790"/>
                  </a:lnTo>
                  <a:lnTo>
                    <a:pt x="7867507" y="195691"/>
                  </a:lnTo>
                  <a:lnTo>
                    <a:pt x="7856606" y="203043"/>
                  </a:lnTo>
                  <a:lnTo>
                    <a:pt x="7843266" y="205739"/>
                  </a:lnTo>
                  <a:lnTo>
                    <a:pt x="34290" y="205739"/>
                  </a:lnTo>
                  <a:lnTo>
                    <a:pt x="20943" y="203043"/>
                  </a:lnTo>
                  <a:lnTo>
                    <a:pt x="10044" y="195691"/>
                  </a:lnTo>
                  <a:lnTo>
                    <a:pt x="2694" y="184790"/>
                  </a:lnTo>
                  <a:lnTo>
                    <a:pt x="0" y="171450"/>
                  </a:lnTo>
                  <a:lnTo>
                    <a:pt x="0" y="3428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1416" y="3215640"/>
              <a:ext cx="11253470" cy="794385"/>
            </a:xfrm>
            <a:custGeom>
              <a:avLst/>
              <a:gdLst/>
              <a:ahLst/>
              <a:cxnLst/>
              <a:rect l="l" t="t" r="r" b="b"/>
              <a:pathLst>
                <a:path w="11253470" h="794385">
                  <a:moveTo>
                    <a:pt x="0" y="794004"/>
                  </a:moveTo>
                  <a:lnTo>
                    <a:pt x="11253216" y="794004"/>
                  </a:lnTo>
                  <a:lnTo>
                    <a:pt x="11253216" y="0"/>
                  </a:lnTo>
                  <a:lnTo>
                    <a:pt x="0" y="0"/>
                  </a:lnTo>
                  <a:lnTo>
                    <a:pt x="0" y="794004"/>
                  </a:lnTo>
                  <a:close/>
                </a:path>
              </a:pathLst>
            </a:custGeom>
            <a:ln w="12700">
              <a:solidFill>
                <a:srgbClr val="CC7C6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23772" y="3112008"/>
              <a:ext cx="7877809" cy="207645"/>
            </a:xfrm>
            <a:custGeom>
              <a:avLst/>
              <a:gdLst/>
              <a:ahLst/>
              <a:cxnLst/>
              <a:rect l="l" t="t" r="r" b="b"/>
              <a:pathLst>
                <a:path w="7877809" h="207645">
                  <a:moveTo>
                    <a:pt x="7843011" y="0"/>
                  </a:moveTo>
                  <a:lnTo>
                    <a:pt x="34543" y="0"/>
                  </a:lnTo>
                  <a:lnTo>
                    <a:pt x="21099" y="2718"/>
                  </a:lnTo>
                  <a:lnTo>
                    <a:pt x="10118" y="10128"/>
                  </a:lnTo>
                  <a:lnTo>
                    <a:pt x="2715" y="21109"/>
                  </a:lnTo>
                  <a:lnTo>
                    <a:pt x="0" y="34543"/>
                  </a:lnTo>
                  <a:lnTo>
                    <a:pt x="0" y="172719"/>
                  </a:lnTo>
                  <a:lnTo>
                    <a:pt x="2715" y="186154"/>
                  </a:lnTo>
                  <a:lnTo>
                    <a:pt x="10118" y="197135"/>
                  </a:lnTo>
                  <a:lnTo>
                    <a:pt x="21099" y="204545"/>
                  </a:lnTo>
                  <a:lnTo>
                    <a:pt x="34543" y="207263"/>
                  </a:lnTo>
                  <a:lnTo>
                    <a:pt x="7843011" y="207263"/>
                  </a:lnTo>
                  <a:lnTo>
                    <a:pt x="7856446" y="204545"/>
                  </a:lnTo>
                  <a:lnTo>
                    <a:pt x="7867427" y="197135"/>
                  </a:lnTo>
                  <a:lnTo>
                    <a:pt x="7874837" y="186154"/>
                  </a:lnTo>
                  <a:lnTo>
                    <a:pt x="7877556" y="172719"/>
                  </a:lnTo>
                  <a:lnTo>
                    <a:pt x="7877556" y="34543"/>
                  </a:lnTo>
                  <a:lnTo>
                    <a:pt x="7874837" y="21109"/>
                  </a:lnTo>
                  <a:lnTo>
                    <a:pt x="7867427" y="10128"/>
                  </a:lnTo>
                  <a:lnTo>
                    <a:pt x="7856446" y="2718"/>
                  </a:lnTo>
                  <a:lnTo>
                    <a:pt x="7843011" y="0"/>
                  </a:lnTo>
                  <a:close/>
                </a:path>
              </a:pathLst>
            </a:custGeom>
            <a:solidFill>
              <a:srgbClr val="CC7C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23772" y="3112008"/>
              <a:ext cx="7877809" cy="207645"/>
            </a:xfrm>
            <a:custGeom>
              <a:avLst/>
              <a:gdLst/>
              <a:ahLst/>
              <a:cxnLst/>
              <a:rect l="l" t="t" r="r" b="b"/>
              <a:pathLst>
                <a:path w="7877809" h="207645">
                  <a:moveTo>
                    <a:pt x="0" y="34543"/>
                  </a:moveTo>
                  <a:lnTo>
                    <a:pt x="2715" y="21109"/>
                  </a:lnTo>
                  <a:lnTo>
                    <a:pt x="10118" y="10128"/>
                  </a:lnTo>
                  <a:lnTo>
                    <a:pt x="21099" y="2718"/>
                  </a:lnTo>
                  <a:lnTo>
                    <a:pt x="34543" y="0"/>
                  </a:lnTo>
                  <a:lnTo>
                    <a:pt x="7843011" y="0"/>
                  </a:lnTo>
                  <a:lnTo>
                    <a:pt x="7856446" y="2718"/>
                  </a:lnTo>
                  <a:lnTo>
                    <a:pt x="7867427" y="10128"/>
                  </a:lnTo>
                  <a:lnTo>
                    <a:pt x="7874837" y="21109"/>
                  </a:lnTo>
                  <a:lnTo>
                    <a:pt x="7877556" y="34543"/>
                  </a:lnTo>
                  <a:lnTo>
                    <a:pt x="7877556" y="172719"/>
                  </a:lnTo>
                  <a:lnTo>
                    <a:pt x="7874837" y="186154"/>
                  </a:lnTo>
                  <a:lnTo>
                    <a:pt x="7867427" y="197135"/>
                  </a:lnTo>
                  <a:lnTo>
                    <a:pt x="7856446" y="204545"/>
                  </a:lnTo>
                  <a:lnTo>
                    <a:pt x="7843011" y="207263"/>
                  </a:lnTo>
                  <a:lnTo>
                    <a:pt x="34543" y="207263"/>
                  </a:lnTo>
                  <a:lnTo>
                    <a:pt x="21099" y="204545"/>
                  </a:lnTo>
                  <a:lnTo>
                    <a:pt x="10118" y="197135"/>
                  </a:lnTo>
                  <a:lnTo>
                    <a:pt x="2715" y="186154"/>
                  </a:lnTo>
                  <a:lnTo>
                    <a:pt x="0" y="172719"/>
                  </a:lnTo>
                  <a:lnTo>
                    <a:pt x="0" y="34543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1416" y="4149851"/>
              <a:ext cx="11253470" cy="794385"/>
            </a:xfrm>
            <a:custGeom>
              <a:avLst/>
              <a:gdLst/>
              <a:ahLst/>
              <a:cxnLst/>
              <a:rect l="l" t="t" r="r" b="b"/>
              <a:pathLst>
                <a:path w="11253470" h="794385">
                  <a:moveTo>
                    <a:pt x="0" y="794004"/>
                  </a:moveTo>
                  <a:lnTo>
                    <a:pt x="11253216" y="794004"/>
                  </a:lnTo>
                  <a:lnTo>
                    <a:pt x="11253216" y="0"/>
                  </a:lnTo>
                  <a:lnTo>
                    <a:pt x="0" y="0"/>
                  </a:lnTo>
                  <a:lnTo>
                    <a:pt x="0" y="794004"/>
                  </a:lnTo>
                  <a:close/>
                </a:path>
              </a:pathLst>
            </a:custGeom>
            <a:ln w="12700">
              <a:solidFill>
                <a:srgbClr val="BC857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3772" y="4047744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7843266" y="0"/>
                  </a:moveTo>
                  <a:lnTo>
                    <a:pt x="34290" y="0"/>
                  </a:lnTo>
                  <a:lnTo>
                    <a:pt x="20943" y="2696"/>
                  </a:lnTo>
                  <a:lnTo>
                    <a:pt x="10044" y="10048"/>
                  </a:lnTo>
                  <a:lnTo>
                    <a:pt x="2694" y="20949"/>
                  </a:lnTo>
                  <a:lnTo>
                    <a:pt x="0" y="34289"/>
                  </a:lnTo>
                  <a:lnTo>
                    <a:pt x="0" y="171449"/>
                  </a:lnTo>
                  <a:lnTo>
                    <a:pt x="2694" y="184790"/>
                  </a:lnTo>
                  <a:lnTo>
                    <a:pt x="10044" y="195691"/>
                  </a:lnTo>
                  <a:lnTo>
                    <a:pt x="20943" y="203043"/>
                  </a:lnTo>
                  <a:lnTo>
                    <a:pt x="34290" y="205739"/>
                  </a:lnTo>
                  <a:lnTo>
                    <a:pt x="7843266" y="205739"/>
                  </a:lnTo>
                  <a:lnTo>
                    <a:pt x="7856606" y="203043"/>
                  </a:lnTo>
                  <a:lnTo>
                    <a:pt x="7867507" y="195691"/>
                  </a:lnTo>
                  <a:lnTo>
                    <a:pt x="7874859" y="184790"/>
                  </a:lnTo>
                  <a:lnTo>
                    <a:pt x="7877556" y="171449"/>
                  </a:lnTo>
                  <a:lnTo>
                    <a:pt x="7877556" y="34289"/>
                  </a:lnTo>
                  <a:lnTo>
                    <a:pt x="7874859" y="20949"/>
                  </a:lnTo>
                  <a:lnTo>
                    <a:pt x="7867507" y="10048"/>
                  </a:lnTo>
                  <a:lnTo>
                    <a:pt x="7856606" y="2696"/>
                  </a:lnTo>
                  <a:lnTo>
                    <a:pt x="7843266" y="0"/>
                  </a:lnTo>
                  <a:close/>
                </a:path>
              </a:pathLst>
            </a:custGeom>
            <a:solidFill>
              <a:srgbClr val="BC85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23772" y="4047744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0" y="34289"/>
                  </a:moveTo>
                  <a:lnTo>
                    <a:pt x="2694" y="20949"/>
                  </a:lnTo>
                  <a:lnTo>
                    <a:pt x="10044" y="10048"/>
                  </a:lnTo>
                  <a:lnTo>
                    <a:pt x="20943" y="2696"/>
                  </a:lnTo>
                  <a:lnTo>
                    <a:pt x="34290" y="0"/>
                  </a:lnTo>
                  <a:lnTo>
                    <a:pt x="7843266" y="0"/>
                  </a:lnTo>
                  <a:lnTo>
                    <a:pt x="7856606" y="2696"/>
                  </a:lnTo>
                  <a:lnTo>
                    <a:pt x="7867507" y="10048"/>
                  </a:lnTo>
                  <a:lnTo>
                    <a:pt x="7874859" y="20949"/>
                  </a:lnTo>
                  <a:lnTo>
                    <a:pt x="7877556" y="34289"/>
                  </a:lnTo>
                  <a:lnTo>
                    <a:pt x="7877556" y="171449"/>
                  </a:lnTo>
                  <a:lnTo>
                    <a:pt x="7874859" y="184790"/>
                  </a:lnTo>
                  <a:lnTo>
                    <a:pt x="7867507" y="195691"/>
                  </a:lnTo>
                  <a:lnTo>
                    <a:pt x="7856606" y="203043"/>
                  </a:lnTo>
                  <a:lnTo>
                    <a:pt x="7843266" y="205739"/>
                  </a:lnTo>
                  <a:lnTo>
                    <a:pt x="34290" y="205739"/>
                  </a:lnTo>
                  <a:lnTo>
                    <a:pt x="20943" y="203043"/>
                  </a:lnTo>
                  <a:lnTo>
                    <a:pt x="10044" y="195691"/>
                  </a:lnTo>
                  <a:lnTo>
                    <a:pt x="2694" y="184790"/>
                  </a:lnTo>
                  <a:lnTo>
                    <a:pt x="0" y="171449"/>
                  </a:lnTo>
                  <a:lnTo>
                    <a:pt x="0" y="3428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1416" y="5085588"/>
              <a:ext cx="11253470" cy="794385"/>
            </a:xfrm>
            <a:custGeom>
              <a:avLst/>
              <a:gdLst/>
              <a:ahLst/>
              <a:cxnLst/>
              <a:rect l="l" t="t" r="r" b="b"/>
              <a:pathLst>
                <a:path w="11253470" h="794385">
                  <a:moveTo>
                    <a:pt x="0" y="794004"/>
                  </a:moveTo>
                  <a:lnTo>
                    <a:pt x="11253216" y="794004"/>
                  </a:lnTo>
                  <a:lnTo>
                    <a:pt x="11253216" y="0"/>
                  </a:lnTo>
                  <a:lnTo>
                    <a:pt x="0" y="0"/>
                  </a:lnTo>
                  <a:lnTo>
                    <a:pt x="0" y="794004"/>
                  </a:lnTo>
                  <a:close/>
                </a:path>
              </a:pathLst>
            </a:custGeom>
            <a:ln w="12700">
              <a:solidFill>
                <a:srgbClr val="AF929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23772" y="4981955"/>
              <a:ext cx="7877809" cy="207645"/>
            </a:xfrm>
            <a:custGeom>
              <a:avLst/>
              <a:gdLst/>
              <a:ahLst/>
              <a:cxnLst/>
              <a:rect l="l" t="t" r="r" b="b"/>
              <a:pathLst>
                <a:path w="7877809" h="207645">
                  <a:moveTo>
                    <a:pt x="7843011" y="0"/>
                  </a:moveTo>
                  <a:lnTo>
                    <a:pt x="34543" y="0"/>
                  </a:lnTo>
                  <a:lnTo>
                    <a:pt x="21099" y="2718"/>
                  </a:lnTo>
                  <a:lnTo>
                    <a:pt x="10118" y="10128"/>
                  </a:lnTo>
                  <a:lnTo>
                    <a:pt x="2715" y="21109"/>
                  </a:lnTo>
                  <a:lnTo>
                    <a:pt x="0" y="34544"/>
                  </a:lnTo>
                  <a:lnTo>
                    <a:pt x="0" y="172720"/>
                  </a:lnTo>
                  <a:lnTo>
                    <a:pt x="2715" y="186154"/>
                  </a:lnTo>
                  <a:lnTo>
                    <a:pt x="10118" y="197135"/>
                  </a:lnTo>
                  <a:lnTo>
                    <a:pt x="21099" y="204545"/>
                  </a:lnTo>
                  <a:lnTo>
                    <a:pt x="34543" y="207264"/>
                  </a:lnTo>
                  <a:lnTo>
                    <a:pt x="7843011" y="207264"/>
                  </a:lnTo>
                  <a:lnTo>
                    <a:pt x="7856446" y="204545"/>
                  </a:lnTo>
                  <a:lnTo>
                    <a:pt x="7867427" y="197135"/>
                  </a:lnTo>
                  <a:lnTo>
                    <a:pt x="7874837" y="186154"/>
                  </a:lnTo>
                  <a:lnTo>
                    <a:pt x="7877556" y="172720"/>
                  </a:lnTo>
                  <a:lnTo>
                    <a:pt x="7877556" y="34544"/>
                  </a:lnTo>
                  <a:lnTo>
                    <a:pt x="7874837" y="21109"/>
                  </a:lnTo>
                  <a:lnTo>
                    <a:pt x="7867427" y="10128"/>
                  </a:lnTo>
                  <a:lnTo>
                    <a:pt x="7856446" y="2718"/>
                  </a:lnTo>
                  <a:lnTo>
                    <a:pt x="7843011" y="0"/>
                  </a:lnTo>
                  <a:close/>
                </a:path>
              </a:pathLst>
            </a:custGeom>
            <a:solidFill>
              <a:srgbClr val="AF9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23772" y="4981955"/>
              <a:ext cx="7877809" cy="207645"/>
            </a:xfrm>
            <a:custGeom>
              <a:avLst/>
              <a:gdLst/>
              <a:ahLst/>
              <a:cxnLst/>
              <a:rect l="l" t="t" r="r" b="b"/>
              <a:pathLst>
                <a:path w="7877809" h="207645">
                  <a:moveTo>
                    <a:pt x="0" y="34544"/>
                  </a:moveTo>
                  <a:lnTo>
                    <a:pt x="2715" y="21109"/>
                  </a:lnTo>
                  <a:lnTo>
                    <a:pt x="10118" y="10128"/>
                  </a:lnTo>
                  <a:lnTo>
                    <a:pt x="21099" y="2718"/>
                  </a:lnTo>
                  <a:lnTo>
                    <a:pt x="34543" y="0"/>
                  </a:lnTo>
                  <a:lnTo>
                    <a:pt x="7843011" y="0"/>
                  </a:lnTo>
                  <a:lnTo>
                    <a:pt x="7856446" y="2718"/>
                  </a:lnTo>
                  <a:lnTo>
                    <a:pt x="7867427" y="10128"/>
                  </a:lnTo>
                  <a:lnTo>
                    <a:pt x="7874837" y="21109"/>
                  </a:lnTo>
                  <a:lnTo>
                    <a:pt x="7877556" y="34544"/>
                  </a:lnTo>
                  <a:lnTo>
                    <a:pt x="7877556" y="172720"/>
                  </a:lnTo>
                  <a:lnTo>
                    <a:pt x="7874837" y="186154"/>
                  </a:lnTo>
                  <a:lnTo>
                    <a:pt x="7867427" y="197135"/>
                  </a:lnTo>
                  <a:lnTo>
                    <a:pt x="7856446" y="204545"/>
                  </a:lnTo>
                  <a:lnTo>
                    <a:pt x="7843011" y="207264"/>
                  </a:lnTo>
                  <a:lnTo>
                    <a:pt x="34543" y="207264"/>
                  </a:lnTo>
                  <a:lnTo>
                    <a:pt x="21099" y="204545"/>
                  </a:lnTo>
                  <a:lnTo>
                    <a:pt x="10118" y="197135"/>
                  </a:lnTo>
                  <a:lnTo>
                    <a:pt x="2715" y="186154"/>
                  </a:lnTo>
                  <a:lnTo>
                    <a:pt x="0" y="172720"/>
                  </a:lnTo>
                  <a:lnTo>
                    <a:pt x="0" y="34544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61416" y="6019800"/>
              <a:ext cx="11253470" cy="794385"/>
            </a:xfrm>
            <a:custGeom>
              <a:avLst/>
              <a:gdLst/>
              <a:ahLst/>
              <a:cxnLst/>
              <a:rect l="l" t="t" r="r" b="b"/>
              <a:pathLst>
                <a:path w="11253470" h="794384">
                  <a:moveTo>
                    <a:pt x="0" y="794004"/>
                  </a:moveTo>
                  <a:lnTo>
                    <a:pt x="11253216" y="794004"/>
                  </a:lnTo>
                  <a:lnTo>
                    <a:pt x="11253216" y="0"/>
                  </a:lnTo>
                  <a:lnTo>
                    <a:pt x="0" y="0"/>
                  </a:lnTo>
                  <a:lnTo>
                    <a:pt x="0" y="794004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3772" y="5917692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7843266" y="0"/>
                  </a:moveTo>
                  <a:lnTo>
                    <a:pt x="34290" y="0"/>
                  </a:lnTo>
                  <a:lnTo>
                    <a:pt x="20943" y="2694"/>
                  </a:lnTo>
                  <a:lnTo>
                    <a:pt x="10044" y="10044"/>
                  </a:lnTo>
                  <a:lnTo>
                    <a:pt x="2694" y="20943"/>
                  </a:lnTo>
                  <a:lnTo>
                    <a:pt x="0" y="34290"/>
                  </a:lnTo>
                  <a:lnTo>
                    <a:pt x="0" y="171450"/>
                  </a:lnTo>
                  <a:lnTo>
                    <a:pt x="2694" y="184796"/>
                  </a:lnTo>
                  <a:lnTo>
                    <a:pt x="10044" y="195695"/>
                  </a:lnTo>
                  <a:lnTo>
                    <a:pt x="20943" y="203045"/>
                  </a:lnTo>
                  <a:lnTo>
                    <a:pt x="34290" y="205740"/>
                  </a:lnTo>
                  <a:lnTo>
                    <a:pt x="7843266" y="205740"/>
                  </a:lnTo>
                  <a:lnTo>
                    <a:pt x="7856606" y="203045"/>
                  </a:lnTo>
                  <a:lnTo>
                    <a:pt x="7867507" y="195695"/>
                  </a:lnTo>
                  <a:lnTo>
                    <a:pt x="7874859" y="184796"/>
                  </a:lnTo>
                  <a:lnTo>
                    <a:pt x="7877556" y="171450"/>
                  </a:lnTo>
                  <a:lnTo>
                    <a:pt x="7877556" y="34290"/>
                  </a:lnTo>
                  <a:lnTo>
                    <a:pt x="7874859" y="20943"/>
                  </a:lnTo>
                  <a:lnTo>
                    <a:pt x="7867507" y="10044"/>
                  </a:lnTo>
                  <a:lnTo>
                    <a:pt x="7856606" y="2694"/>
                  </a:lnTo>
                  <a:lnTo>
                    <a:pt x="784326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223772" y="5917692"/>
              <a:ext cx="7877809" cy="205740"/>
            </a:xfrm>
            <a:custGeom>
              <a:avLst/>
              <a:gdLst/>
              <a:ahLst/>
              <a:cxnLst/>
              <a:rect l="l" t="t" r="r" b="b"/>
              <a:pathLst>
                <a:path w="7877809" h="205739">
                  <a:moveTo>
                    <a:pt x="0" y="34290"/>
                  </a:moveTo>
                  <a:lnTo>
                    <a:pt x="2694" y="20943"/>
                  </a:lnTo>
                  <a:lnTo>
                    <a:pt x="10044" y="10044"/>
                  </a:lnTo>
                  <a:lnTo>
                    <a:pt x="20943" y="2694"/>
                  </a:lnTo>
                  <a:lnTo>
                    <a:pt x="34290" y="0"/>
                  </a:lnTo>
                  <a:lnTo>
                    <a:pt x="7843266" y="0"/>
                  </a:lnTo>
                  <a:lnTo>
                    <a:pt x="7856606" y="2694"/>
                  </a:lnTo>
                  <a:lnTo>
                    <a:pt x="7867507" y="10044"/>
                  </a:lnTo>
                  <a:lnTo>
                    <a:pt x="7874859" y="20943"/>
                  </a:lnTo>
                  <a:lnTo>
                    <a:pt x="7877556" y="34290"/>
                  </a:lnTo>
                  <a:lnTo>
                    <a:pt x="7877556" y="171450"/>
                  </a:lnTo>
                  <a:lnTo>
                    <a:pt x="7874859" y="184796"/>
                  </a:lnTo>
                  <a:lnTo>
                    <a:pt x="7867507" y="195695"/>
                  </a:lnTo>
                  <a:lnTo>
                    <a:pt x="7856606" y="203045"/>
                  </a:lnTo>
                  <a:lnTo>
                    <a:pt x="7843266" y="205740"/>
                  </a:lnTo>
                  <a:lnTo>
                    <a:pt x="34290" y="205740"/>
                  </a:lnTo>
                  <a:lnTo>
                    <a:pt x="20943" y="203045"/>
                  </a:lnTo>
                  <a:lnTo>
                    <a:pt x="10044" y="195695"/>
                  </a:lnTo>
                  <a:lnTo>
                    <a:pt x="2694" y="184796"/>
                  </a:lnTo>
                  <a:lnTo>
                    <a:pt x="0" y="171450"/>
                  </a:lnTo>
                  <a:lnTo>
                    <a:pt x="0" y="3429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19174" y="1414018"/>
            <a:ext cx="9418955" cy="52527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45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Conceptual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Simplicity</a:t>
            </a:r>
            <a:endParaRPr sz="2000">
              <a:latin typeface="Calibri"/>
              <a:cs typeface="Calibri"/>
            </a:endParaRPr>
          </a:p>
          <a:p>
            <a:pPr marL="187325" marR="344805" indent="-172720">
              <a:lnSpc>
                <a:spcPts val="1970"/>
              </a:lnSpc>
              <a:spcBef>
                <a:spcPts val="170"/>
              </a:spcBef>
              <a:buChar char="•"/>
              <a:tabLst>
                <a:tab pos="187325" algn="l"/>
              </a:tabLst>
            </a:pPr>
            <a:r>
              <a:rPr sz="1800" spc="-10" dirty="0">
                <a:latin typeface="Calibri"/>
                <a:cs typeface="Calibri"/>
              </a:rPr>
              <a:t>Relationships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various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logically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very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becomes </a:t>
            </a:r>
            <a:r>
              <a:rPr sz="1800" dirty="0">
                <a:latin typeface="Calibri"/>
                <a:cs typeface="Calibri"/>
              </a:rPr>
              <a:t>easier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view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95"/>
              </a:lnSpc>
              <a:spcBef>
                <a:spcPts val="121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endParaRPr sz="2000">
              <a:latin typeface="Calibri"/>
              <a:cs typeface="Calibri"/>
            </a:endParaRPr>
          </a:p>
          <a:p>
            <a:pPr marL="187325" indent="-172085">
              <a:lnSpc>
                <a:spcPts val="1955"/>
              </a:lnSpc>
              <a:buChar char="•"/>
              <a:tabLst>
                <a:tab pos="187325" algn="l"/>
              </a:tabLst>
            </a:pPr>
            <a:r>
              <a:rPr sz="1800" dirty="0">
                <a:latin typeface="Calibri"/>
                <a:cs typeface="Calibri"/>
              </a:rPr>
              <a:t>Security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DBMS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itself</a:t>
            </a:r>
            <a:r>
              <a:rPr sz="1800" spc="3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does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depends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programmer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security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not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345"/>
              </a:lnSpc>
              <a:spcBef>
                <a:spcPts val="82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Creation,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Updation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marL="187325" indent="-172085">
              <a:lnSpc>
                <a:spcPts val="2010"/>
              </a:lnSpc>
              <a:buChar char="•"/>
              <a:tabLst>
                <a:tab pos="187325" algn="l"/>
              </a:tabLst>
            </a:pPr>
            <a:r>
              <a:rPr sz="1800" dirty="0">
                <a:latin typeface="Calibri"/>
                <a:cs typeface="Calibri"/>
              </a:rPr>
              <a:t>It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construct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pointers.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Adding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deleting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easier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Faster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R="7523480" algn="r">
              <a:lnSpc>
                <a:spcPts val="2065"/>
              </a:lnSpc>
            </a:pPr>
            <a:r>
              <a:rPr sz="1800" dirty="0">
                <a:latin typeface="Calibri"/>
                <a:cs typeface="Calibri"/>
              </a:rPr>
              <a:t>easy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retrieval</a:t>
            </a:r>
            <a:endParaRPr sz="1800">
              <a:latin typeface="Calibri"/>
              <a:cs typeface="Calibri"/>
            </a:endParaRPr>
          </a:p>
          <a:p>
            <a:pPr marR="7508240" algn="r">
              <a:lnSpc>
                <a:spcPts val="2345"/>
              </a:lnSpc>
              <a:spcBef>
                <a:spcPts val="944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Integrity</a:t>
            </a:r>
            <a:endParaRPr sz="2000">
              <a:latin typeface="Calibri"/>
              <a:cs typeface="Calibri"/>
            </a:endParaRPr>
          </a:p>
          <a:p>
            <a:pPr marL="187325" marR="123825" indent="-172720">
              <a:lnSpc>
                <a:spcPts val="1970"/>
              </a:lnSpc>
              <a:spcBef>
                <a:spcPts val="170"/>
              </a:spcBef>
              <a:buChar char="•"/>
              <a:tabLst>
                <a:tab pos="187325" algn="l"/>
              </a:tabLst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always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child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relation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between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different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hence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child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attached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parent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maintains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integrity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345"/>
              </a:lnSpc>
              <a:spcBef>
                <a:spcPts val="91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Independence</a:t>
            </a:r>
            <a:endParaRPr sz="2000">
              <a:latin typeface="Calibri"/>
              <a:cs typeface="Calibri"/>
            </a:endParaRPr>
          </a:p>
          <a:p>
            <a:pPr marL="187325" marR="5080" indent="-172720">
              <a:lnSpc>
                <a:spcPts val="1970"/>
              </a:lnSpc>
              <a:spcBef>
                <a:spcPts val="170"/>
              </a:spcBef>
              <a:buChar char="•"/>
              <a:tabLst>
                <a:tab pos="187325" algn="l"/>
              </a:tabLst>
            </a:pPr>
            <a:r>
              <a:rPr sz="1800" dirty="0">
                <a:latin typeface="Calibri"/>
                <a:cs typeface="Calibri"/>
              </a:rPr>
              <a:t>Itself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maintains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independence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thus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reducing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efforts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maintenance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one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part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50"/>
              </a:lnSpc>
              <a:spcBef>
                <a:spcPts val="10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Efficiency</a:t>
            </a:r>
            <a:endParaRPr sz="1800">
              <a:latin typeface="Calibri"/>
              <a:cs typeface="Calibri"/>
            </a:endParaRPr>
          </a:p>
          <a:p>
            <a:pPr marL="187325" marR="356870" indent="-172720">
              <a:lnSpc>
                <a:spcPts val="1970"/>
              </a:lnSpc>
              <a:spcBef>
                <a:spcPts val="215"/>
              </a:spcBef>
              <a:buChar char="•"/>
              <a:tabLst>
                <a:tab pos="187325" algn="l"/>
              </a:tabLst>
            </a:pPr>
            <a:r>
              <a:rPr sz="1800" dirty="0">
                <a:latin typeface="Calibri"/>
                <a:cs typeface="Calibri"/>
              </a:rPr>
              <a:t>Good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large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record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many </a:t>
            </a:r>
            <a:r>
              <a:rPr sz="1800" spc="-10" dirty="0">
                <a:latin typeface="Calibri"/>
                <a:cs typeface="Calibri"/>
              </a:rPr>
              <a:t>related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152903"/>
            <a:ext cx="3566795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675"/>
              </a:spcBef>
            </a:pPr>
            <a:r>
              <a:rPr sz="4800" spc="-10" dirty="0">
                <a:latin typeface="Calibri Light"/>
                <a:cs typeface="Calibri Light"/>
              </a:rPr>
              <a:t>Disadvantages </a:t>
            </a:r>
            <a:r>
              <a:rPr sz="4800" dirty="0">
                <a:latin typeface="Calibri Light"/>
                <a:cs typeface="Calibri Light"/>
              </a:rPr>
              <a:t>Of</a:t>
            </a:r>
            <a:r>
              <a:rPr sz="4800" spc="-110" dirty="0">
                <a:latin typeface="Calibri Light"/>
                <a:cs typeface="Calibri Light"/>
              </a:rPr>
              <a:t> </a:t>
            </a:r>
            <a:r>
              <a:rPr sz="4800" spc="-60" dirty="0">
                <a:latin typeface="Calibri Light"/>
                <a:cs typeface="Calibri Light"/>
              </a:rPr>
              <a:t>Hierarchical </a:t>
            </a:r>
            <a:r>
              <a:rPr sz="4800" spc="-10" dirty="0">
                <a:latin typeface="Calibri Light"/>
                <a:cs typeface="Calibri Light"/>
              </a:rPr>
              <a:t>Model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160009" y="389890"/>
            <a:ext cx="6602730" cy="1515745"/>
            <a:chOff x="5160009" y="389890"/>
            <a:chExt cx="6602730" cy="1515745"/>
          </a:xfrm>
        </p:grpSpPr>
        <p:sp>
          <p:nvSpPr>
            <p:cNvPr id="4" name="object 4"/>
            <p:cNvSpPr/>
            <p:nvPr/>
          </p:nvSpPr>
          <p:spPr>
            <a:xfrm>
              <a:off x="5166359" y="544068"/>
              <a:ext cx="6590030" cy="1355090"/>
            </a:xfrm>
            <a:custGeom>
              <a:avLst/>
              <a:gdLst/>
              <a:ahLst/>
              <a:cxnLst/>
              <a:rect l="l" t="t" r="r" b="b"/>
              <a:pathLst>
                <a:path w="6590030" h="1355089">
                  <a:moveTo>
                    <a:pt x="0" y="1354836"/>
                  </a:moveTo>
                  <a:lnTo>
                    <a:pt x="6589776" y="1354836"/>
                  </a:lnTo>
                  <a:lnTo>
                    <a:pt x="6589776" y="0"/>
                  </a:lnTo>
                  <a:lnTo>
                    <a:pt x="0" y="0"/>
                  </a:lnTo>
                  <a:lnTo>
                    <a:pt x="0" y="1354836"/>
                  </a:lnTo>
                  <a:close/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497067" y="396240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09">
                  <a:moveTo>
                    <a:pt x="4562348" y="0"/>
                  </a:moveTo>
                  <a:lnTo>
                    <a:pt x="49276" y="0"/>
                  </a:lnTo>
                  <a:lnTo>
                    <a:pt x="30110" y="3877"/>
                  </a:lnTo>
                  <a:lnTo>
                    <a:pt x="14446" y="14446"/>
                  </a:lnTo>
                  <a:lnTo>
                    <a:pt x="3877" y="30110"/>
                  </a:lnTo>
                  <a:lnTo>
                    <a:pt x="0" y="49275"/>
                  </a:lnTo>
                  <a:lnTo>
                    <a:pt x="0" y="246380"/>
                  </a:lnTo>
                  <a:lnTo>
                    <a:pt x="3877" y="265545"/>
                  </a:lnTo>
                  <a:lnTo>
                    <a:pt x="14446" y="281209"/>
                  </a:lnTo>
                  <a:lnTo>
                    <a:pt x="30110" y="291778"/>
                  </a:lnTo>
                  <a:lnTo>
                    <a:pt x="49276" y="295656"/>
                  </a:lnTo>
                  <a:lnTo>
                    <a:pt x="4562348" y="295656"/>
                  </a:lnTo>
                  <a:lnTo>
                    <a:pt x="4581513" y="291778"/>
                  </a:lnTo>
                  <a:lnTo>
                    <a:pt x="4597177" y="281209"/>
                  </a:lnTo>
                  <a:lnTo>
                    <a:pt x="4607746" y="265545"/>
                  </a:lnTo>
                  <a:lnTo>
                    <a:pt x="4611624" y="246380"/>
                  </a:lnTo>
                  <a:lnTo>
                    <a:pt x="4611624" y="49275"/>
                  </a:lnTo>
                  <a:lnTo>
                    <a:pt x="4607746" y="30110"/>
                  </a:lnTo>
                  <a:lnTo>
                    <a:pt x="4597177" y="14446"/>
                  </a:lnTo>
                  <a:lnTo>
                    <a:pt x="4581513" y="3877"/>
                  </a:lnTo>
                  <a:lnTo>
                    <a:pt x="456234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497067" y="396240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09">
                  <a:moveTo>
                    <a:pt x="0" y="49275"/>
                  </a:moveTo>
                  <a:lnTo>
                    <a:pt x="3877" y="30110"/>
                  </a:lnTo>
                  <a:lnTo>
                    <a:pt x="14446" y="14446"/>
                  </a:lnTo>
                  <a:lnTo>
                    <a:pt x="30110" y="3877"/>
                  </a:lnTo>
                  <a:lnTo>
                    <a:pt x="49276" y="0"/>
                  </a:lnTo>
                  <a:lnTo>
                    <a:pt x="4562348" y="0"/>
                  </a:lnTo>
                  <a:lnTo>
                    <a:pt x="4581513" y="3877"/>
                  </a:lnTo>
                  <a:lnTo>
                    <a:pt x="4597177" y="14446"/>
                  </a:lnTo>
                  <a:lnTo>
                    <a:pt x="4607746" y="30110"/>
                  </a:lnTo>
                  <a:lnTo>
                    <a:pt x="4611624" y="49275"/>
                  </a:lnTo>
                  <a:lnTo>
                    <a:pt x="4611624" y="246380"/>
                  </a:lnTo>
                  <a:lnTo>
                    <a:pt x="4607746" y="265545"/>
                  </a:lnTo>
                  <a:lnTo>
                    <a:pt x="4597177" y="281209"/>
                  </a:lnTo>
                  <a:lnTo>
                    <a:pt x="4581513" y="291778"/>
                  </a:lnTo>
                  <a:lnTo>
                    <a:pt x="4562348" y="295656"/>
                  </a:lnTo>
                  <a:lnTo>
                    <a:pt x="49276" y="295656"/>
                  </a:lnTo>
                  <a:lnTo>
                    <a:pt x="30110" y="291778"/>
                  </a:lnTo>
                  <a:lnTo>
                    <a:pt x="14446" y="281209"/>
                  </a:lnTo>
                  <a:lnTo>
                    <a:pt x="3877" y="265545"/>
                  </a:lnTo>
                  <a:lnTo>
                    <a:pt x="0" y="246380"/>
                  </a:lnTo>
                  <a:lnTo>
                    <a:pt x="0" y="49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5673344" y="347548"/>
            <a:ext cx="26314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66359" y="2100072"/>
            <a:ext cx="6590030" cy="1103630"/>
          </a:xfrm>
          <a:custGeom>
            <a:avLst/>
            <a:gdLst/>
            <a:ahLst/>
            <a:cxnLst/>
            <a:rect l="l" t="t" r="r" b="b"/>
            <a:pathLst>
              <a:path w="6590030" h="1103630">
                <a:moveTo>
                  <a:pt x="0" y="1103376"/>
                </a:moveTo>
                <a:lnTo>
                  <a:pt x="6589776" y="1103376"/>
                </a:lnTo>
                <a:lnTo>
                  <a:pt x="6589776" y="0"/>
                </a:lnTo>
                <a:lnTo>
                  <a:pt x="0" y="0"/>
                </a:lnTo>
                <a:lnTo>
                  <a:pt x="0" y="1103376"/>
                </a:lnTo>
                <a:close/>
              </a:path>
            </a:pathLst>
          </a:custGeom>
          <a:ln w="12700">
            <a:solidFill>
              <a:srgbClr val="53CCC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666359" y="2258314"/>
            <a:ext cx="5278120" cy="80137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4785" marR="5080" indent="-172720">
              <a:lnSpc>
                <a:spcPct val="91400"/>
              </a:lnSpc>
              <a:spcBef>
                <a:spcPts val="285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Any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location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change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all </a:t>
            </a:r>
            <a:r>
              <a:rPr sz="1800" spc="-10" dirty="0">
                <a:latin typeface="Calibri"/>
                <a:cs typeface="Calibri"/>
              </a:rPr>
              <a:t>application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programs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changed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restricted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pointer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path.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490717" y="1945894"/>
            <a:ext cx="4624705" cy="308610"/>
            <a:chOff x="5490717" y="1945894"/>
            <a:chExt cx="4624705" cy="308610"/>
          </a:xfrm>
        </p:grpSpPr>
        <p:sp>
          <p:nvSpPr>
            <p:cNvPr id="11" name="object 11"/>
            <p:cNvSpPr/>
            <p:nvPr/>
          </p:nvSpPr>
          <p:spPr>
            <a:xfrm>
              <a:off x="5497067" y="1952244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4562348" y="0"/>
                  </a:moveTo>
                  <a:lnTo>
                    <a:pt x="49276" y="0"/>
                  </a:lnTo>
                  <a:lnTo>
                    <a:pt x="30110" y="3877"/>
                  </a:lnTo>
                  <a:lnTo>
                    <a:pt x="14446" y="14446"/>
                  </a:lnTo>
                  <a:lnTo>
                    <a:pt x="3877" y="30110"/>
                  </a:lnTo>
                  <a:lnTo>
                    <a:pt x="0" y="49275"/>
                  </a:lnTo>
                  <a:lnTo>
                    <a:pt x="0" y="246379"/>
                  </a:lnTo>
                  <a:lnTo>
                    <a:pt x="3877" y="265545"/>
                  </a:lnTo>
                  <a:lnTo>
                    <a:pt x="14446" y="281209"/>
                  </a:lnTo>
                  <a:lnTo>
                    <a:pt x="30110" y="291778"/>
                  </a:lnTo>
                  <a:lnTo>
                    <a:pt x="49276" y="295655"/>
                  </a:lnTo>
                  <a:lnTo>
                    <a:pt x="4562348" y="295655"/>
                  </a:lnTo>
                  <a:lnTo>
                    <a:pt x="4581513" y="291778"/>
                  </a:lnTo>
                  <a:lnTo>
                    <a:pt x="4597177" y="281209"/>
                  </a:lnTo>
                  <a:lnTo>
                    <a:pt x="4607746" y="265545"/>
                  </a:lnTo>
                  <a:lnTo>
                    <a:pt x="4611624" y="246379"/>
                  </a:lnTo>
                  <a:lnTo>
                    <a:pt x="4611624" y="49275"/>
                  </a:lnTo>
                  <a:lnTo>
                    <a:pt x="4607746" y="30110"/>
                  </a:lnTo>
                  <a:lnTo>
                    <a:pt x="4597177" y="14446"/>
                  </a:lnTo>
                  <a:lnTo>
                    <a:pt x="4581513" y="3877"/>
                  </a:lnTo>
                  <a:lnTo>
                    <a:pt x="4562348" y="0"/>
                  </a:lnTo>
                  <a:close/>
                </a:path>
              </a:pathLst>
            </a:custGeom>
            <a:solidFill>
              <a:srgbClr val="53CC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97067" y="1952244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0" y="49275"/>
                  </a:moveTo>
                  <a:lnTo>
                    <a:pt x="3877" y="30110"/>
                  </a:lnTo>
                  <a:lnTo>
                    <a:pt x="14446" y="14446"/>
                  </a:lnTo>
                  <a:lnTo>
                    <a:pt x="30110" y="3877"/>
                  </a:lnTo>
                  <a:lnTo>
                    <a:pt x="49276" y="0"/>
                  </a:lnTo>
                  <a:lnTo>
                    <a:pt x="4562348" y="0"/>
                  </a:lnTo>
                  <a:lnTo>
                    <a:pt x="4581513" y="3877"/>
                  </a:lnTo>
                  <a:lnTo>
                    <a:pt x="4597177" y="14446"/>
                  </a:lnTo>
                  <a:lnTo>
                    <a:pt x="4607746" y="30110"/>
                  </a:lnTo>
                  <a:lnTo>
                    <a:pt x="4611624" y="49275"/>
                  </a:lnTo>
                  <a:lnTo>
                    <a:pt x="4611624" y="246379"/>
                  </a:lnTo>
                  <a:lnTo>
                    <a:pt x="4607746" y="265545"/>
                  </a:lnTo>
                  <a:lnTo>
                    <a:pt x="4597177" y="281209"/>
                  </a:lnTo>
                  <a:lnTo>
                    <a:pt x="4581513" y="291778"/>
                  </a:lnTo>
                  <a:lnTo>
                    <a:pt x="4562348" y="295655"/>
                  </a:lnTo>
                  <a:lnTo>
                    <a:pt x="49276" y="295655"/>
                  </a:lnTo>
                  <a:lnTo>
                    <a:pt x="30110" y="291778"/>
                  </a:lnTo>
                  <a:lnTo>
                    <a:pt x="14446" y="281209"/>
                  </a:lnTo>
                  <a:lnTo>
                    <a:pt x="3877" y="265545"/>
                  </a:lnTo>
                  <a:lnTo>
                    <a:pt x="0" y="246379"/>
                  </a:lnTo>
                  <a:lnTo>
                    <a:pt x="0" y="49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66359" y="702055"/>
            <a:ext cx="5529580" cy="15335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84785" marR="5080" indent="-172720">
              <a:lnSpc>
                <a:spcPct val="91500"/>
              </a:lnSpc>
              <a:spcBef>
                <a:spcPts val="280"/>
              </a:spcBef>
              <a:buChar char="•"/>
              <a:tabLst>
                <a:tab pos="184785" algn="l"/>
              </a:tabLst>
            </a:pP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independence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enough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designer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spc="-10" dirty="0">
                <a:latin typeface="Calibri"/>
                <a:cs typeface="Calibri"/>
              </a:rPr>
              <a:t>programmers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database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system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have </a:t>
            </a:r>
            <a:r>
              <a:rPr sz="1800" spc="-10" dirty="0">
                <a:latin typeface="Calibri"/>
                <a:cs typeface="Calibri"/>
              </a:rPr>
              <a:t>knowledge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physical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be </a:t>
            </a:r>
            <a:r>
              <a:rPr sz="1800" spc="-10" dirty="0">
                <a:latin typeface="Calibri"/>
                <a:cs typeface="Calibri"/>
              </a:rPr>
              <a:t>complex.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138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Difficult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manage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66359" y="3404615"/>
            <a:ext cx="6590030" cy="599440"/>
          </a:xfrm>
          <a:custGeom>
            <a:avLst/>
            <a:gdLst/>
            <a:ahLst/>
            <a:cxnLst/>
            <a:rect l="l" t="t" r="r" b="b"/>
            <a:pathLst>
              <a:path w="6590030" h="599439">
                <a:moveTo>
                  <a:pt x="0" y="598931"/>
                </a:moveTo>
                <a:lnTo>
                  <a:pt x="6589776" y="598931"/>
                </a:lnTo>
                <a:lnTo>
                  <a:pt x="6589776" y="0"/>
                </a:lnTo>
                <a:lnTo>
                  <a:pt x="0" y="0"/>
                </a:lnTo>
                <a:lnTo>
                  <a:pt x="0" y="598931"/>
                </a:lnTo>
                <a:close/>
              </a:path>
            </a:pathLst>
          </a:custGeom>
          <a:ln w="12700">
            <a:solidFill>
              <a:srgbClr val="4DC5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66359" y="3562299"/>
            <a:ext cx="4741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5420" indent="-172720">
              <a:lnSpc>
                <a:spcPct val="100000"/>
              </a:lnSpc>
              <a:spcBef>
                <a:spcPts val="100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bri"/>
                <a:cs typeface="Calibri"/>
              </a:rPr>
              <a:t>Change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database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structure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affects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access.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90717" y="3250438"/>
            <a:ext cx="4624705" cy="308610"/>
            <a:chOff x="5490717" y="3250438"/>
            <a:chExt cx="4624705" cy="308610"/>
          </a:xfrm>
        </p:grpSpPr>
        <p:sp>
          <p:nvSpPr>
            <p:cNvPr id="17" name="object 17"/>
            <p:cNvSpPr/>
            <p:nvPr/>
          </p:nvSpPr>
          <p:spPr>
            <a:xfrm>
              <a:off x="5497067" y="3256788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4562348" y="0"/>
                  </a:moveTo>
                  <a:lnTo>
                    <a:pt x="49276" y="0"/>
                  </a:lnTo>
                  <a:lnTo>
                    <a:pt x="30110" y="3877"/>
                  </a:lnTo>
                  <a:lnTo>
                    <a:pt x="14446" y="14446"/>
                  </a:lnTo>
                  <a:lnTo>
                    <a:pt x="3877" y="30110"/>
                  </a:lnTo>
                  <a:lnTo>
                    <a:pt x="0" y="49275"/>
                  </a:lnTo>
                  <a:lnTo>
                    <a:pt x="0" y="246379"/>
                  </a:lnTo>
                  <a:lnTo>
                    <a:pt x="3877" y="265545"/>
                  </a:lnTo>
                  <a:lnTo>
                    <a:pt x="14446" y="281209"/>
                  </a:lnTo>
                  <a:lnTo>
                    <a:pt x="30110" y="291778"/>
                  </a:lnTo>
                  <a:lnTo>
                    <a:pt x="49276" y="295656"/>
                  </a:lnTo>
                  <a:lnTo>
                    <a:pt x="4562348" y="295656"/>
                  </a:lnTo>
                  <a:lnTo>
                    <a:pt x="4581513" y="291778"/>
                  </a:lnTo>
                  <a:lnTo>
                    <a:pt x="4597177" y="281209"/>
                  </a:lnTo>
                  <a:lnTo>
                    <a:pt x="4607746" y="265545"/>
                  </a:lnTo>
                  <a:lnTo>
                    <a:pt x="4611624" y="246379"/>
                  </a:lnTo>
                  <a:lnTo>
                    <a:pt x="4611624" y="49275"/>
                  </a:lnTo>
                  <a:lnTo>
                    <a:pt x="4607746" y="30110"/>
                  </a:lnTo>
                  <a:lnTo>
                    <a:pt x="4597177" y="14446"/>
                  </a:lnTo>
                  <a:lnTo>
                    <a:pt x="4581513" y="3877"/>
                  </a:lnTo>
                  <a:lnTo>
                    <a:pt x="4562348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97067" y="3256788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0" y="49275"/>
                  </a:moveTo>
                  <a:lnTo>
                    <a:pt x="3877" y="30110"/>
                  </a:lnTo>
                  <a:lnTo>
                    <a:pt x="14446" y="14446"/>
                  </a:lnTo>
                  <a:lnTo>
                    <a:pt x="30110" y="3877"/>
                  </a:lnTo>
                  <a:lnTo>
                    <a:pt x="49276" y="0"/>
                  </a:lnTo>
                  <a:lnTo>
                    <a:pt x="4562348" y="0"/>
                  </a:lnTo>
                  <a:lnTo>
                    <a:pt x="4581513" y="3877"/>
                  </a:lnTo>
                  <a:lnTo>
                    <a:pt x="4597177" y="14446"/>
                  </a:lnTo>
                  <a:lnTo>
                    <a:pt x="4607746" y="30110"/>
                  </a:lnTo>
                  <a:lnTo>
                    <a:pt x="4611624" y="49275"/>
                  </a:lnTo>
                  <a:lnTo>
                    <a:pt x="4611624" y="246379"/>
                  </a:lnTo>
                  <a:lnTo>
                    <a:pt x="4607746" y="265545"/>
                  </a:lnTo>
                  <a:lnTo>
                    <a:pt x="4597177" y="281209"/>
                  </a:lnTo>
                  <a:lnTo>
                    <a:pt x="4581513" y="291778"/>
                  </a:lnTo>
                  <a:lnTo>
                    <a:pt x="4562348" y="295656"/>
                  </a:lnTo>
                  <a:lnTo>
                    <a:pt x="49276" y="295656"/>
                  </a:lnTo>
                  <a:lnTo>
                    <a:pt x="30110" y="291778"/>
                  </a:lnTo>
                  <a:lnTo>
                    <a:pt x="14446" y="281209"/>
                  </a:lnTo>
                  <a:lnTo>
                    <a:pt x="3877" y="265545"/>
                  </a:lnTo>
                  <a:lnTo>
                    <a:pt x="0" y="246379"/>
                  </a:lnTo>
                  <a:lnTo>
                    <a:pt x="0" y="49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673344" y="3208782"/>
            <a:ext cx="332930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independence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160009" y="4050538"/>
            <a:ext cx="6602730" cy="1010919"/>
            <a:chOff x="5160009" y="4050538"/>
            <a:chExt cx="6602730" cy="1010919"/>
          </a:xfrm>
        </p:grpSpPr>
        <p:sp>
          <p:nvSpPr>
            <p:cNvPr id="21" name="object 21"/>
            <p:cNvSpPr/>
            <p:nvPr/>
          </p:nvSpPr>
          <p:spPr>
            <a:xfrm>
              <a:off x="5166359" y="4204716"/>
              <a:ext cx="6590030" cy="850900"/>
            </a:xfrm>
            <a:custGeom>
              <a:avLst/>
              <a:gdLst/>
              <a:ahLst/>
              <a:cxnLst/>
              <a:rect l="l" t="t" r="r" b="b"/>
              <a:pathLst>
                <a:path w="6590030" h="850900">
                  <a:moveTo>
                    <a:pt x="0" y="850392"/>
                  </a:moveTo>
                  <a:lnTo>
                    <a:pt x="6589776" y="850392"/>
                  </a:lnTo>
                  <a:lnTo>
                    <a:pt x="6589776" y="0"/>
                  </a:lnTo>
                  <a:lnTo>
                    <a:pt x="0" y="0"/>
                  </a:lnTo>
                  <a:lnTo>
                    <a:pt x="0" y="850392"/>
                  </a:lnTo>
                  <a:close/>
                </a:path>
              </a:pathLst>
            </a:custGeom>
            <a:ln w="12700">
              <a:solidFill>
                <a:srgbClr val="47BA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497067" y="4056888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4562348" y="0"/>
                  </a:moveTo>
                  <a:lnTo>
                    <a:pt x="49276" y="0"/>
                  </a:lnTo>
                  <a:lnTo>
                    <a:pt x="30110" y="3877"/>
                  </a:lnTo>
                  <a:lnTo>
                    <a:pt x="14446" y="14446"/>
                  </a:lnTo>
                  <a:lnTo>
                    <a:pt x="3877" y="30110"/>
                  </a:lnTo>
                  <a:lnTo>
                    <a:pt x="0" y="49275"/>
                  </a:lnTo>
                  <a:lnTo>
                    <a:pt x="0" y="246380"/>
                  </a:lnTo>
                  <a:lnTo>
                    <a:pt x="3877" y="265545"/>
                  </a:lnTo>
                  <a:lnTo>
                    <a:pt x="14446" y="281209"/>
                  </a:lnTo>
                  <a:lnTo>
                    <a:pt x="30110" y="291778"/>
                  </a:lnTo>
                  <a:lnTo>
                    <a:pt x="49276" y="295656"/>
                  </a:lnTo>
                  <a:lnTo>
                    <a:pt x="4562348" y="295656"/>
                  </a:lnTo>
                  <a:lnTo>
                    <a:pt x="4581513" y="291778"/>
                  </a:lnTo>
                  <a:lnTo>
                    <a:pt x="4597177" y="281209"/>
                  </a:lnTo>
                  <a:lnTo>
                    <a:pt x="4607746" y="265545"/>
                  </a:lnTo>
                  <a:lnTo>
                    <a:pt x="4611624" y="246380"/>
                  </a:lnTo>
                  <a:lnTo>
                    <a:pt x="4611624" y="49275"/>
                  </a:lnTo>
                  <a:lnTo>
                    <a:pt x="4607746" y="30110"/>
                  </a:lnTo>
                  <a:lnTo>
                    <a:pt x="4597177" y="14446"/>
                  </a:lnTo>
                  <a:lnTo>
                    <a:pt x="4581513" y="3877"/>
                  </a:lnTo>
                  <a:lnTo>
                    <a:pt x="4562348" y="0"/>
                  </a:lnTo>
                  <a:close/>
                </a:path>
              </a:pathLst>
            </a:custGeom>
            <a:solidFill>
              <a:srgbClr val="47BA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497067" y="4056888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0" y="49275"/>
                  </a:moveTo>
                  <a:lnTo>
                    <a:pt x="3877" y="30110"/>
                  </a:lnTo>
                  <a:lnTo>
                    <a:pt x="14446" y="14446"/>
                  </a:lnTo>
                  <a:lnTo>
                    <a:pt x="30110" y="3877"/>
                  </a:lnTo>
                  <a:lnTo>
                    <a:pt x="49276" y="0"/>
                  </a:lnTo>
                  <a:lnTo>
                    <a:pt x="4562348" y="0"/>
                  </a:lnTo>
                  <a:lnTo>
                    <a:pt x="4581513" y="3877"/>
                  </a:lnTo>
                  <a:lnTo>
                    <a:pt x="4597177" y="14446"/>
                  </a:lnTo>
                  <a:lnTo>
                    <a:pt x="4607746" y="30110"/>
                  </a:lnTo>
                  <a:lnTo>
                    <a:pt x="4611624" y="49275"/>
                  </a:lnTo>
                  <a:lnTo>
                    <a:pt x="4611624" y="246380"/>
                  </a:lnTo>
                  <a:lnTo>
                    <a:pt x="4607746" y="265545"/>
                  </a:lnTo>
                  <a:lnTo>
                    <a:pt x="4597177" y="281209"/>
                  </a:lnTo>
                  <a:lnTo>
                    <a:pt x="4581513" y="291778"/>
                  </a:lnTo>
                  <a:lnTo>
                    <a:pt x="4562348" y="295656"/>
                  </a:lnTo>
                  <a:lnTo>
                    <a:pt x="49276" y="295656"/>
                  </a:lnTo>
                  <a:lnTo>
                    <a:pt x="30110" y="291778"/>
                  </a:lnTo>
                  <a:lnTo>
                    <a:pt x="14446" y="281209"/>
                  </a:lnTo>
                  <a:lnTo>
                    <a:pt x="3877" y="265545"/>
                  </a:lnTo>
                  <a:lnTo>
                    <a:pt x="0" y="246380"/>
                  </a:lnTo>
                  <a:lnTo>
                    <a:pt x="0" y="49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73344" y="4009135"/>
            <a:ext cx="357377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programming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60009" y="5102097"/>
            <a:ext cx="6602730" cy="1010919"/>
            <a:chOff x="5160009" y="5102097"/>
            <a:chExt cx="6602730" cy="1010919"/>
          </a:xfrm>
        </p:grpSpPr>
        <p:sp>
          <p:nvSpPr>
            <p:cNvPr id="26" name="object 26"/>
            <p:cNvSpPr/>
            <p:nvPr/>
          </p:nvSpPr>
          <p:spPr>
            <a:xfrm>
              <a:off x="5166359" y="5256275"/>
              <a:ext cx="6590030" cy="850900"/>
            </a:xfrm>
            <a:custGeom>
              <a:avLst/>
              <a:gdLst/>
              <a:ahLst/>
              <a:cxnLst/>
              <a:rect l="l" t="t" r="r" b="b"/>
              <a:pathLst>
                <a:path w="6590030" h="850900">
                  <a:moveTo>
                    <a:pt x="0" y="850392"/>
                  </a:moveTo>
                  <a:lnTo>
                    <a:pt x="6589776" y="850392"/>
                  </a:lnTo>
                  <a:lnTo>
                    <a:pt x="6589776" y="0"/>
                  </a:lnTo>
                  <a:lnTo>
                    <a:pt x="0" y="0"/>
                  </a:lnTo>
                  <a:lnTo>
                    <a:pt x="0" y="850392"/>
                  </a:lnTo>
                  <a:close/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497067" y="5108447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4562348" y="0"/>
                  </a:moveTo>
                  <a:lnTo>
                    <a:pt x="49276" y="0"/>
                  </a:lnTo>
                  <a:lnTo>
                    <a:pt x="30110" y="3877"/>
                  </a:lnTo>
                  <a:lnTo>
                    <a:pt x="14446" y="14446"/>
                  </a:lnTo>
                  <a:lnTo>
                    <a:pt x="3877" y="30110"/>
                  </a:lnTo>
                  <a:lnTo>
                    <a:pt x="0" y="49275"/>
                  </a:lnTo>
                  <a:lnTo>
                    <a:pt x="0" y="246379"/>
                  </a:lnTo>
                  <a:lnTo>
                    <a:pt x="3877" y="265545"/>
                  </a:lnTo>
                  <a:lnTo>
                    <a:pt x="14446" y="281209"/>
                  </a:lnTo>
                  <a:lnTo>
                    <a:pt x="30110" y="291778"/>
                  </a:lnTo>
                  <a:lnTo>
                    <a:pt x="49276" y="295655"/>
                  </a:lnTo>
                  <a:lnTo>
                    <a:pt x="4562348" y="295655"/>
                  </a:lnTo>
                  <a:lnTo>
                    <a:pt x="4581513" y="291778"/>
                  </a:lnTo>
                  <a:lnTo>
                    <a:pt x="4597177" y="281209"/>
                  </a:lnTo>
                  <a:lnTo>
                    <a:pt x="4607746" y="265545"/>
                  </a:lnTo>
                  <a:lnTo>
                    <a:pt x="4611624" y="246379"/>
                  </a:lnTo>
                  <a:lnTo>
                    <a:pt x="4611624" y="49275"/>
                  </a:lnTo>
                  <a:lnTo>
                    <a:pt x="4607746" y="30110"/>
                  </a:lnTo>
                  <a:lnTo>
                    <a:pt x="4597177" y="14446"/>
                  </a:lnTo>
                  <a:lnTo>
                    <a:pt x="4581513" y="3877"/>
                  </a:lnTo>
                  <a:lnTo>
                    <a:pt x="456234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497067" y="5108447"/>
              <a:ext cx="4612005" cy="295910"/>
            </a:xfrm>
            <a:custGeom>
              <a:avLst/>
              <a:gdLst/>
              <a:ahLst/>
              <a:cxnLst/>
              <a:rect l="l" t="t" r="r" b="b"/>
              <a:pathLst>
                <a:path w="4612005" h="295910">
                  <a:moveTo>
                    <a:pt x="0" y="49275"/>
                  </a:moveTo>
                  <a:lnTo>
                    <a:pt x="3877" y="30110"/>
                  </a:lnTo>
                  <a:lnTo>
                    <a:pt x="14446" y="14446"/>
                  </a:lnTo>
                  <a:lnTo>
                    <a:pt x="30110" y="3877"/>
                  </a:lnTo>
                  <a:lnTo>
                    <a:pt x="49276" y="0"/>
                  </a:lnTo>
                  <a:lnTo>
                    <a:pt x="4562348" y="0"/>
                  </a:lnTo>
                  <a:lnTo>
                    <a:pt x="4581513" y="3877"/>
                  </a:lnTo>
                  <a:lnTo>
                    <a:pt x="4597177" y="14446"/>
                  </a:lnTo>
                  <a:lnTo>
                    <a:pt x="4607746" y="30110"/>
                  </a:lnTo>
                  <a:lnTo>
                    <a:pt x="4611624" y="49275"/>
                  </a:lnTo>
                  <a:lnTo>
                    <a:pt x="4611624" y="246379"/>
                  </a:lnTo>
                  <a:lnTo>
                    <a:pt x="4607746" y="265545"/>
                  </a:lnTo>
                  <a:lnTo>
                    <a:pt x="4597177" y="281209"/>
                  </a:lnTo>
                  <a:lnTo>
                    <a:pt x="4581513" y="291778"/>
                  </a:lnTo>
                  <a:lnTo>
                    <a:pt x="4562348" y="295655"/>
                  </a:lnTo>
                  <a:lnTo>
                    <a:pt x="49276" y="295655"/>
                  </a:lnTo>
                  <a:lnTo>
                    <a:pt x="30110" y="291778"/>
                  </a:lnTo>
                  <a:lnTo>
                    <a:pt x="14446" y="281209"/>
                  </a:lnTo>
                  <a:lnTo>
                    <a:pt x="3877" y="265545"/>
                  </a:lnTo>
                  <a:lnTo>
                    <a:pt x="0" y="246379"/>
                  </a:lnTo>
                  <a:lnTo>
                    <a:pt x="0" y="4927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666359" y="4362957"/>
            <a:ext cx="5398135" cy="16027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84785" marR="5080" indent="-172720">
              <a:lnSpc>
                <a:spcPts val="1970"/>
              </a:lnSpc>
              <a:spcBef>
                <a:spcPts val="325"/>
              </a:spcBef>
              <a:buChar char="•"/>
              <a:tabLst>
                <a:tab pos="184785" algn="l"/>
              </a:tabLst>
            </a:pPr>
            <a:r>
              <a:rPr sz="1800" spc="-10" dirty="0">
                <a:latin typeface="Calibri"/>
                <a:cs typeface="Calibri"/>
              </a:rPr>
              <a:t>Programmers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must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know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how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stored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path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of </a:t>
            </a:r>
            <a:r>
              <a:rPr sz="1800" dirty="0">
                <a:latin typeface="Calibri"/>
                <a:cs typeface="Calibri"/>
              </a:rPr>
              <a:t>data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storage.</a:t>
            </a:r>
            <a:endParaRPr sz="1800">
              <a:latin typeface="Calibri"/>
              <a:cs typeface="Calibri"/>
            </a:endParaRPr>
          </a:p>
          <a:p>
            <a:pPr marL="19685">
              <a:lnSpc>
                <a:spcPct val="100000"/>
              </a:lnSpc>
              <a:spcBef>
                <a:spcPts val="133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Limitations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endParaRPr sz="2000">
              <a:latin typeface="Calibri"/>
              <a:cs typeface="Calibri"/>
            </a:endParaRPr>
          </a:p>
          <a:p>
            <a:pPr marL="185420" indent="-172720">
              <a:lnSpc>
                <a:spcPts val="2065"/>
              </a:lnSpc>
              <a:spcBef>
                <a:spcPts val="385"/>
              </a:spcBef>
              <a:buChar char="•"/>
              <a:tabLst>
                <a:tab pos="185420" algn="l"/>
              </a:tabLst>
            </a:pPr>
            <a:r>
              <a:rPr sz="1800" dirty="0">
                <a:latin typeface="Calibri"/>
                <a:cs typeface="Calibri"/>
              </a:rPr>
              <a:t>1:N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relationship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implementing</a:t>
            </a:r>
            <a:endParaRPr sz="1800">
              <a:latin typeface="Calibri"/>
              <a:cs typeface="Calibri"/>
            </a:endParaRPr>
          </a:p>
          <a:p>
            <a:pPr marL="184785">
              <a:lnSpc>
                <a:spcPts val="2065"/>
              </a:lnSpc>
            </a:pPr>
            <a:r>
              <a:rPr sz="1800" dirty="0">
                <a:latin typeface="Calibri"/>
                <a:cs typeface="Calibri"/>
              </a:rPr>
              <a:t>M:N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relationship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difficult.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482088"/>
            <a:ext cx="2099945" cy="141541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755"/>
              </a:spcBef>
            </a:pPr>
            <a:r>
              <a:rPr sz="4800" spc="-55" dirty="0">
                <a:latin typeface="Calibri Light"/>
                <a:cs typeface="Calibri Light"/>
              </a:rPr>
              <a:t>Network </a:t>
            </a:r>
            <a:r>
              <a:rPr sz="4800" spc="-10" dirty="0">
                <a:latin typeface="Calibri Light"/>
                <a:cs typeface="Calibri Light"/>
              </a:rPr>
              <a:t>Model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66359" y="339852"/>
            <a:ext cx="6590030" cy="1118870"/>
          </a:xfrm>
          <a:custGeom>
            <a:avLst/>
            <a:gdLst/>
            <a:ahLst/>
            <a:cxnLst/>
            <a:rect l="l" t="t" r="r" b="b"/>
            <a:pathLst>
              <a:path w="6590030" h="1118870">
                <a:moveTo>
                  <a:pt x="6403340" y="0"/>
                </a:moveTo>
                <a:lnTo>
                  <a:pt x="186436" y="0"/>
                </a:lnTo>
                <a:lnTo>
                  <a:pt x="136863" y="6657"/>
                </a:lnTo>
                <a:lnTo>
                  <a:pt x="92324" y="25447"/>
                </a:lnTo>
                <a:lnTo>
                  <a:pt x="54594" y="54594"/>
                </a:lnTo>
                <a:lnTo>
                  <a:pt x="25447" y="92324"/>
                </a:lnTo>
                <a:lnTo>
                  <a:pt x="6657" y="136863"/>
                </a:lnTo>
                <a:lnTo>
                  <a:pt x="0" y="186436"/>
                </a:lnTo>
                <a:lnTo>
                  <a:pt x="0" y="932180"/>
                </a:lnTo>
                <a:lnTo>
                  <a:pt x="6657" y="981752"/>
                </a:lnTo>
                <a:lnTo>
                  <a:pt x="25447" y="1026291"/>
                </a:lnTo>
                <a:lnTo>
                  <a:pt x="54594" y="1064021"/>
                </a:lnTo>
                <a:lnTo>
                  <a:pt x="92324" y="1093168"/>
                </a:lnTo>
                <a:lnTo>
                  <a:pt x="136863" y="1111958"/>
                </a:lnTo>
                <a:lnTo>
                  <a:pt x="186436" y="1118615"/>
                </a:lnTo>
                <a:lnTo>
                  <a:pt x="6403340" y="1118615"/>
                </a:lnTo>
                <a:lnTo>
                  <a:pt x="6452912" y="1111958"/>
                </a:lnTo>
                <a:lnTo>
                  <a:pt x="6497451" y="1093168"/>
                </a:lnTo>
                <a:lnTo>
                  <a:pt x="6535181" y="1064021"/>
                </a:lnTo>
                <a:lnTo>
                  <a:pt x="6564328" y="1026291"/>
                </a:lnTo>
                <a:lnTo>
                  <a:pt x="6583118" y="981752"/>
                </a:lnTo>
                <a:lnTo>
                  <a:pt x="6589775" y="932180"/>
                </a:lnTo>
                <a:lnTo>
                  <a:pt x="6589775" y="186436"/>
                </a:lnTo>
                <a:lnTo>
                  <a:pt x="6583118" y="136863"/>
                </a:lnTo>
                <a:lnTo>
                  <a:pt x="6564328" y="92324"/>
                </a:lnTo>
                <a:lnTo>
                  <a:pt x="6535181" y="54594"/>
                </a:lnTo>
                <a:lnTo>
                  <a:pt x="6497451" y="25447"/>
                </a:lnTo>
                <a:lnTo>
                  <a:pt x="6452912" y="6657"/>
                </a:lnTo>
                <a:lnTo>
                  <a:pt x="640334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66359" y="1516380"/>
            <a:ext cx="6590030" cy="1118870"/>
          </a:xfrm>
          <a:custGeom>
            <a:avLst/>
            <a:gdLst/>
            <a:ahLst/>
            <a:cxnLst/>
            <a:rect l="l" t="t" r="r" b="b"/>
            <a:pathLst>
              <a:path w="6590030" h="1118870">
                <a:moveTo>
                  <a:pt x="6403340" y="0"/>
                </a:moveTo>
                <a:lnTo>
                  <a:pt x="186436" y="0"/>
                </a:lnTo>
                <a:lnTo>
                  <a:pt x="136863" y="6657"/>
                </a:lnTo>
                <a:lnTo>
                  <a:pt x="92324" y="25447"/>
                </a:lnTo>
                <a:lnTo>
                  <a:pt x="54594" y="54594"/>
                </a:lnTo>
                <a:lnTo>
                  <a:pt x="25447" y="92324"/>
                </a:lnTo>
                <a:lnTo>
                  <a:pt x="6657" y="136863"/>
                </a:lnTo>
                <a:lnTo>
                  <a:pt x="0" y="186436"/>
                </a:lnTo>
                <a:lnTo>
                  <a:pt x="0" y="932180"/>
                </a:lnTo>
                <a:lnTo>
                  <a:pt x="6657" y="981752"/>
                </a:lnTo>
                <a:lnTo>
                  <a:pt x="25447" y="1026291"/>
                </a:lnTo>
                <a:lnTo>
                  <a:pt x="54594" y="1064021"/>
                </a:lnTo>
                <a:lnTo>
                  <a:pt x="92324" y="1093168"/>
                </a:lnTo>
                <a:lnTo>
                  <a:pt x="136863" y="1111958"/>
                </a:lnTo>
                <a:lnTo>
                  <a:pt x="186436" y="1118616"/>
                </a:lnTo>
                <a:lnTo>
                  <a:pt x="6403340" y="1118616"/>
                </a:lnTo>
                <a:lnTo>
                  <a:pt x="6452912" y="1111958"/>
                </a:lnTo>
                <a:lnTo>
                  <a:pt x="6497451" y="1093168"/>
                </a:lnTo>
                <a:lnTo>
                  <a:pt x="6535181" y="1064021"/>
                </a:lnTo>
                <a:lnTo>
                  <a:pt x="6564328" y="1026291"/>
                </a:lnTo>
                <a:lnTo>
                  <a:pt x="6583118" y="981752"/>
                </a:lnTo>
                <a:lnTo>
                  <a:pt x="6589775" y="932180"/>
                </a:lnTo>
                <a:lnTo>
                  <a:pt x="6589775" y="186436"/>
                </a:lnTo>
                <a:lnTo>
                  <a:pt x="6583118" y="136863"/>
                </a:lnTo>
                <a:lnTo>
                  <a:pt x="6564328" y="92324"/>
                </a:lnTo>
                <a:lnTo>
                  <a:pt x="6535181" y="54594"/>
                </a:lnTo>
                <a:lnTo>
                  <a:pt x="6497451" y="25447"/>
                </a:lnTo>
                <a:lnTo>
                  <a:pt x="6452912" y="6657"/>
                </a:lnTo>
                <a:lnTo>
                  <a:pt x="6403340" y="0"/>
                </a:lnTo>
                <a:close/>
              </a:path>
            </a:pathLst>
          </a:custGeom>
          <a:solidFill>
            <a:srgbClr val="53CC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85994" y="563371"/>
            <a:ext cx="5234305" cy="164718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pointers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but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parent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child relationships.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2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66359" y="2692907"/>
            <a:ext cx="6590030" cy="1118870"/>
          </a:xfrm>
          <a:custGeom>
            <a:avLst/>
            <a:gdLst/>
            <a:ahLst/>
            <a:cxnLst/>
            <a:rect l="l" t="t" r="r" b="b"/>
            <a:pathLst>
              <a:path w="6590030" h="1118870">
                <a:moveTo>
                  <a:pt x="6403340" y="0"/>
                </a:moveTo>
                <a:lnTo>
                  <a:pt x="186436" y="0"/>
                </a:lnTo>
                <a:lnTo>
                  <a:pt x="136863" y="6657"/>
                </a:lnTo>
                <a:lnTo>
                  <a:pt x="92324" y="25447"/>
                </a:lnTo>
                <a:lnTo>
                  <a:pt x="54594" y="54594"/>
                </a:lnTo>
                <a:lnTo>
                  <a:pt x="25447" y="92324"/>
                </a:lnTo>
                <a:lnTo>
                  <a:pt x="6657" y="136863"/>
                </a:lnTo>
                <a:lnTo>
                  <a:pt x="0" y="186436"/>
                </a:lnTo>
                <a:lnTo>
                  <a:pt x="0" y="932179"/>
                </a:lnTo>
                <a:lnTo>
                  <a:pt x="6657" y="981752"/>
                </a:lnTo>
                <a:lnTo>
                  <a:pt x="25447" y="1026291"/>
                </a:lnTo>
                <a:lnTo>
                  <a:pt x="54594" y="1064021"/>
                </a:lnTo>
                <a:lnTo>
                  <a:pt x="92324" y="1093168"/>
                </a:lnTo>
                <a:lnTo>
                  <a:pt x="136863" y="1111958"/>
                </a:lnTo>
                <a:lnTo>
                  <a:pt x="186436" y="1118615"/>
                </a:lnTo>
                <a:lnTo>
                  <a:pt x="6403340" y="1118615"/>
                </a:lnTo>
                <a:lnTo>
                  <a:pt x="6452912" y="1111958"/>
                </a:lnTo>
                <a:lnTo>
                  <a:pt x="6497451" y="1093168"/>
                </a:lnTo>
                <a:lnTo>
                  <a:pt x="6535181" y="1064021"/>
                </a:lnTo>
                <a:lnTo>
                  <a:pt x="6564328" y="1026291"/>
                </a:lnTo>
                <a:lnTo>
                  <a:pt x="6583118" y="981752"/>
                </a:lnTo>
                <a:lnTo>
                  <a:pt x="6589775" y="932179"/>
                </a:lnTo>
                <a:lnTo>
                  <a:pt x="6589775" y="186436"/>
                </a:lnTo>
                <a:lnTo>
                  <a:pt x="6583118" y="136863"/>
                </a:lnTo>
                <a:lnTo>
                  <a:pt x="6564328" y="92324"/>
                </a:lnTo>
                <a:lnTo>
                  <a:pt x="6535181" y="54594"/>
                </a:lnTo>
                <a:lnTo>
                  <a:pt x="6497451" y="25447"/>
                </a:lnTo>
                <a:lnTo>
                  <a:pt x="6452912" y="6657"/>
                </a:lnTo>
                <a:lnTo>
                  <a:pt x="6403340" y="0"/>
                </a:lnTo>
                <a:close/>
              </a:path>
            </a:pathLst>
          </a:custGeom>
          <a:solidFill>
            <a:srgbClr val="4DC5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285994" y="3056382"/>
            <a:ext cx="61023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record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called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SET.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66359" y="3869435"/>
            <a:ext cx="6590030" cy="1118870"/>
          </a:xfrm>
          <a:custGeom>
            <a:avLst/>
            <a:gdLst/>
            <a:ahLst/>
            <a:cxnLst/>
            <a:rect l="l" t="t" r="r" b="b"/>
            <a:pathLst>
              <a:path w="6590030" h="1118870">
                <a:moveTo>
                  <a:pt x="6403340" y="0"/>
                </a:moveTo>
                <a:lnTo>
                  <a:pt x="186436" y="0"/>
                </a:lnTo>
                <a:lnTo>
                  <a:pt x="136863" y="6657"/>
                </a:lnTo>
                <a:lnTo>
                  <a:pt x="92324" y="25447"/>
                </a:lnTo>
                <a:lnTo>
                  <a:pt x="54594" y="54594"/>
                </a:lnTo>
                <a:lnTo>
                  <a:pt x="25447" y="92324"/>
                </a:lnTo>
                <a:lnTo>
                  <a:pt x="6657" y="136863"/>
                </a:lnTo>
                <a:lnTo>
                  <a:pt x="0" y="186436"/>
                </a:lnTo>
                <a:lnTo>
                  <a:pt x="0" y="932180"/>
                </a:lnTo>
                <a:lnTo>
                  <a:pt x="6657" y="981752"/>
                </a:lnTo>
                <a:lnTo>
                  <a:pt x="25447" y="1026291"/>
                </a:lnTo>
                <a:lnTo>
                  <a:pt x="54594" y="1064021"/>
                </a:lnTo>
                <a:lnTo>
                  <a:pt x="92324" y="1093168"/>
                </a:lnTo>
                <a:lnTo>
                  <a:pt x="136863" y="1111958"/>
                </a:lnTo>
                <a:lnTo>
                  <a:pt x="186436" y="1118615"/>
                </a:lnTo>
                <a:lnTo>
                  <a:pt x="6403340" y="1118615"/>
                </a:lnTo>
                <a:lnTo>
                  <a:pt x="6452912" y="1111958"/>
                </a:lnTo>
                <a:lnTo>
                  <a:pt x="6497451" y="1093168"/>
                </a:lnTo>
                <a:lnTo>
                  <a:pt x="6535181" y="1064021"/>
                </a:lnTo>
                <a:lnTo>
                  <a:pt x="6564328" y="1026291"/>
                </a:lnTo>
                <a:lnTo>
                  <a:pt x="6583118" y="981752"/>
                </a:lnTo>
                <a:lnTo>
                  <a:pt x="6589775" y="932180"/>
                </a:lnTo>
                <a:lnTo>
                  <a:pt x="6589775" y="186436"/>
                </a:lnTo>
                <a:lnTo>
                  <a:pt x="6583118" y="136863"/>
                </a:lnTo>
                <a:lnTo>
                  <a:pt x="6564328" y="92324"/>
                </a:lnTo>
                <a:lnTo>
                  <a:pt x="6535181" y="54594"/>
                </a:lnTo>
                <a:lnTo>
                  <a:pt x="6497451" y="25447"/>
                </a:lnTo>
                <a:lnTo>
                  <a:pt x="6452912" y="6657"/>
                </a:lnTo>
                <a:lnTo>
                  <a:pt x="6403340" y="0"/>
                </a:lnTo>
                <a:close/>
              </a:path>
            </a:pathLst>
          </a:custGeom>
          <a:solidFill>
            <a:srgbClr val="47BA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166359" y="5045964"/>
            <a:ext cx="6590030" cy="1118870"/>
          </a:xfrm>
          <a:custGeom>
            <a:avLst/>
            <a:gdLst/>
            <a:ahLst/>
            <a:cxnLst/>
            <a:rect l="l" t="t" r="r" b="b"/>
            <a:pathLst>
              <a:path w="6590030" h="1118870">
                <a:moveTo>
                  <a:pt x="6403340" y="0"/>
                </a:moveTo>
                <a:lnTo>
                  <a:pt x="186436" y="0"/>
                </a:lnTo>
                <a:lnTo>
                  <a:pt x="136863" y="6657"/>
                </a:lnTo>
                <a:lnTo>
                  <a:pt x="92324" y="25447"/>
                </a:lnTo>
                <a:lnTo>
                  <a:pt x="54594" y="54594"/>
                </a:lnTo>
                <a:lnTo>
                  <a:pt x="25447" y="92324"/>
                </a:lnTo>
                <a:lnTo>
                  <a:pt x="6657" y="136863"/>
                </a:lnTo>
                <a:lnTo>
                  <a:pt x="0" y="186436"/>
                </a:lnTo>
                <a:lnTo>
                  <a:pt x="0" y="932180"/>
                </a:lnTo>
                <a:lnTo>
                  <a:pt x="6657" y="981739"/>
                </a:lnTo>
                <a:lnTo>
                  <a:pt x="25447" y="1026274"/>
                </a:lnTo>
                <a:lnTo>
                  <a:pt x="54594" y="1064007"/>
                </a:lnTo>
                <a:lnTo>
                  <a:pt x="92324" y="1093160"/>
                </a:lnTo>
                <a:lnTo>
                  <a:pt x="136863" y="1111955"/>
                </a:lnTo>
                <a:lnTo>
                  <a:pt x="186436" y="1118616"/>
                </a:lnTo>
                <a:lnTo>
                  <a:pt x="6403340" y="1118616"/>
                </a:lnTo>
                <a:lnTo>
                  <a:pt x="6452912" y="1111955"/>
                </a:lnTo>
                <a:lnTo>
                  <a:pt x="6497451" y="1093160"/>
                </a:lnTo>
                <a:lnTo>
                  <a:pt x="6535181" y="1064007"/>
                </a:lnTo>
                <a:lnTo>
                  <a:pt x="6564328" y="1026274"/>
                </a:lnTo>
                <a:lnTo>
                  <a:pt x="6583118" y="981739"/>
                </a:lnTo>
                <a:lnTo>
                  <a:pt x="6589775" y="932180"/>
                </a:lnTo>
                <a:lnTo>
                  <a:pt x="6589775" y="186436"/>
                </a:lnTo>
                <a:lnTo>
                  <a:pt x="6583118" y="136863"/>
                </a:lnTo>
                <a:lnTo>
                  <a:pt x="6564328" y="92324"/>
                </a:lnTo>
                <a:lnTo>
                  <a:pt x="6535181" y="54594"/>
                </a:lnTo>
                <a:lnTo>
                  <a:pt x="6497451" y="25447"/>
                </a:lnTo>
                <a:lnTo>
                  <a:pt x="6452912" y="6657"/>
                </a:lnTo>
                <a:lnTo>
                  <a:pt x="6403340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85994" y="4232909"/>
            <a:ext cx="6041390" cy="1788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relationship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1:N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M:N.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20"/>
              </a:spcBef>
            </a:pP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918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EXAMPLE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IDS(Integrated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Store)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network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IBM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North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American</a:t>
            </a:r>
            <a:r>
              <a:rPr sz="20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Rockwell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71321"/>
            <a:ext cx="57264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Example-</a:t>
            </a:r>
            <a:r>
              <a:rPr sz="4400" spc="-165" dirty="0"/>
              <a:t> </a:t>
            </a:r>
            <a:r>
              <a:rPr sz="4400" dirty="0"/>
              <a:t>Network</a:t>
            </a:r>
            <a:r>
              <a:rPr sz="4400" spc="-155" dirty="0"/>
              <a:t> </a:t>
            </a:r>
            <a:r>
              <a:rPr sz="4400" spc="-10" dirty="0"/>
              <a:t>Model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6477000" y="1600200"/>
            <a:ext cx="914400" cy="9144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796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80"/>
              </a:spcBef>
            </a:pP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96200" y="3276600"/>
            <a:ext cx="914400" cy="9144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85"/>
              </a:spcBef>
            </a:pP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0200" y="3124200"/>
            <a:ext cx="914400" cy="9144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859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485"/>
              </a:spcBef>
            </a:pP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391400" y="4953000"/>
            <a:ext cx="914400" cy="9144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490"/>
              </a:spcBef>
            </a:pP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F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86400" y="4953000"/>
            <a:ext cx="914400" cy="9144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00400" y="5105400"/>
            <a:ext cx="914400" cy="914400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189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490"/>
              </a:spcBef>
            </a:pPr>
            <a:r>
              <a:rPr sz="3200" spc="-50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2072" y="2494407"/>
            <a:ext cx="629920" cy="629920"/>
          </a:xfrm>
          <a:custGeom>
            <a:avLst/>
            <a:gdLst/>
            <a:ahLst/>
            <a:cxnLst/>
            <a:rect l="l" t="t" r="r" b="b"/>
            <a:pathLst>
              <a:path w="629920" h="629919">
                <a:moveTo>
                  <a:pt x="86602" y="369522"/>
                </a:moveTo>
                <a:lnTo>
                  <a:pt x="76263" y="373125"/>
                </a:lnTo>
                <a:lnTo>
                  <a:pt x="68020" y="380349"/>
                </a:lnTo>
                <a:lnTo>
                  <a:pt x="62991" y="390525"/>
                </a:lnTo>
                <a:lnTo>
                  <a:pt x="0" y="629919"/>
                </a:lnTo>
                <a:lnTo>
                  <a:pt x="75776" y="609980"/>
                </a:lnTo>
                <a:lnTo>
                  <a:pt x="60325" y="609980"/>
                </a:lnTo>
                <a:lnTo>
                  <a:pt x="19938" y="569594"/>
                </a:lnTo>
                <a:lnTo>
                  <a:pt x="94656" y="494877"/>
                </a:lnTo>
                <a:lnTo>
                  <a:pt x="118237" y="405129"/>
                </a:lnTo>
                <a:lnTo>
                  <a:pt x="118919" y="393815"/>
                </a:lnTo>
                <a:lnTo>
                  <a:pt x="115315" y="383476"/>
                </a:lnTo>
                <a:lnTo>
                  <a:pt x="108092" y="375233"/>
                </a:lnTo>
                <a:lnTo>
                  <a:pt x="97916" y="370204"/>
                </a:lnTo>
                <a:lnTo>
                  <a:pt x="86602" y="369522"/>
                </a:lnTo>
                <a:close/>
              </a:path>
              <a:path w="629920" h="629919">
                <a:moveTo>
                  <a:pt x="94656" y="494877"/>
                </a:moveTo>
                <a:lnTo>
                  <a:pt x="19938" y="569594"/>
                </a:lnTo>
                <a:lnTo>
                  <a:pt x="60325" y="609980"/>
                </a:lnTo>
                <a:lnTo>
                  <a:pt x="73278" y="597026"/>
                </a:lnTo>
                <a:lnTo>
                  <a:pt x="67817" y="597026"/>
                </a:lnTo>
                <a:lnTo>
                  <a:pt x="32892" y="562101"/>
                </a:lnTo>
                <a:lnTo>
                  <a:pt x="80264" y="549655"/>
                </a:lnTo>
                <a:lnTo>
                  <a:pt x="94656" y="494877"/>
                </a:lnTo>
                <a:close/>
              </a:path>
              <a:path w="629920" h="629919">
                <a:moveTo>
                  <a:pt x="236104" y="511000"/>
                </a:moveTo>
                <a:lnTo>
                  <a:pt x="224789" y="511682"/>
                </a:lnTo>
                <a:lnTo>
                  <a:pt x="135042" y="535263"/>
                </a:lnTo>
                <a:lnTo>
                  <a:pt x="60325" y="609980"/>
                </a:lnTo>
                <a:lnTo>
                  <a:pt x="75776" y="609980"/>
                </a:lnTo>
                <a:lnTo>
                  <a:pt x="239394" y="566927"/>
                </a:lnTo>
                <a:lnTo>
                  <a:pt x="249570" y="561899"/>
                </a:lnTo>
                <a:lnTo>
                  <a:pt x="256793" y="553656"/>
                </a:lnTo>
                <a:lnTo>
                  <a:pt x="260397" y="543317"/>
                </a:lnTo>
                <a:lnTo>
                  <a:pt x="259714" y="532002"/>
                </a:lnTo>
                <a:lnTo>
                  <a:pt x="254686" y="521827"/>
                </a:lnTo>
                <a:lnTo>
                  <a:pt x="246443" y="514603"/>
                </a:lnTo>
                <a:lnTo>
                  <a:pt x="236104" y="511000"/>
                </a:lnTo>
                <a:close/>
              </a:path>
              <a:path w="629920" h="629919">
                <a:moveTo>
                  <a:pt x="80264" y="549655"/>
                </a:moveTo>
                <a:lnTo>
                  <a:pt x="32892" y="562101"/>
                </a:lnTo>
                <a:lnTo>
                  <a:pt x="67817" y="597026"/>
                </a:lnTo>
                <a:lnTo>
                  <a:pt x="80264" y="549655"/>
                </a:lnTo>
                <a:close/>
              </a:path>
              <a:path w="629920" h="629919">
                <a:moveTo>
                  <a:pt x="135042" y="535263"/>
                </a:moveTo>
                <a:lnTo>
                  <a:pt x="80264" y="549655"/>
                </a:lnTo>
                <a:lnTo>
                  <a:pt x="67817" y="597026"/>
                </a:lnTo>
                <a:lnTo>
                  <a:pt x="73278" y="597026"/>
                </a:lnTo>
                <a:lnTo>
                  <a:pt x="135042" y="535263"/>
                </a:lnTo>
                <a:close/>
              </a:path>
              <a:path w="629920" h="629919">
                <a:moveTo>
                  <a:pt x="589533" y="0"/>
                </a:moveTo>
                <a:lnTo>
                  <a:pt x="94656" y="494877"/>
                </a:lnTo>
                <a:lnTo>
                  <a:pt x="80264" y="549655"/>
                </a:lnTo>
                <a:lnTo>
                  <a:pt x="135042" y="535263"/>
                </a:lnTo>
                <a:lnTo>
                  <a:pt x="629920" y="40385"/>
                </a:lnTo>
                <a:lnTo>
                  <a:pt x="589533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391272" y="2362073"/>
            <a:ext cx="784225" cy="932815"/>
          </a:xfrm>
          <a:custGeom>
            <a:avLst/>
            <a:gdLst/>
            <a:ahLst/>
            <a:cxnLst/>
            <a:rect l="l" t="t" r="r" b="b"/>
            <a:pathLst>
              <a:path w="784225" h="932814">
                <a:moveTo>
                  <a:pt x="72640" y="87199"/>
                </a:moveTo>
                <a:lnTo>
                  <a:pt x="82029" y="143063"/>
                </a:lnTo>
                <a:lnTo>
                  <a:pt x="740155" y="932814"/>
                </a:lnTo>
                <a:lnTo>
                  <a:pt x="784098" y="896238"/>
                </a:lnTo>
                <a:lnTo>
                  <a:pt x="126030" y="106557"/>
                </a:lnTo>
                <a:lnTo>
                  <a:pt x="72640" y="87199"/>
                </a:lnTo>
                <a:close/>
              </a:path>
              <a:path w="784225" h="932814">
                <a:moveTo>
                  <a:pt x="0" y="0"/>
                </a:moveTo>
                <a:lnTo>
                  <a:pt x="41148" y="244093"/>
                </a:lnTo>
                <a:lnTo>
                  <a:pt x="74041" y="267462"/>
                </a:lnTo>
                <a:lnTo>
                  <a:pt x="84603" y="263447"/>
                </a:lnTo>
                <a:lnTo>
                  <a:pt x="92535" y="255920"/>
                </a:lnTo>
                <a:lnTo>
                  <a:pt x="97061" y="245941"/>
                </a:lnTo>
                <a:lnTo>
                  <a:pt x="97408" y="234568"/>
                </a:lnTo>
                <a:lnTo>
                  <a:pt x="82029" y="143063"/>
                </a:lnTo>
                <a:lnTo>
                  <a:pt x="14350" y="61849"/>
                </a:lnTo>
                <a:lnTo>
                  <a:pt x="58293" y="25273"/>
                </a:lnTo>
                <a:lnTo>
                  <a:pt x="69624" y="25273"/>
                </a:lnTo>
                <a:lnTo>
                  <a:pt x="0" y="0"/>
                </a:lnTo>
                <a:close/>
              </a:path>
              <a:path w="784225" h="932814">
                <a:moveTo>
                  <a:pt x="58293" y="25273"/>
                </a:moveTo>
                <a:lnTo>
                  <a:pt x="14350" y="61849"/>
                </a:lnTo>
                <a:lnTo>
                  <a:pt x="82029" y="143063"/>
                </a:lnTo>
                <a:lnTo>
                  <a:pt x="72640" y="87199"/>
                </a:lnTo>
                <a:lnTo>
                  <a:pt x="26543" y="70485"/>
                </a:lnTo>
                <a:lnTo>
                  <a:pt x="64516" y="38862"/>
                </a:lnTo>
                <a:lnTo>
                  <a:pt x="69617" y="38862"/>
                </a:lnTo>
                <a:lnTo>
                  <a:pt x="58293" y="25273"/>
                </a:lnTo>
                <a:close/>
              </a:path>
              <a:path w="784225" h="932814">
                <a:moveTo>
                  <a:pt x="69624" y="25273"/>
                </a:moveTo>
                <a:lnTo>
                  <a:pt x="58293" y="25273"/>
                </a:lnTo>
                <a:lnTo>
                  <a:pt x="126030" y="106557"/>
                </a:lnTo>
                <a:lnTo>
                  <a:pt x="213232" y="138175"/>
                </a:lnTo>
                <a:lnTo>
                  <a:pt x="224466" y="139836"/>
                </a:lnTo>
                <a:lnTo>
                  <a:pt x="235092" y="137175"/>
                </a:lnTo>
                <a:lnTo>
                  <a:pt x="243933" y="130728"/>
                </a:lnTo>
                <a:lnTo>
                  <a:pt x="249808" y="121030"/>
                </a:lnTo>
                <a:lnTo>
                  <a:pt x="251469" y="109797"/>
                </a:lnTo>
                <a:lnTo>
                  <a:pt x="248808" y="99171"/>
                </a:lnTo>
                <a:lnTo>
                  <a:pt x="242361" y="90330"/>
                </a:lnTo>
                <a:lnTo>
                  <a:pt x="232663" y="84454"/>
                </a:lnTo>
                <a:lnTo>
                  <a:pt x="69624" y="25273"/>
                </a:lnTo>
                <a:close/>
              </a:path>
              <a:path w="784225" h="932814">
                <a:moveTo>
                  <a:pt x="69617" y="38862"/>
                </a:moveTo>
                <a:lnTo>
                  <a:pt x="64516" y="38862"/>
                </a:lnTo>
                <a:lnTo>
                  <a:pt x="72640" y="87199"/>
                </a:lnTo>
                <a:lnTo>
                  <a:pt x="126030" y="106557"/>
                </a:lnTo>
                <a:lnTo>
                  <a:pt x="69617" y="38862"/>
                </a:lnTo>
                <a:close/>
              </a:path>
              <a:path w="784225" h="932814">
                <a:moveTo>
                  <a:pt x="64516" y="38862"/>
                </a:moveTo>
                <a:lnTo>
                  <a:pt x="26543" y="70485"/>
                </a:lnTo>
                <a:lnTo>
                  <a:pt x="72640" y="87199"/>
                </a:lnTo>
                <a:lnTo>
                  <a:pt x="64516" y="3886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190872" y="4016502"/>
            <a:ext cx="1313815" cy="1089025"/>
          </a:xfrm>
          <a:custGeom>
            <a:avLst/>
            <a:gdLst/>
            <a:ahLst/>
            <a:cxnLst/>
            <a:rect l="l" t="t" r="r" b="b"/>
            <a:pathLst>
              <a:path w="1313814" h="1089025">
                <a:moveTo>
                  <a:pt x="111246" y="838223"/>
                </a:moveTo>
                <a:lnTo>
                  <a:pt x="100599" y="840803"/>
                </a:lnTo>
                <a:lnTo>
                  <a:pt x="91692" y="847193"/>
                </a:lnTo>
                <a:lnTo>
                  <a:pt x="85725" y="856869"/>
                </a:lnTo>
                <a:lnTo>
                  <a:pt x="0" y="1089025"/>
                </a:lnTo>
                <a:lnTo>
                  <a:pt x="86931" y="1074928"/>
                </a:lnTo>
                <a:lnTo>
                  <a:pt x="61975" y="1074928"/>
                </a:lnTo>
                <a:lnTo>
                  <a:pt x="25653" y="1030859"/>
                </a:lnTo>
                <a:lnTo>
                  <a:pt x="107208" y="963694"/>
                </a:lnTo>
                <a:lnTo>
                  <a:pt x="139318" y="876681"/>
                </a:lnTo>
                <a:lnTo>
                  <a:pt x="141073" y="865445"/>
                </a:lnTo>
                <a:lnTo>
                  <a:pt x="138493" y="854805"/>
                </a:lnTo>
                <a:lnTo>
                  <a:pt x="132103" y="845927"/>
                </a:lnTo>
                <a:lnTo>
                  <a:pt x="122427" y="839978"/>
                </a:lnTo>
                <a:lnTo>
                  <a:pt x="111246" y="838223"/>
                </a:lnTo>
                <a:close/>
              </a:path>
              <a:path w="1313814" h="1089025">
                <a:moveTo>
                  <a:pt x="107208" y="963694"/>
                </a:moveTo>
                <a:lnTo>
                  <a:pt x="25653" y="1030859"/>
                </a:lnTo>
                <a:lnTo>
                  <a:pt x="61975" y="1074928"/>
                </a:lnTo>
                <a:lnTo>
                  <a:pt x="76627" y="1062863"/>
                </a:lnTo>
                <a:lnTo>
                  <a:pt x="70612" y="1062863"/>
                </a:lnTo>
                <a:lnTo>
                  <a:pt x="39242" y="1024763"/>
                </a:lnTo>
                <a:lnTo>
                  <a:pt x="87573" y="1016901"/>
                </a:lnTo>
                <a:lnTo>
                  <a:pt x="107208" y="963694"/>
                </a:lnTo>
                <a:close/>
              </a:path>
              <a:path w="1313814" h="1089025">
                <a:moveTo>
                  <a:pt x="235203" y="992886"/>
                </a:moveTo>
                <a:lnTo>
                  <a:pt x="143489" y="1007805"/>
                </a:lnTo>
                <a:lnTo>
                  <a:pt x="61975" y="1074928"/>
                </a:lnTo>
                <a:lnTo>
                  <a:pt x="86931" y="1074928"/>
                </a:lnTo>
                <a:lnTo>
                  <a:pt x="244348" y="1049401"/>
                </a:lnTo>
                <a:lnTo>
                  <a:pt x="267954" y="1016901"/>
                </a:lnTo>
                <a:lnTo>
                  <a:pt x="267969" y="1016508"/>
                </a:lnTo>
                <a:lnTo>
                  <a:pt x="263957" y="1005923"/>
                </a:lnTo>
                <a:lnTo>
                  <a:pt x="256444" y="997934"/>
                </a:lnTo>
                <a:lnTo>
                  <a:pt x="246503" y="993326"/>
                </a:lnTo>
                <a:lnTo>
                  <a:pt x="235203" y="992886"/>
                </a:lnTo>
                <a:close/>
              </a:path>
              <a:path w="1313814" h="1089025">
                <a:moveTo>
                  <a:pt x="87573" y="1016901"/>
                </a:moveTo>
                <a:lnTo>
                  <a:pt x="39242" y="1024763"/>
                </a:lnTo>
                <a:lnTo>
                  <a:pt x="70612" y="1062863"/>
                </a:lnTo>
                <a:lnTo>
                  <a:pt x="87573" y="1016901"/>
                </a:lnTo>
                <a:close/>
              </a:path>
              <a:path w="1313814" h="1089025">
                <a:moveTo>
                  <a:pt x="143489" y="1007805"/>
                </a:moveTo>
                <a:lnTo>
                  <a:pt x="87573" y="1016901"/>
                </a:lnTo>
                <a:lnTo>
                  <a:pt x="70612" y="1062863"/>
                </a:lnTo>
                <a:lnTo>
                  <a:pt x="76627" y="1062863"/>
                </a:lnTo>
                <a:lnTo>
                  <a:pt x="143489" y="1007805"/>
                </a:lnTo>
                <a:close/>
              </a:path>
              <a:path w="1313814" h="1089025">
                <a:moveTo>
                  <a:pt x="1277365" y="0"/>
                </a:moveTo>
                <a:lnTo>
                  <a:pt x="107208" y="963694"/>
                </a:lnTo>
                <a:lnTo>
                  <a:pt x="87573" y="1016901"/>
                </a:lnTo>
                <a:lnTo>
                  <a:pt x="143489" y="1007805"/>
                </a:lnTo>
                <a:lnTo>
                  <a:pt x="1313688" y="44196"/>
                </a:lnTo>
                <a:lnTo>
                  <a:pt x="1277365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86743" y="4036186"/>
            <a:ext cx="256540" cy="916940"/>
          </a:xfrm>
          <a:custGeom>
            <a:avLst/>
            <a:gdLst/>
            <a:ahLst/>
            <a:cxnLst/>
            <a:rect l="l" t="t" r="r" b="b"/>
            <a:pathLst>
              <a:path w="256539" h="916939">
                <a:moveTo>
                  <a:pt x="27226" y="652710"/>
                </a:moveTo>
                <a:lnTo>
                  <a:pt x="126" y="681482"/>
                </a:lnTo>
                <a:lnTo>
                  <a:pt x="0" y="682690"/>
                </a:lnTo>
                <a:lnTo>
                  <a:pt x="2703" y="693546"/>
                </a:lnTo>
                <a:lnTo>
                  <a:pt x="109256" y="916939"/>
                </a:lnTo>
                <a:lnTo>
                  <a:pt x="147154" y="862838"/>
                </a:lnTo>
                <a:lnTo>
                  <a:pt x="142403" y="862838"/>
                </a:lnTo>
                <a:lnTo>
                  <a:pt x="85507" y="858012"/>
                </a:lnTo>
                <a:lnTo>
                  <a:pt x="94275" y="752793"/>
                </a:lnTo>
                <a:lnTo>
                  <a:pt x="54265" y="668908"/>
                </a:lnTo>
                <a:lnTo>
                  <a:pt x="47490" y="659858"/>
                </a:lnTo>
                <a:lnTo>
                  <a:pt x="38072" y="654319"/>
                </a:lnTo>
                <a:lnTo>
                  <a:pt x="27226" y="652710"/>
                </a:lnTo>
                <a:close/>
              </a:path>
              <a:path w="256539" h="916939">
                <a:moveTo>
                  <a:pt x="94275" y="752793"/>
                </a:moveTo>
                <a:lnTo>
                  <a:pt x="85507" y="858012"/>
                </a:lnTo>
                <a:lnTo>
                  <a:pt x="142403" y="862838"/>
                </a:lnTo>
                <a:lnTo>
                  <a:pt x="143631" y="848106"/>
                </a:lnTo>
                <a:lnTo>
                  <a:pt x="139736" y="848106"/>
                </a:lnTo>
                <a:lnTo>
                  <a:pt x="90587" y="844042"/>
                </a:lnTo>
                <a:lnTo>
                  <a:pt x="118678" y="803956"/>
                </a:lnTo>
                <a:lnTo>
                  <a:pt x="94275" y="752793"/>
                </a:lnTo>
                <a:close/>
              </a:path>
              <a:path w="256539" h="916939">
                <a:moveTo>
                  <a:pt x="222905" y="669750"/>
                </a:moveTo>
                <a:lnTo>
                  <a:pt x="212699" y="673657"/>
                </a:lnTo>
                <a:lnTo>
                  <a:pt x="204506" y="681482"/>
                </a:lnTo>
                <a:lnTo>
                  <a:pt x="151174" y="757585"/>
                </a:lnTo>
                <a:lnTo>
                  <a:pt x="142403" y="862838"/>
                </a:lnTo>
                <a:lnTo>
                  <a:pt x="147154" y="862838"/>
                </a:lnTo>
                <a:lnTo>
                  <a:pt x="251242" y="714248"/>
                </a:lnTo>
                <a:lnTo>
                  <a:pt x="255776" y="703839"/>
                </a:lnTo>
                <a:lnTo>
                  <a:pt x="255976" y="693546"/>
                </a:lnTo>
                <a:lnTo>
                  <a:pt x="255988" y="692896"/>
                </a:lnTo>
                <a:lnTo>
                  <a:pt x="252081" y="682690"/>
                </a:lnTo>
                <a:lnTo>
                  <a:pt x="244257" y="674496"/>
                </a:lnTo>
                <a:lnTo>
                  <a:pt x="233849" y="669962"/>
                </a:lnTo>
                <a:lnTo>
                  <a:pt x="222905" y="669750"/>
                </a:lnTo>
                <a:close/>
              </a:path>
              <a:path w="256539" h="916939">
                <a:moveTo>
                  <a:pt x="118678" y="803956"/>
                </a:moveTo>
                <a:lnTo>
                  <a:pt x="90587" y="844042"/>
                </a:lnTo>
                <a:lnTo>
                  <a:pt x="139736" y="848106"/>
                </a:lnTo>
                <a:lnTo>
                  <a:pt x="118678" y="803956"/>
                </a:lnTo>
                <a:close/>
              </a:path>
              <a:path w="256539" h="916939">
                <a:moveTo>
                  <a:pt x="151174" y="757585"/>
                </a:moveTo>
                <a:lnTo>
                  <a:pt x="118678" y="803956"/>
                </a:lnTo>
                <a:lnTo>
                  <a:pt x="139736" y="848106"/>
                </a:lnTo>
                <a:lnTo>
                  <a:pt x="143631" y="848106"/>
                </a:lnTo>
                <a:lnTo>
                  <a:pt x="151174" y="757585"/>
                </a:lnTo>
                <a:close/>
              </a:path>
              <a:path w="256539" h="916939">
                <a:moveTo>
                  <a:pt x="157008" y="0"/>
                </a:moveTo>
                <a:lnTo>
                  <a:pt x="94275" y="752793"/>
                </a:lnTo>
                <a:lnTo>
                  <a:pt x="118678" y="803956"/>
                </a:lnTo>
                <a:lnTo>
                  <a:pt x="151174" y="757585"/>
                </a:lnTo>
                <a:lnTo>
                  <a:pt x="213904" y="4825"/>
                </a:lnTo>
                <a:lnTo>
                  <a:pt x="1570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304407" y="3606787"/>
            <a:ext cx="1391920" cy="1346835"/>
          </a:xfrm>
          <a:custGeom>
            <a:avLst/>
            <a:gdLst/>
            <a:ahLst/>
            <a:cxnLst/>
            <a:rect l="l" t="t" r="r" b="b"/>
            <a:pathLst>
              <a:path w="1391920" h="1346835">
                <a:moveTo>
                  <a:pt x="1163320" y="1346339"/>
                </a:moveTo>
                <a:lnTo>
                  <a:pt x="1158062" y="1326400"/>
                </a:lnTo>
                <a:lnTo>
                  <a:pt x="1100328" y="1106944"/>
                </a:lnTo>
                <a:lnTo>
                  <a:pt x="1095298" y="1096772"/>
                </a:lnTo>
                <a:lnTo>
                  <a:pt x="1087056" y="1089558"/>
                </a:lnTo>
                <a:lnTo>
                  <a:pt x="1076706" y="1085951"/>
                </a:lnTo>
                <a:lnTo>
                  <a:pt x="1065403" y="1086624"/>
                </a:lnTo>
                <a:lnTo>
                  <a:pt x="1055217" y="1091653"/>
                </a:lnTo>
                <a:lnTo>
                  <a:pt x="1048004" y="1099908"/>
                </a:lnTo>
                <a:lnTo>
                  <a:pt x="1044397" y="1110246"/>
                </a:lnTo>
                <a:lnTo>
                  <a:pt x="1045083" y="1121549"/>
                </a:lnTo>
                <a:lnTo>
                  <a:pt x="1068654" y="1211300"/>
                </a:lnTo>
                <a:lnTo>
                  <a:pt x="40386" y="183019"/>
                </a:lnTo>
                <a:lnTo>
                  <a:pt x="0" y="223405"/>
                </a:lnTo>
                <a:lnTo>
                  <a:pt x="1028268" y="1251686"/>
                </a:lnTo>
                <a:lnTo>
                  <a:pt x="938530" y="1228102"/>
                </a:lnTo>
                <a:lnTo>
                  <a:pt x="903605" y="1248422"/>
                </a:lnTo>
                <a:lnTo>
                  <a:pt x="902919" y="1259738"/>
                </a:lnTo>
                <a:lnTo>
                  <a:pt x="906526" y="1270076"/>
                </a:lnTo>
                <a:lnTo>
                  <a:pt x="913739" y="1278331"/>
                </a:lnTo>
                <a:lnTo>
                  <a:pt x="923925" y="1283347"/>
                </a:lnTo>
                <a:lnTo>
                  <a:pt x="1163320" y="1346339"/>
                </a:lnTo>
                <a:close/>
              </a:path>
              <a:path w="1391920" h="1346835">
                <a:moveTo>
                  <a:pt x="1391920" y="128536"/>
                </a:moveTo>
                <a:lnTo>
                  <a:pt x="1178306" y="3695"/>
                </a:lnTo>
                <a:lnTo>
                  <a:pt x="1167574" y="0"/>
                </a:lnTo>
                <a:lnTo>
                  <a:pt x="1156652" y="685"/>
                </a:lnTo>
                <a:lnTo>
                  <a:pt x="1146759" y="5410"/>
                </a:lnTo>
                <a:lnTo>
                  <a:pt x="1139190" y="13855"/>
                </a:lnTo>
                <a:lnTo>
                  <a:pt x="1135507" y="24587"/>
                </a:lnTo>
                <a:lnTo>
                  <a:pt x="1136230" y="35509"/>
                </a:lnTo>
                <a:lnTo>
                  <a:pt x="1141006" y="45402"/>
                </a:lnTo>
                <a:lnTo>
                  <a:pt x="1149477" y="52971"/>
                </a:lnTo>
                <a:lnTo>
                  <a:pt x="1229588" y="99834"/>
                </a:lnTo>
                <a:lnTo>
                  <a:pt x="96393" y="98437"/>
                </a:lnTo>
                <a:lnTo>
                  <a:pt x="96393" y="155587"/>
                </a:lnTo>
                <a:lnTo>
                  <a:pt x="1229334" y="156984"/>
                </a:lnTo>
                <a:lnTo>
                  <a:pt x="1149223" y="203593"/>
                </a:lnTo>
                <a:lnTo>
                  <a:pt x="1140764" y="211175"/>
                </a:lnTo>
                <a:lnTo>
                  <a:pt x="1136027" y="221056"/>
                </a:lnTo>
                <a:lnTo>
                  <a:pt x="1135303" y="231990"/>
                </a:lnTo>
                <a:lnTo>
                  <a:pt x="1138936" y="242709"/>
                </a:lnTo>
                <a:lnTo>
                  <a:pt x="1146492" y="251180"/>
                </a:lnTo>
                <a:lnTo>
                  <a:pt x="1156347" y="255955"/>
                </a:lnTo>
                <a:lnTo>
                  <a:pt x="1167269" y="256679"/>
                </a:lnTo>
                <a:lnTo>
                  <a:pt x="1178052" y="252996"/>
                </a:lnTo>
                <a:lnTo>
                  <a:pt x="1342809" y="157111"/>
                </a:lnTo>
                <a:lnTo>
                  <a:pt x="1391920" y="128536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152903"/>
            <a:ext cx="3497579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75"/>
              </a:spcBef>
            </a:pPr>
            <a:r>
              <a:rPr sz="4800" spc="-65" dirty="0">
                <a:latin typeface="Calibri Light"/>
                <a:cs typeface="Calibri Light"/>
              </a:rPr>
              <a:t>Advantages</a:t>
            </a:r>
            <a:r>
              <a:rPr sz="4800" spc="-190" dirty="0">
                <a:latin typeface="Calibri Light"/>
                <a:cs typeface="Calibri Light"/>
              </a:rPr>
              <a:t> </a:t>
            </a:r>
            <a:r>
              <a:rPr sz="4800" spc="-25" dirty="0">
                <a:latin typeface="Calibri Light"/>
                <a:cs typeface="Calibri Light"/>
              </a:rPr>
              <a:t>Of </a:t>
            </a:r>
            <a:r>
              <a:rPr sz="4800" spc="-10" dirty="0">
                <a:latin typeface="Calibri Light"/>
                <a:cs typeface="Calibri Light"/>
              </a:rPr>
              <a:t>Network Model</a:t>
            </a:r>
            <a:endParaRPr sz="48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532878" y="412750"/>
            <a:ext cx="4229735" cy="919480"/>
            <a:chOff x="7532878" y="412750"/>
            <a:chExt cx="4229735" cy="919480"/>
          </a:xfrm>
        </p:grpSpPr>
        <p:sp>
          <p:nvSpPr>
            <p:cNvPr id="4" name="object 4"/>
            <p:cNvSpPr/>
            <p:nvPr/>
          </p:nvSpPr>
          <p:spPr>
            <a:xfrm>
              <a:off x="7539228" y="419100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80">
                  <a:moveTo>
                    <a:pt x="4065778" y="0"/>
                  </a:moveTo>
                  <a:lnTo>
                    <a:pt x="0" y="0"/>
                  </a:lnTo>
                  <a:lnTo>
                    <a:pt x="0" y="906779"/>
                  </a:lnTo>
                  <a:lnTo>
                    <a:pt x="4065778" y="906779"/>
                  </a:lnTo>
                  <a:lnTo>
                    <a:pt x="4113536" y="899072"/>
                  </a:lnTo>
                  <a:lnTo>
                    <a:pt x="4155021" y="877612"/>
                  </a:lnTo>
                  <a:lnTo>
                    <a:pt x="4187740" y="844893"/>
                  </a:lnTo>
                  <a:lnTo>
                    <a:pt x="4209200" y="803408"/>
                  </a:lnTo>
                  <a:lnTo>
                    <a:pt x="4216908" y="755650"/>
                  </a:lnTo>
                  <a:lnTo>
                    <a:pt x="4216908" y="151129"/>
                  </a:lnTo>
                  <a:lnTo>
                    <a:pt x="4209200" y="103371"/>
                  </a:lnTo>
                  <a:lnTo>
                    <a:pt x="4187740" y="61886"/>
                  </a:lnTo>
                  <a:lnTo>
                    <a:pt x="4155021" y="29167"/>
                  </a:lnTo>
                  <a:lnTo>
                    <a:pt x="4113536" y="7707"/>
                  </a:lnTo>
                  <a:lnTo>
                    <a:pt x="4065778" y="0"/>
                  </a:lnTo>
                  <a:close/>
                </a:path>
              </a:pathLst>
            </a:custGeom>
            <a:solidFill>
              <a:srgbClr val="F8D6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539228" y="419100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80">
                  <a:moveTo>
                    <a:pt x="4216908" y="151129"/>
                  </a:moveTo>
                  <a:lnTo>
                    <a:pt x="4216908" y="755650"/>
                  </a:lnTo>
                  <a:lnTo>
                    <a:pt x="4209200" y="803408"/>
                  </a:lnTo>
                  <a:lnTo>
                    <a:pt x="4187740" y="844893"/>
                  </a:lnTo>
                  <a:lnTo>
                    <a:pt x="4155021" y="877612"/>
                  </a:lnTo>
                  <a:lnTo>
                    <a:pt x="4113536" y="899072"/>
                  </a:lnTo>
                  <a:lnTo>
                    <a:pt x="4065778" y="906779"/>
                  </a:lnTo>
                  <a:lnTo>
                    <a:pt x="0" y="906779"/>
                  </a:lnTo>
                  <a:lnTo>
                    <a:pt x="0" y="0"/>
                  </a:lnTo>
                  <a:lnTo>
                    <a:pt x="4065778" y="0"/>
                  </a:lnTo>
                  <a:lnTo>
                    <a:pt x="4113536" y="7707"/>
                  </a:lnTo>
                  <a:lnTo>
                    <a:pt x="4155021" y="29167"/>
                  </a:lnTo>
                  <a:lnTo>
                    <a:pt x="4187740" y="61886"/>
                  </a:lnTo>
                  <a:lnTo>
                    <a:pt x="4209200" y="103371"/>
                  </a:lnTo>
                  <a:lnTo>
                    <a:pt x="4216908" y="151129"/>
                  </a:lnTo>
                  <a:close/>
                </a:path>
              </a:pathLst>
            </a:custGeom>
            <a:ln w="12700">
              <a:solidFill>
                <a:srgbClr val="F8D6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592059" y="586486"/>
            <a:ext cx="30092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785" marR="5080" indent="-172720">
              <a:lnSpc>
                <a:spcPts val="1860"/>
              </a:lnSpc>
              <a:spcBef>
                <a:spcPts val="315"/>
              </a:spcBef>
              <a:buChar char="•"/>
              <a:tabLst>
                <a:tab pos="184785" algn="l"/>
              </a:tabLst>
            </a:pPr>
            <a:r>
              <a:rPr sz="1700" dirty="0">
                <a:latin typeface="Calibri"/>
                <a:cs typeface="Calibri"/>
              </a:rPr>
              <a:t>Is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simple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easy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design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and </a:t>
            </a:r>
            <a:r>
              <a:rPr sz="1700" spc="-10" dirty="0">
                <a:latin typeface="Calibri"/>
                <a:cs typeface="Calibri"/>
              </a:rPr>
              <a:t>understand.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60009" y="299974"/>
            <a:ext cx="2385695" cy="1145540"/>
            <a:chOff x="5160009" y="299974"/>
            <a:chExt cx="2385695" cy="1145540"/>
          </a:xfrm>
        </p:grpSpPr>
        <p:sp>
          <p:nvSpPr>
            <p:cNvPr id="8" name="object 8"/>
            <p:cNvSpPr/>
            <p:nvPr/>
          </p:nvSpPr>
          <p:spPr>
            <a:xfrm>
              <a:off x="5166359" y="306324"/>
              <a:ext cx="2372995" cy="1132840"/>
            </a:xfrm>
            <a:custGeom>
              <a:avLst/>
              <a:gdLst/>
              <a:ahLst/>
              <a:cxnLst/>
              <a:rect l="l" t="t" r="r" b="b"/>
              <a:pathLst>
                <a:path w="2372995" h="1132840">
                  <a:moveTo>
                    <a:pt x="2184145" y="0"/>
                  </a:moveTo>
                  <a:lnTo>
                    <a:pt x="188722" y="0"/>
                  </a:lnTo>
                  <a:lnTo>
                    <a:pt x="138538" y="6738"/>
                  </a:lnTo>
                  <a:lnTo>
                    <a:pt x="93453" y="25757"/>
                  </a:lnTo>
                  <a:lnTo>
                    <a:pt x="55260" y="55260"/>
                  </a:lnTo>
                  <a:lnTo>
                    <a:pt x="25757" y="93453"/>
                  </a:lnTo>
                  <a:lnTo>
                    <a:pt x="6738" y="138538"/>
                  </a:lnTo>
                  <a:lnTo>
                    <a:pt x="0" y="188722"/>
                  </a:lnTo>
                  <a:lnTo>
                    <a:pt x="0" y="943610"/>
                  </a:lnTo>
                  <a:lnTo>
                    <a:pt x="6738" y="993793"/>
                  </a:lnTo>
                  <a:lnTo>
                    <a:pt x="25757" y="1038878"/>
                  </a:lnTo>
                  <a:lnTo>
                    <a:pt x="55260" y="1077071"/>
                  </a:lnTo>
                  <a:lnTo>
                    <a:pt x="93453" y="1106574"/>
                  </a:lnTo>
                  <a:lnTo>
                    <a:pt x="138538" y="1125593"/>
                  </a:lnTo>
                  <a:lnTo>
                    <a:pt x="188722" y="1132331"/>
                  </a:lnTo>
                  <a:lnTo>
                    <a:pt x="2184145" y="1132331"/>
                  </a:lnTo>
                  <a:lnTo>
                    <a:pt x="2234329" y="1125593"/>
                  </a:lnTo>
                  <a:lnTo>
                    <a:pt x="2279414" y="1106574"/>
                  </a:lnTo>
                  <a:lnTo>
                    <a:pt x="2317607" y="1077071"/>
                  </a:lnTo>
                  <a:lnTo>
                    <a:pt x="2347110" y="1038878"/>
                  </a:lnTo>
                  <a:lnTo>
                    <a:pt x="2366129" y="993793"/>
                  </a:lnTo>
                  <a:lnTo>
                    <a:pt x="2372867" y="943610"/>
                  </a:lnTo>
                  <a:lnTo>
                    <a:pt x="2372867" y="188722"/>
                  </a:lnTo>
                  <a:lnTo>
                    <a:pt x="2366129" y="138538"/>
                  </a:lnTo>
                  <a:lnTo>
                    <a:pt x="2347110" y="93453"/>
                  </a:lnTo>
                  <a:lnTo>
                    <a:pt x="2317607" y="55260"/>
                  </a:lnTo>
                  <a:lnTo>
                    <a:pt x="2279414" y="25757"/>
                  </a:lnTo>
                  <a:lnTo>
                    <a:pt x="2234329" y="6738"/>
                  </a:lnTo>
                  <a:lnTo>
                    <a:pt x="2184145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166359" y="306324"/>
              <a:ext cx="2372995" cy="1132840"/>
            </a:xfrm>
            <a:custGeom>
              <a:avLst/>
              <a:gdLst/>
              <a:ahLst/>
              <a:cxnLst/>
              <a:rect l="l" t="t" r="r" b="b"/>
              <a:pathLst>
                <a:path w="2372995" h="1132840">
                  <a:moveTo>
                    <a:pt x="0" y="188722"/>
                  </a:moveTo>
                  <a:lnTo>
                    <a:pt x="6738" y="138538"/>
                  </a:lnTo>
                  <a:lnTo>
                    <a:pt x="25757" y="93453"/>
                  </a:lnTo>
                  <a:lnTo>
                    <a:pt x="55260" y="55260"/>
                  </a:lnTo>
                  <a:lnTo>
                    <a:pt x="93453" y="25757"/>
                  </a:lnTo>
                  <a:lnTo>
                    <a:pt x="138538" y="6738"/>
                  </a:lnTo>
                  <a:lnTo>
                    <a:pt x="188722" y="0"/>
                  </a:lnTo>
                  <a:lnTo>
                    <a:pt x="2184145" y="0"/>
                  </a:lnTo>
                  <a:lnTo>
                    <a:pt x="2234329" y="6738"/>
                  </a:lnTo>
                  <a:lnTo>
                    <a:pt x="2279414" y="25757"/>
                  </a:lnTo>
                  <a:lnTo>
                    <a:pt x="2317607" y="55260"/>
                  </a:lnTo>
                  <a:lnTo>
                    <a:pt x="2347110" y="93453"/>
                  </a:lnTo>
                  <a:lnTo>
                    <a:pt x="2366129" y="138538"/>
                  </a:lnTo>
                  <a:lnTo>
                    <a:pt x="2372867" y="188722"/>
                  </a:lnTo>
                  <a:lnTo>
                    <a:pt x="2372867" y="943610"/>
                  </a:lnTo>
                  <a:lnTo>
                    <a:pt x="2366129" y="993793"/>
                  </a:lnTo>
                  <a:lnTo>
                    <a:pt x="2347110" y="1038878"/>
                  </a:lnTo>
                  <a:lnTo>
                    <a:pt x="2317607" y="1077071"/>
                  </a:lnTo>
                  <a:lnTo>
                    <a:pt x="2279414" y="1106574"/>
                  </a:lnTo>
                  <a:lnTo>
                    <a:pt x="2234329" y="1125593"/>
                  </a:lnTo>
                  <a:lnTo>
                    <a:pt x="2184145" y="1132331"/>
                  </a:lnTo>
                  <a:lnTo>
                    <a:pt x="188722" y="1132331"/>
                  </a:lnTo>
                  <a:lnTo>
                    <a:pt x="138538" y="1125593"/>
                  </a:lnTo>
                  <a:lnTo>
                    <a:pt x="93453" y="1106574"/>
                  </a:lnTo>
                  <a:lnTo>
                    <a:pt x="55260" y="1077071"/>
                  </a:lnTo>
                  <a:lnTo>
                    <a:pt x="25757" y="1038878"/>
                  </a:lnTo>
                  <a:lnTo>
                    <a:pt x="6738" y="993793"/>
                  </a:lnTo>
                  <a:lnTo>
                    <a:pt x="0" y="943610"/>
                  </a:lnTo>
                  <a:lnTo>
                    <a:pt x="0" y="18872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5545582" y="659384"/>
            <a:ext cx="16167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2878" y="1602994"/>
            <a:ext cx="4229735" cy="919480"/>
            <a:chOff x="7532878" y="1602994"/>
            <a:chExt cx="4229735" cy="919480"/>
          </a:xfrm>
        </p:grpSpPr>
        <p:sp>
          <p:nvSpPr>
            <p:cNvPr id="12" name="object 12"/>
            <p:cNvSpPr/>
            <p:nvPr/>
          </p:nvSpPr>
          <p:spPr>
            <a:xfrm>
              <a:off x="7539228" y="1609344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80">
                  <a:moveTo>
                    <a:pt x="4065778" y="0"/>
                  </a:moveTo>
                  <a:lnTo>
                    <a:pt x="0" y="0"/>
                  </a:lnTo>
                  <a:lnTo>
                    <a:pt x="0" y="906779"/>
                  </a:lnTo>
                  <a:lnTo>
                    <a:pt x="4065778" y="906779"/>
                  </a:lnTo>
                  <a:lnTo>
                    <a:pt x="4113536" y="899072"/>
                  </a:lnTo>
                  <a:lnTo>
                    <a:pt x="4155021" y="877612"/>
                  </a:lnTo>
                  <a:lnTo>
                    <a:pt x="4187740" y="844893"/>
                  </a:lnTo>
                  <a:lnTo>
                    <a:pt x="4209200" y="803408"/>
                  </a:lnTo>
                  <a:lnTo>
                    <a:pt x="4216908" y="755650"/>
                  </a:lnTo>
                  <a:lnTo>
                    <a:pt x="4216908" y="151129"/>
                  </a:lnTo>
                  <a:lnTo>
                    <a:pt x="4209200" y="103371"/>
                  </a:lnTo>
                  <a:lnTo>
                    <a:pt x="4187740" y="61886"/>
                  </a:lnTo>
                  <a:lnTo>
                    <a:pt x="4155021" y="29167"/>
                  </a:lnTo>
                  <a:lnTo>
                    <a:pt x="4113536" y="7707"/>
                  </a:lnTo>
                  <a:lnTo>
                    <a:pt x="4065778" y="0"/>
                  </a:lnTo>
                  <a:close/>
                </a:path>
              </a:pathLst>
            </a:custGeom>
            <a:solidFill>
              <a:srgbClr val="F1D7D2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39228" y="1609344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80">
                  <a:moveTo>
                    <a:pt x="4216908" y="151129"/>
                  </a:moveTo>
                  <a:lnTo>
                    <a:pt x="4216908" y="755650"/>
                  </a:lnTo>
                  <a:lnTo>
                    <a:pt x="4209200" y="803408"/>
                  </a:lnTo>
                  <a:lnTo>
                    <a:pt x="4187740" y="844893"/>
                  </a:lnTo>
                  <a:lnTo>
                    <a:pt x="4155021" y="877612"/>
                  </a:lnTo>
                  <a:lnTo>
                    <a:pt x="4113536" y="899072"/>
                  </a:lnTo>
                  <a:lnTo>
                    <a:pt x="4065778" y="906779"/>
                  </a:lnTo>
                  <a:lnTo>
                    <a:pt x="0" y="906779"/>
                  </a:lnTo>
                  <a:lnTo>
                    <a:pt x="0" y="0"/>
                  </a:lnTo>
                  <a:lnTo>
                    <a:pt x="4065778" y="0"/>
                  </a:lnTo>
                  <a:lnTo>
                    <a:pt x="4113536" y="7707"/>
                  </a:lnTo>
                  <a:lnTo>
                    <a:pt x="4155021" y="29167"/>
                  </a:lnTo>
                  <a:lnTo>
                    <a:pt x="4187740" y="61886"/>
                  </a:lnTo>
                  <a:lnTo>
                    <a:pt x="4209200" y="103371"/>
                  </a:lnTo>
                  <a:lnTo>
                    <a:pt x="4216908" y="151129"/>
                  </a:lnTo>
                  <a:close/>
                </a:path>
              </a:pathLst>
            </a:custGeom>
            <a:ln w="12700">
              <a:solidFill>
                <a:srgbClr val="F1D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92059" y="1657604"/>
            <a:ext cx="3932554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marR="5080" indent="-172720" algn="just">
              <a:lnSpc>
                <a:spcPct val="91500"/>
              </a:lnSpc>
              <a:spcBef>
                <a:spcPts val="275"/>
              </a:spcBef>
              <a:buChar char="•"/>
              <a:tabLst>
                <a:tab pos="184785" algn="l"/>
              </a:tabLst>
            </a:pPr>
            <a:r>
              <a:rPr sz="1700" dirty="0">
                <a:latin typeface="Calibri"/>
                <a:cs typeface="Calibri"/>
              </a:rPr>
              <a:t>Can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handle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one-</a:t>
            </a:r>
            <a:r>
              <a:rPr sz="1700" spc="-20" dirty="0">
                <a:latin typeface="Calibri"/>
                <a:cs typeface="Calibri"/>
              </a:rPr>
              <a:t>to-</a:t>
            </a:r>
            <a:r>
              <a:rPr sz="1700" dirty="0">
                <a:latin typeface="Calibri"/>
                <a:cs typeface="Calibri"/>
              </a:rPr>
              <a:t>many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 </a:t>
            </a:r>
            <a:r>
              <a:rPr sz="1700" spc="-20" dirty="0">
                <a:latin typeface="Calibri"/>
                <a:cs typeface="Calibri"/>
              </a:rPr>
              <a:t>many-to-many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other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relationships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hence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manages </a:t>
            </a:r>
            <a:r>
              <a:rPr sz="1700" dirty="0">
                <a:latin typeface="Calibri"/>
                <a:cs typeface="Calibri"/>
              </a:rPr>
              <a:t>multi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user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environment.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160009" y="1490217"/>
            <a:ext cx="2385695" cy="1145540"/>
            <a:chOff x="5160009" y="1490217"/>
            <a:chExt cx="2385695" cy="1145540"/>
          </a:xfrm>
        </p:grpSpPr>
        <p:sp>
          <p:nvSpPr>
            <p:cNvPr id="16" name="object 16"/>
            <p:cNvSpPr/>
            <p:nvPr/>
          </p:nvSpPr>
          <p:spPr>
            <a:xfrm>
              <a:off x="5166359" y="1496567"/>
              <a:ext cx="2372995" cy="1132840"/>
            </a:xfrm>
            <a:custGeom>
              <a:avLst/>
              <a:gdLst/>
              <a:ahLst/>
              <a:cxnLst/>
              <a:rect l="l" t="t" r="r" b="b"/>
              <a:pathLst>
                <a:path w="2372995" h="1132839">
                  <a:moveTo>
                    <a:pt x="2184145" y="0"/>
                  </a:moveTo>
                  <a:lnTo>
                    <a:pt x="188722" y="0"/>
                  </a:lnTo>
                  <a:lnTo>
                    <a:pt x="138538" y="6738"/>
                  </a:lnTo>
                  <a:lnTo>
                    <a:pt x="93453" y="25757"/>
                  </a:lnTo>
                  <a:lnTo>
                    <a:pt x="55260" y="55260"/>
                  </a:lnTo>
                  <a:lnTo>
                    <a:pt x="25757" y="93453"/>
                  </a:lnTo>
                  <a:lnTo>
                    <a:pt x="6738" y="138538"/>
                  </a:lnTo>
                  <a:lnTo>
                    <a:pt x="0" y="188722"/>
                  </a:lnTo>
                  <a:lnTo>
                    <a:pt x="0" y="943610"/>
                  </a:lnTo>
                  <a:lnTo>
                    <a:pt x="6738" y="993793"/>
                  </a:lnTo>
                  <a:lnTo>
                    <a:pt x="25757" y="1038878"/>
                  </a:lnTo>
                  <a:lnTo>
                    <a:pt x="55260" y="1077071"/>
                  </a:lnTo>
                  <a:lnTo>
                    <a:pt x="93453" y="1106574"/>
                  </a:lnTo>
                  <a:lnTo>
                    <a:pt x="138538" y="1125593"/>
                  </a:lnTo>
                  <a:lnTo>
                    <a:pt x="188722" y="1132332"/>
                  </a:lnTo>
                  <a:lnTo>
                    <a:pt x="2184145" y="1132332"/>
                  </a:lnTo>
                  <a:lnTo>
                    <a:pt x="2234329" y="1125593"/>
                  </a:lnTo>
                  <a:lnTo>
                    <a:pt x="2279414" y="1106574"/>
                  </a:lnTo>
                  <a:lnTo>
                    <a:pt x="2317607" y="1077071"/>
                  </a:lnTo>
                  <a:lnTo>
                    <a:pt x="2347110" y="1038878"/>
                  </a:lnTo>
                  <a:lnTo>
                    <a:pt x="2366129" y="993793"/>
                  </a:lnTo>
                  <a:lnTo>
                    <a:pt x="2372867" y="943610"/>
                  </a:lnTo>
                  <a:lnTo>
                    <a:pt x="2372867" y="188722"/>
                  </a:lnTo>
                  <a:lnTo>
                    <a:pt x="2366129" y="138538"/>
                  </a:lnTo>
                  <a:lnTo>
                    <a:pt x="2347110" y="93453"/>
                  </a:lnTo>
                  <a:lnTo>
                    <a:pt x="2317607" y="55260"/>
                  </a:lnTo>
                  <a:lnTo>
                    <a:pt x="2279414" y="25757"/>
                  </a:lnTo>
                  <a:lnTo>
                    <a:pt x="2234329" y="6738"/>
                  </a:lnTo>
                  <a:lnTo>
                    <a:pt x="2184145" y="0"/>
                  </a:lnTo>
                  <a:close/>
                </a:path>
              </a:pathLst>
            </a:custGeom>
            <a:solidFill>
              <a:srgbClr val="D77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166359" y="1496567"/>
              <a:ext cx="2372995" cy="1132840"/>
            </a:xfrm>
            <a:custGeom>
              <a:avLst/>
              <a:gdLst/>
              <a:ahLst/>
              <a:cxnLst/>
              <a:rect l="l" t="t" r="r" b="b"/>
              <a:pathLst>
                <a:path w="2372995" h="1132839">
                  <a:moveTo>
                    <a:pt x="0" y="188722"/>
                  </a:moveTo>
                  <a:lnTo>
                    <a:pt x="6738" y="138538"/>
                  </a:lnTo>
                  <a:lnTo>
                    <a:pt x="25757" y="93453"/>
                  </a:lnTo>
                  <a:lnTo>
                    <a:pt x="55260" y="55260"/>
                  </a:lnTo>
                  <a:lnTo>
                    <a:pt x="93453" y="25757"/>
                  </a:lnTo>
                  <a:lnTo>
                    <a:pt x="138538" y="6738"/>
                  </a:lnTo>
                  <a:lnTo>
                    <a:pt x="188722" y="0"/>
                  </a:lnTo>
                  <a:lnTo>
                    <a:pt x="2184145" y="0"/>
                  </a:lnTo>
                  <a:lnTo>
                    <a:pt x="2234329" y="6738"/>
                  </a:lnTo>
                  <a:lnTo>
                    <a:pt x="2279414" y="25757"/>
                  </a:lnTo>
                  <a:lnTo>
                    <a:pt x="2317607" y="55260"/>
                  </a:lnTo>
                  <a:lnTo>
                    <a:pt x="2347110" y="93453"/>
                  </a:lnTo>
                  <a:lnTo>
                    <a:pt x="2366129" y="138538"/>
                  </a:lnTo>
                  <a:lnTo>
                    <a:pt x="2372867" y="188722"/>
                  </a:lnTo>
                  <a:lnTo>
                    <a:pt x="2372867" y="943610"/>
                  </a:lnTo>
                  <a:lnTo>
                    <a:pt x="2366129" y="993793"/>
                  </a:lnTo>
                  <a:lnTo>
                    <a:pt x="2347110" y="1038878"/>
                  </a:lnTo>
                  <a:lnTo>
                    <a:pt x="2317607" y="1077071"/>
                  </a:lnTo>
                  <a:lnTo>
                    <a:pt x="2279414" y="1106574"/>
                  </a:lnTo>
                  <a:lnTo>
                    <a:pt x="2234329" y="1125593"/>
                  </a:lnTo>
                  <a:lnTo>
                    <a:pt x="2184145" y="1132332"/>
                  </a:lnTo>
                  <a:lnTo>
                    <a:pt x="188722" y="1132332"/>
                  </a:lnTo>
                  <a:lnTo>
                    <a:pt x="138538" y="1125593"/>
                  </a:lnTo>
                  <a:lnTo>
                    <a:pt x="93453" y="1106574"/>
                  </a:lnTo>
                  <a:lnTo>
                    <a:pt x="55260" y="1077071"/>
                  </a:lnTo>
                  <a:lnTo>
                    <a:pt x="25757" y="1038878"/>
                  </a:lnTo>
                  <a:lnTo>
                    <a:pt x="6738" y="993793"/>
                  </a:lnTo>
                  <a:lnTo>
                    <a:pt x="0" y="943610"/>
                  </a:lnTo>
                  <a:lnTo>
                    <a:pt x="0" y="18872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09946" y="1542415"/>
            <a:ext cx="1887220" cy="9747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algn="ctr">
              <a:lnSpc>
                <a:spcPct val="91600"/>
              </a:lnSpc>
              <a:spcBef>
                <a:spcPts val="31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Ability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handle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many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22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532878" y="2791714"/>
            <a:ext cx="4229735" cy="919480"/>
            <a:chOff x="7532878" y="2791714"/>
            <a:chExt cx="4229735" cy="919480"/>
          </a:xfrm>
        </p:grpSpPr>
        <p:sp>
          <p:nvSpPr>
            <p:cNvPr id="20" name="object 20"/>
            <p:cNvSpPr/>
            <p:nvPr/>
          </p:nvSpPr>
          <p:spPr>
            <a:xfrm>
              <a:off x="7539228" y="2798064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79">
                  <a:moveTo>
                    <a:pt x="4065778" y="0"/>
                  </a:moveTo>
                  <a:lnTo>
                    <a:pt x="0" y="0"/>
                  </a:lnTo>
                  <a:lnTo>
                    <a:pt x="0" y="906780"/>
                  </a:lnTo>
                  <a:lnTo>
                    <a:pt x="4065778" y="906780"/>
                  </a:lnTo>
                  <a:lnTo>
                    <a:pt x="4113536" y="899072"/>
                  </a:lnTo>
                  <a:lnTo>
                    <a:pt x="4155021" y="877612"/>
                  </a:lnTo>
                  <a:lnTo>
                    <a:pt x="4187740" y="844893"/>
                  </a:lnTo>
                  <a:lnTo>
                    <a:pt x="4209200" y="803408"/>
                  </a:lnTo>
                  <a:lnTo>
                    <a:pt x="4216908" y="755650"/>
                  </a:lnTo>
                  <a:lnTo>
                    <a:pt x="4216908" y="151130"/>
                  </a:lnTo>
                  <a:lnTo>
                    <a:pt x="4209200" y="103371"/>
                  </a:lnTo>
                  <a:lnTo>
                    <a:pt x="4187740" y="61886"/>
                  </a:lnTo>
                  <a:lnTo>
                    <a:pt x="4155021" y="29167"/>
                  </a:lnTo>
                  <a:lnTo>
                    <a:pt x="4113536" y="7707"/>
                  </a:lnTo>
                  <a:lnTo>
                    <a:pt x="4065778" y="0"/>
                  </a:lnTo>
                  <a:close/>
                </a:path>
              </a:pathLst>
            </a:custGeom>
            <a:solidFill>
              <a:srgbClr val="ECD9D6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39228" y="2798064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79">
                  <a:moveTo>
                    <a:pt x="4216908" y="151130"/>
                  </a:moveTo>
                  <a:lnTo>
                    <a:pt x="4216908" y="755650"/>
                  </a:lnTo>
                  <a:lnTo>
                    <a:pt x="4209200" y="803408"/>
                  </a:lnTo>
                  <a:lnTo>
                    <a:pt x="4187740" y="844893"/>
                  </a:lnTo>
                  <a:lnTo>
                    <a:pt x="4155021" y="877612"/>
                  </a:lnTo>
                  <a:lnTo>
                    <a:pt x="4113536" y="899072"/>
                  </a:lnTo>
                  <a:lnTo>
                    <a:pt x="4065778" y="906780"/>
                  </a:lnTo>
                  <a:lnTo>
                    <a:pt x="0" y="906780"/>
                  </a:lnTo>
                  <a:lnTo>
                    <a:pt x="0" y="0"/>
                  </a:lnTo>
                  <a:lnTo>
                    <a:pt x="4065778" y="0"/>
                  </a:lnTo>
                  <a:lnTo>
                    <a:pt x="4113536" y="7707"/>
                  </a:lnTo>
                  <a:lnTo>
                    <a:pt x="4155021" y="29167"/>
                  </a:lnTo>
                  <a:lnTo>
                    <a:pt x="4187740" y="61886"/>
                  </a:lnTo>
                  <a:lnTo>
                    <a:pt x="4209200" y="103371"/>
                  </a:lnTo>
                  <a:lnTo>
                    <a:pt x="4216908" y="151130"/>
                  </a:lnTo>
                  <a:close/>
                </a:path>
              </a:pathLst>
            </a:custGeom>
            <a:ln w="12700">
              <a:solidFill>
                <a:srgbClr val="ECD9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2059" y="2966085"/>
            <a:ext cx="3822065" cy="52133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785" marR="5080" indent="-172720">
              <a:lnSpc>
                <a:spcPts val="1860"/>
              </a:lnSpc>
              <a:spcBef>
                <a:spcPts val="315"/>
              </a:spcBef>
              <a:buChar char="•"/>
              <a:tabLst>
                <a:tab pos="184785" algn="l"/>
              </a:tabLst>
            </a:pPr>
            <a:r>
              <a:rPr sz="1700" dirty="0">
                <a:latin typeface="Calibri"/>
                <a:cs typeface="Calibri"/>
              </a:rPr>
              <a:t>An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application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access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parent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record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member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records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within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set.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160009" y="2678938"/>
            <a:ext cx="2385695" cy="1146810"/>
            <a:chOff x="5160009" y="2678938"/>
            <a:chExt cx="2385695" cy="1146810"/>
          </a:xfrm>
        </p:grpSpPr>
        <p:sp>
          <p:nvSpPr>
            <p:cNvPr id="24" name="object 24"/>
            <p:cNvSpPr/>
            <p:nvPr/>
          </p:nvSpPr>
          <p:spPr>
            <a:xfrm>
              <a:off x="5166359" y="2685288"/>
              <a:ext cx="2372995" cy="1134110"/>
            </a:xfrm>
            <a:custGeom>
              <a:avLst/>
              <a:gdLst/>
              <a:ahLst/>
              <a:cxnLst/>
              <a:rect l="l" t="t" r="r" b="b"/>
              <a:pathLst>
                <a:path w="2372995" h="1134110">
                  <a:moveTo>
                    <a:pt x="2183891" y="0"/>
                  </a:moveTo>
                  <a:lnTo>
                    <a:pt x="188975" y="0"/>
                  </a:lnTo>
                  <a:lnTo>
                    <a:pt x="138729" y="6748"/>
                  </a:lnTo>
                  <a:lnTo>
                    <a:pt x="93584" y="25795"/>
                  </a:lnTo>
                  <a:lnTo>
                    <a:pt x="55340" y="55340"/>
                  </a:lnTo>
                  <a:lnTo>
                    <a:pt x="25795" y="93584"/>
                  </a:lnTo>
                  <a:lnTo>
                    <a:pt x="6748" y="138729"/>
                  </a:lnTo>
                  <a:lnTo>
                    <a:pt x="0" y="188975"/>
                  </a:lnTo>
                  <a:lnTo>
                    <a:pt x="0" y="944880"/>
                  </a:lnTo>
                  <a:lnTo>
                    <a:pt x="6748" y="995126"/>
                  </a:lnTo>
                  <a:lnTo>
                    <a:pt x="25795" y="1040271"/>
                  </a:lnTo>
                  <a:lnTo>
                    <a:pt x="55340" y="1078515"/>
                  </a:lnTo>
                  <a:lnTo>
                    <a:pt x="93584" y="1108060"/>
                  </a:lnTo>
                  <a:lnTo>
                    <a:pt x="138729" y="1127107"/>
                  </a:lnTo>
                  <a:lnTo>
                    <a:pt x="188975" y="1133856"/>
                  </a:lnTo>
                  <a:lnTo>
                    <a:pt x="2183891" y="1133856"/>
                  </a:lnTo>
                  <a:lnTo>
                    <a:pt x="2234138" y="1127107"/>
                  </a:lnTo>
                  <a:lnTo>
                    <a:pt x="2279283" y="1108060"/>
                  </a:lnTo>
                  <a:lnTo>
                    <a:pt x="2317527" y="1078515"/>
                  </a:lnTo>
                  <a:lnTo>
                    <a:pt x="2347072" y="1040271"/>
                  </a:lnTo>
                  <a:lnTo>
                    <a:pt x="2366119" y="995126"/>
                  </a:lnTo>
                  <a:lnTo>
                    <a:pt x="2372867" y="944880"/>
                  </a:lnTo>
                  <a:lnTo>
                    <a:pt x="2372867" y="188975"/>
                  </a:lnTo>
                  <a:lnTo>
                    <a:pt x="2366119" y="138729"/>
                  </a:lnTo>
                  <a:lnTo>
                    <a:pt x="2347072" y="93584"/>
                  </a:lnTo>
                  <a:lnTo>
                    <a:pt x="2317527" y="55340"/>
                  </a:lnTo>
                  <a:lnTo>
                    <a:pt x="2279283" y="25795"/>
                  </a:lnTo>
                  <a:lnTo>
                    <a:pt x="2234138" y="6748"/>
                  </a:lnTo>
                  <a:lnTo>
                    <a:pt x="2183891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66359" y="2685288"/>
              <a:ext cx="2372995" cy="1134110"/>
            </a:xfrm>
            <a:custGeom>
              <a:avLst/>
              <a:gdLst/>
              <a:ahLst/>
              <a:cxnLst/>
              <a:rect l="l" t="t" r="r" b="b"/>
              <a:pathLst>
                <a:path w="2372995" h="1134110">
                  <a:moveTo>
                    <a:pt x="0" y="188975"/>
                  </a:moveTo>
                  <a:lnTo>
                    <a:pt x="6748" y="138729"/>
                  </a:lnTo>
                  <a:lnTo>
                    <a:pt x="25795" y="93584"/>
                  </a:lnTo>
                  <a:lnTo>
                    <a:pt x="55340" y="55340"/>
                  </a:lnTo>
                  <a:lnTo>
                    <a:pt x="93584" y="25795"/>
                  </a:lnTo>
                  <a:lnTo>
                    <a:pt x="138729" y="6748"/>
                  </a:lnTo>
                  <a:lnTo>
                    <a:pt x="188975" y="0"/>
                  </a:lnTo>
                  <a:lnTo>
                    <a:pt x="2183891" y="0"/>
                  </a:lnTo>
                  <a:lnTo>
                    <a:pt x="2234138" y="6748"/>
                  </a:lnTo>
                  <a:lnTo>
                    <a:pt x="2279283" y="25795"/>
                  </a:lnTo>
                  <a:lnTo>
                    <a:pt x="2317527" y="55340"/>
                  </a:lnTo>
                  <a:lnTo>
                    <a:pt x="2347072" y="93584"/>
                  </a:lnTo>
                  <a:lnTo>
                    <a:pt x="2366119" y="138729"/>
                  </a:lnTo>
                  <a:lnTo>
                    <a:pt x="2372867" y="188975"/>
                  </a:lnTo>
                  <a:lnTo>
                    <a:pt x="2372867" y="944880"/>
                  </a:lnTo>
                  <a:lnTo>
                    <a:pt x="2366119" y="995126"/>
                  </a:lnTo>
                  <a:lnTo>
                    <a:pt x="2347072" y="1040271"/>
                  </a:lnTo>
                  <a:lnTo>
                    <a:pt x="2317527" y="1078515"/>
                  </a:lnTo>
                  <a:lnTo>
                    <a:pt x="2279283" y="1108060"/>
                  </a:lnTo>
                  <a:lnTo>
                    <a:pt x="2234138" y="1127107"/>
                  </a:lnTo>
                  <a:lnTo>
                    <a:pt x="2183891" y="1133856"/>
                  </a:lnTo>
                  <a:lnTo>
                    <a:pt x="188975" y="1133856"/>
                  </a:lnTo>
                  <a:lnTo>
                    <a:pt x="138729" y="1127107"/>
                  </a:lnTo>
                  <a:lnTo>
                    <a:pt x="93584" y="1108060"/>
                  </a:lnTo>
                  <a:lnTo>
                    <a:pt x="55340" y="1078515"/>
                  </a:lnTo>
                  <a:lnTo>
                    <a:pt x="25795" y="1040271"/>
                  </a:lnTo>
                  <a:lnTo>
                    <a:pt x="6748" y="995126"/>
                  </a:lnTo>
                  <a:lnTo>
                    <a:pt x="0" y="944880"/>
                  </a:lnTo>
                  <a:lnTo>
                    <a:pt x="0" y="18897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53785" y="2885693"/>
            <a:ext cx="1399540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335280" marR="5080" indent="-323215">
              <a:lnSpc>
                <a:spcPts val="2420"/>
              </a:lnSpc>
              <a:spcBef>
                <a:spcPts val="359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Ease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532878" y="3981958"/>
            <a:ext cx="4229735" cy="919480"/>
            <a:chOff x="7532878" y="3981958"/>
            <a:chExt cx="4229735" cy="919480"/>
          </a:xfrm>
        </p:grpSpPr>
        <p:sp>
          <p:nvSpPr>
            <p:cNvPr id="28" name="object 28"/>
            <p:cNvSpPr/>
            <p:nvPr/>
          </p:nvSpPr>
          <p:spPr>
            <a:xfrm>
              <a:off x="7539228" y="3988308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79">
                  <a:moveTo>
                    <a:pt x="4065778" y="0"/>
                  </a:moveTo>
                  <a:lnTo>
                    <a:pt x="0" y="0"/>
                  </a:lnTo>
                  <a:lnTo>
                    <a:pt x="0" y="906780"/>
                  </a:lnTo>
                  <a:lnTo>
                    <a:pt x="4065778" y="906780"/>
                  </a:lnTo>
                  <a:lnTo>
                    <a:pt x="4113536" y="899072"/>
                  </a:lnTo>
                  <a:lnTo>
                    <a:pt x="4155021" y="877612"/>
                  </a:lnTo>
                  <a:lnTo>
                    <a:pt x="4187740" y="844893"/>
                  </a:lnTo>
                  <a:lnTo>
                    <a:pt x="4209200" y="803408"/>
                  </a:lnTo>
                  <a:lnTo>
                    <a:pt x="4216908" y="755650"/>
                  </a:lnTo>
                  <a:lnTo>
                    <a:pt x="4216908" y="151130"/>
                  </a:lnTo>
                  <a:lnTo>
                    <a:pt x="4209200" y="103371"/>
                  </a:lnTo>
                  <a:lnTo>
                    <a:pt x="4187740" y="61886"/>
                  </a:lnTo>
                  <a:lnTo>
                    <a:pt x="4155021" y="29167"/>
                  </a:lnTo>
                  <a:lnTo>
                    <a:pt x="4113536" y="7707"/>
                  </a:lnTo>
                  <a:lnTo>
                    <a:pt x="4065778" y="0"/>
                  </a:lnTo>
                  <a:close/>
                </a:path>
              </a:pathLst>
            </a:custGeom>
            <a:solidFill>
              <a:srgbClr val="E7DCDC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39228" y="3988308"/>
              <a:ext cx="4217035" cy="906780"/>
            </a:xfrm>
            <a:custGeom>
              <a:avLst/>
              <a:gdLst/>
              <a:ahLst/>
              <a:cxnLst/>
              <a:rect l="l" t="t" r="r" b="b"/>
              <a:pathLst>
                <a:path w="4217034" h="906779">
                  <a:moveTo>
                    <a:pt x="4216908" y="151130"/>
                  </a:moveTo>
                  <a:lnTo>
                    <a:pt x="4216908" y="755650"/>
                  </a:lnTo>
                  <a:lnTo>
                    <a:pt x="4209200" y="803408"/>
                  </a:lnTo>
                  <a:lnTo>
                    <a:pt x="4187740" y="844893"/>
                  </a:lnTo>
                  <a:lnTo>
                    <a:pt x="4155021" y="877612"/>
                  </a:lnTo>
                  <a:lnTo>
                    <a:pt x="4113536" y="899072"/>
                  </a:lnTo>
                  <a:lnTo>
                    <a:pt x="4065778" y="906780"/>
                  </a:lnTo>
                  <a:lnTo>
                    <a:pt x="0" y="906780"/>
                  </a:lnTo>
                  <a:lnTo>
                    <a:pt x="0" y="0"/>
                  </a:lnTo>
                  <a:lnTo>
                    <a:pt x="4065778" y="0"/>
                  </a:lnTo>
                  <a:lnTo>
                    <a:pt x="4113536" y="7707"/>
                  </a:lnTo>
                  <a:lnTo>
                    <a:pt x="4155021" y="29167"/>
                  </a:lnTo>
                  <a:lnTo>
                    <a:pt x="4187740" y="61886"/>
                  </a:lnTo>
                  <a:lnTo>
                    <a:pt x="4209200" y="103371"/>
                  </a:lnTo>
                  <a:lnTo>
                    <a:pt x="4216908" y="151130"/>
                  </a:lnTo>
                  <a:close/>
                </a:path>
              </a:pathLst>
            </a:custGeom>
            <a:ln w="12700">
              <a:solidFill>
                <a:srgbClr val="E7DCD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7592059" y="4037457"/>
            <a:ext cx="3878579" cy="75946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84785" marR="5080" indent="-172720" algn="just">
              <a:lnSpc>
                <a:spcPct val="91500"/>
              </a:lnSpc>
              <a:spcBef>
                <a:spcPts val="27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Calibri"/>
                <a:cs typeface="Calibri"/>
              </a:rPr>
              <a:t>Application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programs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work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independently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data.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changes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made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do </a:t>
            </a:r>
            <a:r>
              <a:rPr sz="1700" dirty="0">
                <a:latin typeface="Calibri"/>
                <a:cs typeface="Calibri"/>
              </a:rPr>
              <a:t>not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affect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application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program.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160009" y="3869182"/>
            <a:ext cx="2385695" cy="1145540"/>
            <a:chOff x="5160009" y="3869182"/>
            <a:chExt cx="2385695" cy="1145540"/>
          </a:xfrm>
        </p:grpSpPr>
        <p:sp>
          <p:nvSpPr>
            <p:cNvPr id="32" name="object 32"/>
            <p:cNvSpPr/>
            <p:nvPr/>
          </p:nvSpPr>
          <p:spPr>
            <a:xfrm>
              <a:off x="5166359" y="3875532"/>
              <a:ext cx="2372995" cy="1132840"/>
            </a:xfrm>
            <a:custGeom>
              <a:avLst/>
              <a:gdLst/>
              <a:ahLst/>
              <a:cxnLst/>
              <a:rect l="l" t="t" r="r" b="b"/>
              <a:pathLst>
                <a:path w="2372995" h="1132839">
                  <a:moveTo>
                    <a:pt x="2184145" y="0"/>
                  </a:moveTo>
                  <a:lnTo>
                    <a:pt x="188722" y="0"/>
                  </a:lnTo>
                  <a:lnTo>
                    <a:pt x="138538" y="6738"/>
                  </a:lnTo>
                  <a:lnTo>
                    <a:pt x="93453" y="25757"/>
                  </a:lnTo>
                  <a:lnTo>
                    <a:pt x="55260" y="55260"/>
                  </a:lnTo>
                  <a:lnTo>
                    <a:pt x="25757" y="93453"/>
                  </a:lnTo>
                  <a:lnTo>
                    <a:pt x="6738" y="138538"/>
                  </a:lnTo>
                  <a:lnTo>
                    <a:pt x="0" y="188722"/>
                  </a:lnTo>
                  <a:lnTo>
                    <a:pt x="0" y="943610"/>
                  </a:lnTo>
                  <a:lnTo>
                    <a:pt x="6738" y="993793"/>
                  </a:lnTo>
                  <a:lnTo>
                    <a:pt x="25757" y="1038878"/>
                  </a:lnTo>
                  <a:lnTo>
                    <a:pt x="55260" y="1077071"/>
                  </a:lnTo>
                  <a:lnTo>
                    <a:pt x="93453" y="1106574"/>
                  </a:lnTo>
                  <a:lnTo>
                    <a:pt x="138538" y="1125593"/>
                  </a:lnTo>
                  <a:lnTo>
                    <a:pt x="188722" y="1132332"/>
                  </a:lnTo>
                  <a:lnTo>
                    <a:pt x="2184145" y="1132332"/>
                  </a:lnTo>
                  <a:lnTo>
                    <a:pt x="2234329" y="1125593"/>
                  </a:lnTo>
                  <a:lnTo>
                    <a:pt x="2279414" y="1106574"/>
                  </a:lnTo>
                  <a:lnTo>
                    <a:pt x="2317607" y="1077071"/>
                  </a:lnTo>
                  <a:lnTo>
                    <a:pt x="2347110" y="1038878"/>
                  </a:lnTo>
                  <a:lnTo>
                    <a:pt x="2366129" y="993793"/>
                  </a:lnTo>
                  <a:lnTo>
                    <a:pt x="2372867" y="943610"/>
                  </a:lnTo>
                  <a:lnTo>
                    <a:pt x="2372867" y="188722"/>
                  </a:lnTo>
                  <a:lnTo>
                    <a:pt x="2366129" y="138538"/>
                  </a:lnTo>
                  <a:lnTo>
                    <a:pt x="2347110" y="93453"/>
                  </a:lnTo>
                  <a:lnTo>
                    <a:pt x="2317607" y="55260"/>
                  </a:lnTo>
                  <a:lnTo>
                    <a:pt x="2279414" y="25757"/>
                  </a:lnTo>
                  <a:lnTo>
                    <a:pt x="2234329" y="6738"/>
                  </a:lnTo>
                  <a:lnTo>
                    <a:pt x="2184145" y="0"/>
                  </a:lnTo>
                  <a:close/>
                </a:path>
              </a:pathLst>
            </a:custGeom>
            <a:solidFill>
              <a:srgbClr val="B49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166359" y="3875532"/>
              <a:ext cx="2372995" cy="1132840"/>
            </a:xfrm>
            <a:custGeom>
              <a:avLst/>
              <a:gdLst/>
              <a:ahLst/>
              <a:cxnLst/>
              <a:rect l="l" t="t" r="r" b="b"/>
              <a:pathLst>
                <a:path w="2372995" h="1132839">
                  <a:moveTo>
                    <a:pt x="0" y="188722"/>
                  </a:moveTo>
                  <a:lnTo>
                    <a:pt x="6738" y="138538"/>
                  </a:lnTo>
                  <a:lnTo>
                    <a:pt x="25757" y="93453"/>
                  </a:lnTo>
                  <a:lnTo>
                    <a:pt x="55260" y="55260"/>
                  </a:lnTo>
                  <a:lnTo>
                    <a:pt x="93453" y="25757"/>
                  </a:lnTo>
                  <a:lnTo>
                    <a:pt x="138538" y="6738"/>
                  </a:lnTo>
                  <a:lnTo>
                    <a:pt x="188722" y="0"/>
                  </a:lnTo>
                  <a:lnTo>
                    <a:pt x="2184145" y="0"/>
                  </a:lnTo>
                  <a:lnTo>
                    <a:pt x="2234329" y="6738"/>
                  </a:lnTo>
                  <a:lnTo>
                    <a:pt x="2279414" y="25757"/>
                  </a:lnTo>
                  <a:lnTo>
                    <a:pt x="2317607" y="55260"/>
                  </a:lnTo>
                  <a:lnTo>
                    <a:pt x="2347110" y="93453"/>
                  </a:lnTo>
                  <a:lnTo>
                    <a:pt x="2366129" y="138538"/>
                  </a:lnTo>
                  <a:lnTo>
                    <a:pt x="2372867" y="188722"/>
                  </a:lnTo>
                  <a:lnTo>
                    <a:pt x="2372867" y="943610"/>
                  </a:lnTo>
                  <a:lnTo>
                    <a:pt x="2366129" y="993793"/>
                  </a:lnTo>
                  <a:lnTo>
                    <a:pt x="2347110" y="1038878"/>
                  </a:lnTo>
                  <a:lnTo>
                    <a:pt x="2317607" y="1077071"/>
                  </a:lnTo>
                  <a:lnTo>
                    <a:pt x="2279414" y="1106574"/>
                  </a:lnTo>
                  <a:lnTo>
                    <a:pt x="2234329" y="1125593"/>
                  </a:lnTo>
                  <a:lnTo>
                    <a:pt x="2184145" y="1132332"/>
                  </a:lnTo>
                  <a:lnTo>
                    <a:pt x="188722" y="1132332"/>
                  </a:lnTo>
                  <a:lnTo>
                    <a:pt x="138538" y="1125593"/>
                  </a:lnTo>
                  <a:lnTo>
                    <a:pt x="93453" y="1106574"/>
                  </a:lnTo>
                  <a:lnTo>
                    <a:pt x="55260" y="1077071"/>
                  </a:lnTo>
                  <a:lnTo>
                    <a:pt x="25757" y="1038878"/>
                  </a:lnTo>
                  <a:lnTo>
                    <a:pt x="6738" y="993793"/>
                  </a:lnTo>
                  <a:lnTo>
                    <a:pt x="0" y="943610"/>
                  </a:lnTo>
                  <a:lnTo>
                    <a:pt x="0" y="18872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530341" y="4075557"/>
            <a:ext cx="1647189" cy="668020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 indent="546735">
              <a:lnSpc>
                <a:spcPts val="2420"/>
              </a:lnSpc>
              <a:spcBef>
                <a:spcPts val="359"/>
              </a:spcBef>
            </a:pP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Independence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7532878" y="5172202"/>
            <a:ext cx="4229735" cy="918210"/>
            <a:chOff x="7532878" y="5172202"/>
            <a:chExt cx="4229735" cy="918210"/>
          </a:xfrm>
        </p:grpSpPr>
        <p:sp>
          <p:nvSpPr>
            <p:cNvPr id="36" name="object 36"/>
            <p:cNvSpPr/>
            <p:nvPr/>
          </p:nvSpPr>
          <p:spPr>
            <a:xfrm>
              <a:off x="7539228" y="5178552"/>
              <a:ext cx="4217035" cy="905510"/>
            </a:xfrm>
            <a:custGeom>
              <a:avLst/>
              <a:gdLst/>
              <a:ahLst/>
              <a:cxnLst/>
              <a:rect l="l" t="t" r="r" b="b"/>
              <a:pathLst>
                <a:path w="4217034" h="905510">
                  <a:moveTo>
                    <a:pt x="4066031" y="0"/>
                  </a:moveTo>
                  <a:lnTo>
                    <a:pt x="0" y="0"/>
                  </a:lnTo>
                  <a:lnTo>
                    <a:pt x="0" y="905256"/>
                  </a:lnTo>
                  <a:lnTo>
                    <a:pt x="4066031" y="905256"/>
                  </a:lnTo>
                  <a:lnTo>
                    <a:pt x="4113714" y="897564"/>
                  </a:lnTo>
                  <a:lnTo>
                    <a:pt x="4155131" y="876145"/>
                  </a:lnTo>
                  <a:lnTo>
                    <a:pt x="4187793" y="843484"/>
                  </a:lnTo>
                  <a:lnTo>
                    <a:pt x="4209214" y="802067"/>
                  </a:lnTo>
                  <a:lnTo>
                    <a:pt x="4216908" y="754380"/>
                  </a:lnTo>
                  <a:lnTo>
                    <a:pt x="4216908" y="150876"/>
                  </a:lnTo>
                  <a:lnTo>
                    <a:pt x="4209214" y="103193"/>
                  </a:lnTo>
                  <a:lnTo>
                    <a:pt x="4187793" y="61776"/>
                  </a:lnTo>
                  <a:lnTo>
                    <a:pt x="4155131" y="29114"/>
                  </a:lnTo>
                  <a:lnTo>
                    <a:pt x="4113714" y="7693"/>
                  </a:lnTo>
                  <a:lnTo>
                    <a:pt x="4066031" y="0"/>
                  </a:lnTo>
                  <a:close/>
                </a:path>
              </a:pathLst>
            </a:custGeom>
            <a:solidFill>
              <a:srgbClr val="E0E0E0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39228" y="5178552"/>
              <a:ext cx="4217035" cy="905510"/>
            </a:xfrm>
            <a:custGeom>
              <a:avLst/>
              <a:gdLst/>
              <a:ahLst/>
              <a:cxnLst/>
              <a:rect l="l" t="t" r="r" b="b"/>
              <a:pathLst>
                <a:path w="4217034" h="905510">
                  <a:moveTo>
                    <a:pt x="4216908" y="150876"/>
                  </a:moveTo>
                  <a:lnTo>
                    <a:pt x="4216908" y="754380"/>
                  </a:lnTo>
                  <a:lnTo>
                    <a:pt x="4209214" y="802067"/>
                  </a:lnTo>
                  <a:lnTo>
                    <a:pt x="4187793" y="843484"/>
                  </a:lnTo>
                  <a:lnTo>
                    <a:pt x="4155131" y="876145"/>
                  </a:lnTo>
                  <a:lnTo>
                    <a:pt x="4113714" y="897564"/>
                  </a:lnTo>
                  <a:lnTo>
                    <a:pt x="4066031" y="905256"/>
                  </a:lnTo>
                  <a:lnTo>
                    <a:pt x="0" y="905256"/>
                  </a:lnTo>
                  <a:lnTo>
                    <a:pt x="0" y="0"/>
                  </a:lnTo>
                  <a:lnTo>
                    <a:pt x="4066031" y="0"/>
                  </a:lnTo>
                  <a:lnTo>
                    <a:pt x="4113714" y="7693"/>
                  </a:lnTo>
                  <a:lnTo>
                    <a:pt x="4155131" y="29114"/>
                  </a:lnTo>
                  <a:lnTo>
                    <a:pt x="4187793" y="61776"/>
                  </a:lnTo>
                  <a:lnTo>
                    <a:pt x="4209214" y="103193"/>
                  </a:lnTo>
                  <a:lnTo>
                    <a:pt x="4216908" y="150876"/>
                  </a:lnTo>
                  <a:close/>
                </a:path>
              </a:pathLst>
            </a:custGeom>
            <a:ln w="12700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92059" y="5345938"/>
            <a:ext cx="3940175" cy="5219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785" marR="5080" indent="-172720">
              <a:lnSpc>
                <a:spcPts val="1860"/>
              </a:lnSpc>
              <a:spcBef>
                <a:spcPts val="315"/>
              </a:spcBef>
              <a:buChar char="•"/>
              <a:tabLst>
                <a:tab pos="184785" algn="l"/>
              </a:tabLst>
            </a:pPr>
            <a:r>
              <a:rPr sz="1700" spc="-10" dirty="0">
                <a:latin typeface="Calibri"/>
                <a:cs typeface="Calibri"/>
              </a:rPr>
              <a:t>Facilitates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administrators portability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by </a:t>
            </a:r>
            <a:r>
              <a:rPr sz="1700" spc="-10" dirty="0">
                <a:latin typeface="Calibri"/>
                <a:cs typeface="Calibri"/>
              </a:rPr>
              <a:t>offering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creation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DDL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DML.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160009" y="5057902"/>
            <a:ext cx="2385695" cy="1146810"/>
            <a:chOff x="5160009" y="5057902"/>
            <a:chExt cx="2385695" cy="1146810"/>
          </a:xfrm>
        </p:grpSpPr>
        <p:sp>
          <p:nvSpPr>
            <p:cNvPr id="40" name="object 40"/>
            <p:cNvSpPr/>
            <p:nvPr/>
          </p:nvSpPr>
          <p:spPr>
            <a:xfrm>
              <a:off x="5166359" y="5064252"/>
              <a:ext cx="2372995" cy="1134110"/>
            </a:xfrm>
            <a:custGeom>
              <a:avLst/>
              <a:gdLst/>
              <a:ahLst/>
              <a:cxnLst/>
              <a:rect l="l" t="t" r="r" b="b"/>
              <a:pathLst>
                <a:path w="2372995" h="1134110">
                  <a:moveTo>
                    <a:pt x="2183891" y="0"/>
                  </a:moveTo>
                  <a:lnTo>
                    <a:pt x="188975" y="0"/>
                  </a:lnTo>
                  <a:lnTo>
                    <a:pt x="138729" y="6748"/>
                  </a:lnTo>
                  <a:lnTo>
                    <a:pt x="93584" y="25795"/>
                  </a:lnTo>
                  <a:lnTo>
                    <a:pt x="55340" y="55340"/>
                  </a:lnTo>
                  <a:lnTo>
                    <a:pt x="25795" y="93584"/>
                  </a:lnTo>
                  <a:lnTo>
                    <a:pt x="6748" y="138729"/>
                  </a:lnTo>
                  <a:lnTo>
                    <a:pt x="0" y="188976"/>
                  </a:lnTo>
                  <a:lnTo>
                    <a:pt x="0" y="944880"/>
                  </a:lnTo>
                  <a:lnTo>
                    <a:pt x="6748" y="995117"/>
                  </a:lnTo>
                  <a:lnTo>
                    <a:pt x="25795" y="1040259"/>
                  </a:lnTo>
                  <a:lnTo>
                    <a:pt x="55340" y="1078506"/>
                  </a:lnTo>
                  <a:lnTo>
                    <a:pt x="93584" y="1108055"/>
                  </a:lnTo>
                  <a:lnTo>
                    <a:pt x="138729" y="1127105"/>
                  </a:lnTo>
                  <a:lnTo>
                    <a:pt x="188975" y="1133856"/>
                  </a:lnTo>
                  <a:lnTo>
                    <a:pt x="2183891" y="1133856"/>
                  </a:lnTo>
                  <a:lnTo>
                    <a:pt x="2234138" y="1127105"/>
                  </a:lnTo>
                  <a:lnTo>
                    <a:pt x="2279283" y="1108055"/>
                  </a:lnTo>
                  <a:lnTo>
                    <a:pt x="2317527" y="1078506"/>
                  </a:lnTo>
                  <a:lnTo>
                    <a:pt x="2347072" y="1040259"/>
                  </a:lnTo>
                  <a:lnTo>
                    <a:pt x="2366119" y="995117"/>
                  </a:lnTo>
                  <a:lnTo>
                    <a:pt x="2372867" y="944880"/>
                  </a:lnTo>
                  <a:lnTo>
                    <a:pt x="2372867" y="188976"/>
                  </a:lnTo>
                  <a:lnTo>
                    <a:pt x="2366119" y="138729"/>
                  </a:lnTo>
                  <a:lnTo>
                    <a:pt x="2347072" y="93584"/>
                  </a:lnTo>
                  <a:lnTo>
                    <a:pt x="2317527" y="55340"/>
                  </a:lnTo>
                  <a:lnTo>
                    <a:pt x="2279283" y="25795"/>
                  </a:lnTo>
                  <a:lnTo>
                    <a:pt x="2234138" y="6748"/>
                  </a:lnTo>
                  <a:lnTo>
                    <a:pt x="2183891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166359" y="5064252"/>
              <a:ext cx="2372995" cy="1134110"/>
            </a:xfrm>
            <a:custGeom>
              <a:avLst/>
              <a:gdLst/>
              <a:ahLst/>
              <a:cxnLst/>
              <a:rect l="l" t="t" r="r" b="b"/>
              <a:pathLst>
                <a:path w="2372995" h="1134110">
                  <a:moveTo>
                    <a:pt x="0" y="188976"/>
                  </a:moveTo>
                  <a:lnTo>
                    <a:pt x="6748" y="138729"/>
                  </a:lnTo>
                  <a:lnTo>
                    <a:pt x="25795" y="93584"/>
                  </a:lnTo>
                  <a:lnTo>
                    <a:pt x="55340" y="55340"/>
                  </a:lnTo>
                  <a:lnTo>
                    <a:pt x="93584" y="25795"/>
                  </a:lnTo>
                  <a:lnTo>
                    <a:pt x="138729" y="6748"/>
                  </a:lnTo>
                  <a:lnTo>
                    <a:pt x="188975" y="0"/>
                  </a:lnTo>
                  <a:lnTo>
                    <a:pt x="2183891" y="0"/>
                  </a:lnTo>
                  <a:lnTo>
                    <a:pt x="2234138" y="6748"/>
                  </a:lnTo>
                  <a:lnTo>
                    <a:pt x="2279283" y="25795"/>
                  </a:lnTo>
                  <a:lnTo>
                    <a:pt x="2317527" y="55340"/>
                  </a:lnTo>
                  <a:lnTo>
                    <a:pt x="2347072" y="93584"/>
                  </a:lnTo>
                  <a:lnTo>
                    <a:pt x="2366119" y="138729"/>
                  </a:lnTo>
                  <a:lnTo>
                    <a:pt x="2372867" y="188976"/>
                  </a:lnTo>
                  <a:lnTo>
                    <a:pt x="2372867" y="944880"/>
                  </a:lnTo>
                  <a:lnTo>
                    <a:pt x="2366119" y="995117"/>
                  </a:lnTo>
                  <a:lnTo>
                    <a:pt x="2347072" y="1040259"/>
                  </a:lnTo>
                  <a:lnTo>
                    <a:pt x="2317527" y="1078506"/>
                  </a:lnTo>
                  <a:lnTo>
                    <a:pt x="2279283" y="1108055"/>
                  </a:lnTo>
                  <a:lnTo>
                    <a:pt x="2234138" y="1127105"/>
                  </a:lnTo>
                  <a:lnTo>
                    <a:pt x="2183891" y="1133856"/>
                  </a:lnTo>
                  <a:lnTo>
                    <a:pt x="188975" y="1133856"/>
                  </a:lnTo>
                  <a:lnTo>
                    <a:pt x="138729" y="1127105"/>
                  </a:lnTo>
                  <a:lnTo>
                    <a:pt x="93584" y="1108055"/>
                  </a:lnTo>
                  <a:lnTo>
                    <a:pt x="55340" y="1078506"/>
                  </a:lnTo>
                  <a:lnTo>
                    <a:pt x="25795" y="1040259"/>
                  </a:lnTo>
                  <a:lnTo>
                    <a:pt x="6748" y="995117"/>
                  </a:lnTo>
                  <a:lnTo>
                    <a:pt x="0" y="944880"/>
                  </a:lnTo>
                  <a:lnTo>
                    <a:pt x="0" y="188976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426709" y="5265546"/>
            <a:ext cx="1852295" cy="66802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372110" marR="5080" indent="-360045">
              <a:lnSpc>
                <a:spcPts val="2420"/>
              </a:lnSpc>
              <a:spcBef>
                <a:spcPts val="360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Conformance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standards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152903"/>
            <a:ext cx="3467735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75"/>
              </a:spcBef>
            </a:pPr>
            <a:r>
              <a:rPr sz="4800" spc="-65" dirty="0">
                <a:latin typeface="Calibri Light"/>
                <a:cs typeface="Calibri Light"/>
              </a:rPr>
              <a:t>Disadvantages </a:t>
            </a:r>
            <a:r>
              <a:rPr sz="4800" dirty="0">
                <a:latin typeface="Calibri Light"/>
                <a:cs typeface="Calibri Light"/>
              </a:rPr>
              <a:t>Of</a:t>
            </a:r>
            <a:r>
              <a:rPr sz="4800" spc="-110" dirty="0">
                <a:latin typeface="Calibri Light"/>
                <a:cs typeface="Calibri Light"/>
              </a:rPr>
              <a:t> </a:t>
            </a:r>
            <a:r>
              <a:rPr sz="4800" spc="-10" dirty="0">
                <a:latin typeface="Calibri Light"/>
                <a:cs typeface="Calibri Light"/>
              </a:rPr>
              <a:t>Network Model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66359" y="641604"/>
            <a:ext cx="6590030" cy="887094"/>
          </a:xfrm>
          <a:custGeom>
            <a:avLst/>
            <a:gdLst/>
            <a:ahLst/>
            <a:cxnLst/>
            <a:rect l="l" t="t" r="r" b="b"/>
            <a:pathLst>
              <a:path w="6590030" h="887094">
                <a:moveTo>
                  <a:pt x="6441947" y="0"/>
                </a:moveTo>
                <a:lnTo>
                  <a:pt x="147827" y="0"/>
                </a:lnTo>
                <a:lnTo>
                  <a:pt x="101096" y="7534"/>
                </a:lnTo>
                <a:lnTo>
                  <a:pt x="60514" y="28517"/>
                </a:lnTo>
                <a:lnTo>
                  <a:pt x="28517" y="60514"/>
                </a:lnTo>
                <a:lnTo>
                  <a:pt x="7534" y="101096"/>
                </a:lnTo>
                <a:lnTo>
                  <a:pt x="0" y="147828"/>
                </a:lnTo>
                <a:lnTo>
                  <a:pt x="0" y="739140"/>
                </a:lnTo>
                <a:lnTo>
                  <a:pt x="7534" y="785871"/>
                </a:lnTo>
                <a:lnTo>
                  <a:pt x="28517" y="826453"/>
                </a:lnTo>
                <a:lnTo>
                  <a:pt x="60514" y="858450"/>
                </a:lnTo>
                <a:lnTo>
                  <a:pt x="101096" y="879433"/>
                </a:lnTo>
                <a:lnTo>
                  <a:pt x="147827" y="886968"/>
                </a:lnTo>
                <a:lnTo>
                  <a:pt x="6441947" y="886968"/>
                </a:lnTo>
                <a:lnTo>
                  <a:pt x="6488679" y="879433"/>
                </a:lnTo>
                <a:lnTo>
                  <a:pt x="6529261" y="858450"/>
                </a:lnTo>
                <a:lnTo>
                  <a:pt x="6561258" y="826453"/>
                </a:lnTo>
                <a:lnTo>
                  <a:pt x="6582241" y="785871"/>
                </a:lnTo>
                <a:lnTo>
                  <a:pt x="6589775" y="739140"/>
                </a:lnTo>
                <a:lnTo>
                  <a:pt x="6589775" y="147828"/>
                </a:lnTo>
                <a:lnTo>
                  <a:pt x="6582241" y="101096"/>
                </a:lnTo>
                <a:lnTo>
                  <a:pt x="6561258" y="60514"/>
                </a:lnTo>
                <a:lnTo>
                  <a:pt x="6529261" y="28517"/>
                </a:lnTo>
                <a:lnTo>
                  <a:pt x="6488679" y="7534"/>
                </a:lnTo>
                <a:lnTo>
                  <a:pt x="6441947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608" rIns="0" bIns="0" rtlCol="0">
            <a:spAutoFit/>
          </a:bodyPr>
          <a:lstStyle/>
          <a:p>
            <a:pPr marL="4928235">
              <a:lnSpc>
                <a:spcPct val="100000"/>
              </a:lnSpc>
              <a:spcBef>
                <a:spcPts val="95"/>
              </a:spcBef>
            </a:pPr>
            <a:r>
              <a:rPr sz="37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3700" spc="-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alibri"/>
                <a:cs typeface="Calibri"/>
              </a:rPr>
              <a:t>Complexity</a:t>
            </a:r>
            <a:endParaRPr sz="3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4226" y="1500886"/>
            <a:ext cx="6144895" cy="8718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97180" marR="5080" indent="-285115">
              <a:lnSpc>
                <a:spcPts val="3180"/>
              </a:lnSpc>
              <a:spcBef>
                <a:spcPts val="459"/>
              </a:spcBef>
              <a:buChar char="•"/>
              <a:tabLst>
                <a:tab pos="299085" algn="l"/>
              </a:tabLst>
            </a:pPr>
            <a:r>
              <a:rPr sz="2900" dirty="0">
                <a:latin typeface="Calibri"/>
                <a:cs typeface="Calibri"/>
              </a:rPr>
              <a:t>Data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are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accessed one</a:t>
            </a:r>
            <a:r>
              <a:rPr sz="2900" spc="-2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record</a:t>
            </a:r>
            <a:r>
              <a:rPr sz="2900" spc="-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at</a:t>
            </a:r>
            <a:r>
              <a:rPr sz="2900" spc="-1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 </a:t>
            </a:r>
            <a:r>
              <a:rPr sz="2900" spc="-20" dirty="0">
                <a:latin typeface="Calibri"/>
                <a:cs typeface="Calibri"/>
              </a:rPr>
              <a:t>time 	</a:t>
            </a:r>
            <a:r>
              <a:rPr sz="2900" dirty="0">
                <a:latin typeface="Calibri"/>
                <a:cs typeface="Calibri"/>
              </a:rPr>
              <a:t>hence</a:t>
            </a:r>
            <a:r>
              <a:rPr sz="2900" spc="5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60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complexity</a:t>
            </a:r>
            <a:r>
              <a:rPr sz="2900" spc="58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for</a:t>
            </a:r>
            <a:r>
              <a:rPr sz="2900" spc="5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59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system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0738" y="2310130"/>
            <a:ext cx="58559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6739" algn="l"/>
                <a:tab pos="2737485" algn="l"/>
                <a:tab pos="4601845" algn="l"/>
              </a:tabLst>
            </a:pPr>
            <a:r>
              <a:rPr sz="2900" spc="-10" dirty="0">
                <a:latin typeface="Calibri"/>
                <a:cs typeface="Calibri"/>
              </a:rPr>
              <a:t>increases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25" dirty="0">
                <a:latin typeface="Calibri"/>
                <a:cs typeface="Calibri"/>
              </a:rPr>
              <a:t>for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10" dirty="0">
                <a:latin typeface="Calibri"/>
                <a:cs typeface="Calibri"/>
              </a:rPr>
              <a:t>accessing</a:t>
            </a:r>
            <a:r>
              <a:rPr sz="2900" dirty="0">
                <a:latin typeface="Calibri"/>
                <a:cs typeface="Calibri"/>
              </a:rPr>
              <a:t>	</a:t>
            </a:r>
            <a:r>
              <a:rPr sz="2900" spc="-10" dirty="0">
                <a:latin typeface="Calibri"/>
                <a:cs typeface="Calibri"/>
              </a:rPr>
              <a:t>multiple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66359" y="3252215"/>
            <a:ext cx="6590030" cy="887094"/>
          </a:xfrm>
          <a:custGeom>
            <a:avLst/>
            <a:gdLst/>
            <a:ahLst/>
            <a:cxnLst/>
            <a:rect l="l" t="t" r="r" b="b"/>
            <a:pathLst>
              <a:path w="6590030" h="887095">
                <a:moveTo>
                  <a:pt x="6441947" y="0"/>
                </a:moveTo>
                <a:lnTo>
                  <a:pt x="147827" y="0"/>
                </a:lnTo>
                <a:lnTo>
                  <a:pt x="101096" y="7534"/>
                </a:lnTo>
                <a:lnTo>
                  <a:pt x="60514" y="28517"/>
                </a:lnTo>
                <a:lnTo>
                  <a:pt x="28517" y="60514"/>
                </a:lnTo>
                <a:lnTo>
                  <a:pt x="7534" y="101096"/>
                </a:lnTo>
                <a:lnTo>
                  <a:pt x="0" y="147828"/>
                </a:lnTo>
                <a:lnTo>
                  <a:pt x="0" y="739140"/>
                </a:lnTo>
                <a:lnTo>
                  <a:pt x="7534" y="785871"/>
                </a:lnTo>
                <a:lnTo>
                  <a:pt x="28517" y="826453"/>
                </a:lnTo>
                <a:lnTo>
                  <a:pt x="60514" y="858450"/>
                </a:lnTo>
                <a:lnTo>
                  <a:pt x="101096" y="879433"/>
                </a:lnTo>
                <a:lnTo>
                  <a:pt x="147827" y="886968"/>
                </a:lnTo>
                <a:lnTo>
                  <a:pt x="6441947" y="886968"/>
                </a:lnTo>
                <a:lnTo>
                  <a:pt x="6488679" y="879433"/>
                </a:lnTo>
                <a:lnTo>
                  <a:pt x="6529261" y="858450"/>
                </a:lnTo>
                <a:lnTo>
                  <a:pt x="6561258" y="826453"/>
                </a:lnTo>
                <a:lnTo>
                  <a:pt x="6582241" y="785871"/>
                </a:lnTo>
                <a:lnTo>
                  <a:pt x="6589775" y="739140"/>
                </a:lnTo>
                <a:lnTo>
                  <a:pt x="6589775" y="147828"/>
                </a:lnTo>
                <a:lnTo>
                  <a:pt x="6582241" y="101096"/>
                </a:lnTo>
                <a:lnTo>
                  <a:pt x="6561258" y="60514"/>
                </a:lnTo>
                <a:lnTo>
                  <a:pt x="6529261" y="28517"/>
                </a:lnTo>
                <a:lnTo>
                  <a:pt x="6488679" y="7534"/>
                </a:lnTo>
                <a:lnTo>
                  <a:pt x="6441947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39334" y="2565470"/>
            <a:ext cx="6241415" cy="2014855"/>
          </a:xfrm>
          <a:prstGeom prst="rect">
            <a:avLst/>
          </a:prstGeom>
        </p:spPr>
        <p:txBody>
          <a:bodyPr vert="horz" wrap="square" lIns="0" tIns="161925" rIns="0" bIns="0" rtlCol="0">
            <a:spAutoFit/>
          </a:bodyPr>
          <a:lstStyle/>
          <a:p>
            <a:pPr marL="323850">
              <a:lnSpc>
                <a:spcPct val="100000"/>
              </a:lnSpc>
              <a:spcBef>
                <a:spcPts val="1275"/>
              </a:spcBef>
            </a:pPr>
            <a:r>
              <a:rPr sz="2900" dirty="0">
                <a:latin typeface="Calibri"/>
                <a:cs typeface="Calibri"/>
              </a:rPr>
              <a:t>records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at</a:t>
            </a:r>
            <a:r>
              <a:rPr sz="2900" spc="-7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</a:t>
            </a:r>
            <a:r>
              <a:rPr sz="2900" spc="-55" dirty="0">
                <a:latin typeface="Calibri"/>
                <a:cs typeface="Calibri"/>
              </a:rPr>
              <a:t> </a:t>
            </a:r>
            <a:r>
              <a:rPr sz="2900" spc="-20" dirty="0">
                <a:latin typeface="Calibri"/>
                <a:cs typeface="Calibri"/>
              </a:rPr>
              <a:t>time.</a:t>
            </a:r>
            <a:endParaRPr sz="2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3700" dirty="0">
                <a:solidFill>
                  <a:srgbClr val="FFFFFF"/>
                </a:solidFill>
                <a:latin typeface="Calibri"/>
                <a:cs typeface="Calibri"/>
              </a:rPr>
              <a:t>Lack</a:t>
            </a:r>
            <a:r>
              <a:rPr sz="37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7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alibri"/>
                <a:cs typeface="Calibri"/>
              </a:rPr>
              <a:t>Structural</a:t>
            </a:r>
            <a:r>
              <a:rPr sz="3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700" spc="-10" dirty="0">
                <a:solidFill>
                  <a:srgbClr val="FFFFFF"/>
                </a:solidFill>
                <a:latin typeface="Calibri"/>
                <a:cs typeface="Calibri"/>
              </a:rPr>
              <a:t>Independence</a:t>
            </a:r>
            <a:endParaRPr sz="3700">
              <a:latin typeface="Calibri"/>
              <a:cs typeface="Calibri"/>
            </a:endParaRPr>
          </a:p>
          <a:p>
            <a:pPr marL="322580" indent="-285115">
              <a:lnSpc>
                <a:spcPct val="100000"/>
              </a:lnSpc>
              <a:spcBef>
                <a:spcPts val="1595"/>
              </a:spcBef>
              <a:buChar char="•"/>
              <a:tabLst>
                <a:tab pos="322580" algn="l"/>
              </a:tabLst>
            </a:pPr>
            <a:r>
              <a:rPr sz="2900" dirty="0">
                <a:latin typeface="Calibri"/>
                <a:cs typeface="Calibri"/>
              </a:rPr>
              <a:t>Any</a:t>
            </a:r>
            <a:r>
              <a:rPr sz="2900" spc="13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changes</a:t>
            </a:r>
            <a:r>
              <a:rPr sz="2900" spc="14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made</a:t>
            </a:r>
            <a:r>
              <a:rPr sz="2900" spc="125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140" dirty="0">
                <a:latin typeface="Calibri"/>
                <a:cs typeface="Calibri"/>
              </a:rPr>
              <a:t>  </a:t>
            </a:r>
            <a:r>
              <a:rPr sz="2900" dirty="0">
                <a:latin typeface="Calibri"/>
                <a:cs typeface="Calibri"/>
              </a:rPr>
              <a:t>the</a:t>
            </a:r>
            <a:r>
              <a:rPr sz="2900" spc="130" dirty="0">
                <a:latin typeface="Calibri"/>
                <a:cs typeface="Calibri"/>
              </a:rPr>
              <a:t>  </a:t>
            </a:r>
            <a:r>
              <a:rPr sz="2900" spc="-10" dirty="0">
                <a:latin typeface="Calibri"/>
                <a:cs typeface="Calibri"/>
              </a:rPr>
              <a:t>database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0738" y="4515992"/>
            <a:ext cx="5858510" cy="12776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 marR="5080" algn="just">
              <a:lnSpc>
                <a:spcPct val="91600"/>
              </a:lnSpc>
              <a:spcBef>
                <a:spcPts val="395"/>
              </a:spcBef>
            </a:pPr>
            <a:r>
              <a:rPr sz="2900" dirty="0">
                <a:latin typeface="Calibri"/>
                <a:cs typeface="Calibri"/>
              </a:rPr>
              <a:t>structure</a:t>
            </a:r>
            <a:r>
              <a:rPr sz="2900" spc="555" dirty="0">
                <a:latin typeface="Calibri"/>
                <a:cs typeface="Calibri"/>
              </a:rPr>
              <a:t>   </a:t>
            </a:r>
            <a:r>
              <a:rPr sz="2900" dirty="0">
                <a:latin typeface="Calibri"/>
                <a:cs typeface="Calibri"/>
              </a:rPr>
              <a:t>or</a:t>
            </a:r>
            <a:r>
              <a:rPr sz="2900" spc="555" dirty="0">
                <a:latin typeface="Calibri"/>
                <a:cs typeface="Calibri"/>
              </a:rPr>
              <a:t>   </a:t>
            </a:r>
            <a:r>
              <a:rPr sz="2900" dirty="0">
                <a:latin typeface="Calibri"/>
                <a:cs typeface="Calibri"/>
              </a:rPr>
              <a:t>data</a:t>
            </a:r>
            <a:r>
              <a:rPr sz="2900" spc="555" dirty="0">
                <a:latin typeface="Calibri"/>
                <a:cs typeface="Calibri"/>
              </a:rPr>
              <a:t>   </a:t>
            </a:r>
            <a:r>
              <a:rPr sz="2900" dirty="0">
                <a:latin typeface="Calibri"/>
                <a:cs typeface="Calibri"/>
              </a:rPr>
              <a:t>require</a:t>
            </a:r>
            <a:r>
              <a:rPr sz="2900" spc="555" dirty="0">
                <a:latin typeface="Calibri"/>
                <a:cs typeface="Calibri"/>
              </a:rPr>
              <a:t>   </a:t>
            </a:r>
            <a:r>
              <a:rPr sz="2900" spc="-25" dirty="0">
                <a:latin typeface="Calibri"/>
                <a:cs typeface="Calibri"/>
              </a:rPr>
              <a:t>the </a:t>
            </a:r>
            <a:r>
              <a:rPr sz="2900" dirty="0">
                <a:latin typeface="Calibri"/>
                <a:cs typeface="Calibri"/>
              </a:rPr>
              <a:t>application</a:t>
            </a:r>
            <a:r>
              <a:rPr sz="2900" spc="69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programs</a:t>
            </a:r>
            <a:r>
              <a:rPr sz="2900" spc="69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to</a:t>
            </a:r>
            <a:r>
              <a:rPr sz="2900" spc="70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be</a:t>
            </a:r>
            <a:r>
              <a:rPr sz="2900" spc="695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modified </a:t>
            </a:r>
            <a:r>
              <a:rPr sz="2900" dirty="0">
                <a:latin typeface="Calibri"/>
                <a:cs typeface="Calibri"/>
              </a:rPr>
              <a:t>before</a:t>
            </a:r>
            <a:r>
              <a:rPr sz="2900" spc="-7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it</a:t>
            </a:r>
            <a:r>
              <a:rPr sz="2900" spc="-65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can</a:t>
            </a:r>
            <a:r>
              <a:rPr sz="2900" spc="-50" dirty="0">
                <a:latin typeface="Calibri"/>
                <a:cs typeface="Calibri"/>
              </a:rPr>
              <a:t> </a:t>
            </a:r>
            <a:r>
              <a:rPr sz="2900" dirty="0">
                <a:latin typeface="Calibri"/>
                <a:cs typeface="Calibri"/>
              </a:rPr>
              <a:t>access</a:t>
            </a:r>
            <a:r>
              <a:rPr sz="2900" spc="-60" dirty="0">
                <a:latin typeface="Calibri"/>
                <a:cs typeface="Calibri"/>
              </a:rPr>
              <a:t> </a:t>
            </a:r>
            <a:r>
              <a:rPr sz="2900" spc="-10" dirty="0">
                <a:latin typeface="Calibri"/>
                <a:cs typeface="Calibri"/>
              </a:rPr>
              <a:t>data.</a:t>
            </a:r>
            <a:endParaRPr sz="2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92783" y="3037458"/>
            <a:ext cx="2706370" cy="158940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sz="5400" spc="-55" dirty="0">
                <a:latin typeface="Calibri Light"/>
                <a:cs typeface="Calibri Light"/>
              </a:rPr>
              <a:t>Relational </a:t>
            </a:r>
            <a:r>
              <a:rPr sz="5400" spc="-10" dirty="0">
                <a:latin typeface="Calibri Light"/>
                <a:cs typeface="Calibri Light"/>
              </a:rPr>
              <a:t>Model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54679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8224" y="3154679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4923" y="3154679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5" y="0"/>
                </a:moveTo>
                <a:lnTo>
                  <a:pt x="0" y="0"/>
                </a:lnTo>
                <a:lnTo>
                  <a:pt x="0" y="673608"/>
                </a:lnTo>
                <a:lnTo>
                  <a:pt x="196595" y="673608"/>
                </a:lnTo>
                <a:lnTo>
                  <a:pt x="19659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201158" y="638301"/>
            <a:ext cx="6590665" cy="5762625"/>
            <a:chOff x="5201158" y="638301"/>
            <a:chExt cx="6590665" cy="57626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80843" y="719254"/>
              <a:ext cx="6210388" cy="560691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86044" y="679703"/>
              <a:ext cx="6009640" cy="5424170"/>
            </a:xfrm>
            <a:custGeom>
              <a:avLst/>
              <a:gdLst/>
              <a:ahLst/>
              <a:cxnLst/>
              <a:rect l="l" t="t" r="r" b="b"/>
              <a:pathLst>
                <a:path w="6009640" h="5424170">
                  <a:moveTo>
                    <a:pt x="6009132" y="0"/>
                  </a:moveTo>
                  <a:lnTo>
                    <a:pt x="0" y="0"/>
                  </a:lnTo>
                  <a:lnTo>
                    <a:pt x="0" y="5423916"/>
                  </a:lnTo>
                  <a:lnTo>
                    <a:pt x="6009132" y="5423916"/>
                  </a:lnTo>
                  <a:lnTo>
                    <a:pt x="60091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87568" y="6355080"/>
              <a:ext cx="6007735" cy="45720"/>
            </a:xfrm>
            <a:custGeom>
              <a:avLst/>
              <a:gdLst/>
              <a:ahLst/>
              <a:cxnLst/>
              <a:rect l="l" t="t" r="r" b="b"/>
              <a:pathLst>
                <a:path w="6007734" h="45720">
                  <a:moveTo>
                    <a:pt x="6007608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6007608" y="45720"/>
                  </a:lnTo>
                  <a:lnTo>
                    <a:pt x="6007608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207508" y="644651"/>
              <a:ext cx="6292850" cy="0"/>
            </a:xfrm>
            <a:custGeom>
              <a:avLst/>
              <a:gdLst/>
              <a:ahLst/>
              <a:cxnLst/>
              <a:rect l="l" t="t" r="r" b="b"/>
              <a:pathLst>
                <a:path w="6292850">
                  <a:moveTo>
                    <a:pt x="0" y="0"/>
                  </a:moveTo>
                  <a:lnTo>
                    <a:pt x="6292595" y="0"/>
                  </a:lnTo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252720" y="656590"/>
            <a:ext cx="17760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Proposed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E.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F.</a:t>
            </a:r>
            <a:r>
              <a:rPr sz="1500" spc="-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Codd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07508" y="1434083"/>
            <a:ext cx="6292850" cy="0"/>
          </a:xfrm>
          <a:custGeom>
            <a:avLst/>
            <a:gdLst/>
            <a:ahLst/>
            <a:cxnLst/>
            <a:rect l="l" t="t" r="r" b="b"/>
            <a:pathLst>
              <a:path w="6292850">
                <a:moveTo>
                  <a:pt x="0" y="0"/>
                </a:moveTo>
                <a:lnTo>
                  <a:pt x="6292595" y="0"/>
                </a:lnTo>
              </a:path>
            </a:pathLst>
          </a:custGeom>
          <a:ln w="12700">
            <a:solidFill>
              <a:srgbClr val="55BBD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5252720" y="1446352"/>
            <a:ext cx="618109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An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attempt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simplify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structure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by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making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columns.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207508" y="2223516"/>
            <a:ext cx="6292850" cy="0"/>
          </a:xfrm>
          <a:custGeom>
            <a:avLst/>
            <a:gdLst/>
            <a:ahLst/>
            <a:cxnLst/>
            <a:rect l="l" t="t" r="r" b="b"/>
            <a:pathLst>
              <a:path w="6292850">
                <a:moveTo>
                  <a:pt x="0" y="0"/>
                </a:moveTo>
                <a:lnTo>
                  <a:pt x="6292595" y="0"/>
                </a:lnTo>
              </a:path>
            </a:pathLst>
          </a:custGeom>
          <a:ln w="12700">
            <a:solidFill>
              <a:srgbClr val="52C9B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252720" y="2236978"/>
            <a:ext cx="54978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latin typeface="Calibri"/>
                <a:cs typeface="Calibri"/>
              </a:rPr>
              <a:t>Collection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2-</a:t>
            </a:r>
            <a:r>
              <a:rPr sz="1500" dirty="0">
                <a:latin typeface="Calibri"/>
                <a:cs typeface="Calibri"/>
              </a:rPr>
              <a:t>dimensional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which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consists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rows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columns.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07508" y="3014472"/>
            <a:ext cx="6292850" cy="0"/>
          </a:xfrm>
          <a:custGeom>
            <a:avLst/>
            <a:gdLst/>
            <a:ahLst/>
            <a:cxnLst/>
            <a:rect l="l" t="t" r="r" b="b"/>
            <a:pathLst>
              <a:path w="6292850">
                <a:moveTo>
                  <a:pt x="0" y="0"/>
                </a:moveTo>
                <a:lnTo>
                  <a:pt x="6292595" y="0"/>
                </a:lnTo>
              </a:path>
            </a:pathLst>
          </a:custGeom>
          <a:ln w="12700">
            <a:solidFill>
              <a:srgbClr val="4DC58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252720" y="3027045"/>
            <a:ext cx="5938520" cy="46291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spc="-20" dirty="0">
                <a:latin typeface="Calibri"/>
                <a:cs typeface="Calibri"/>
              </a:rPr>
              <a:t>Tables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known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relations,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columns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are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known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attributes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rows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25" dirty="0">
                <a:latin typeface="Calibri"/>
                <a:cs typeface="Calibri"/>
              </a:rPr>
              <a:t>are </a:t>
            </a:r>
            <a:r>
              <a:rPr sz="1500" dirty="0">
                <a:latin typeface="Calibri"/>
                <a:cs typeface="Calibri"/>
              </a:rPr>
              <a:t>known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tuples.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207508" y="3803903"/>
            <a:ext cx="6292850" cy="0"/>
          </a:xfrm>
          <a:custGeom>
            <a:avLst/>
            <a:gdLst/>
            <a:ahLst/>
            <a:cxnLst/>
            <a:rect l="l" t="t" r="r" b="b"/>
            <a:pathLst>
              <a:path w="6292850">
                <a:moveTo>
                  <a:pt x="0" y="0"/>
                </a:moveTo>
                <a:lnTo>
                  <a:pt x="6292595" y="0"/>
                </a:lnTo>
              </a:path>
            </a:pathLst>
          </a:custGeom>
          <a:ln w="12700">
            <a:solidFill>
              <a:srgbClr val="48BE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252720" y="3817111"/>
            <a:ext cx="50704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Calibri"/>
                <a:cs typeface="Calibri"/>
              </a:rPr>
              <a:t>Uses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collection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tables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represent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relationships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amongst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data.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07508" y="4586985"/>
            <a:ext cx="6292850" cy="803910"/>
            <a:chOff x="5207508" y="4586985"/>
            <a:chExt cx="6292850" cy="803910"/>
          </a:xfrm>
        </p:grpSpPr>
        <p:sp>
          <p:nvSpPr>
            <p:cNvPr id="21" name="object 21"/>
            <p:cNvSpPr/>
            <p:nvPr/>
          </p:nvSpPr>
          <p:spPr>
            <a:xfrm>
              <a:off x="5207508" y="4593335"/>
              <a:ext cx="6292850" cy="0"/>
            </a:xfrm>
            <a:custGeom>
              <a:avLst/>
              <a:gdLst/>
              <a:ahLst/>
              <a:cxnLst/>
              <a:rect l="l" t="t" r="r" b="b"/>
              <a:pathLst>
                <a:path w="6292850">
                  <a:moveTo>
                    <a:pt x="0" y="0"/>
                  </a:moveTo>
                  <a:lnTo>
                    <a:pt x="6292595" y="0"/>
                  </a:lnTo>
                </a:path>
              </a:pathLst>
            </a:custGeom>
            <a:ln w="12700">
              <a:solidFill>
                <a:srgbClr val="50B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207508" y="5384291"/>
              <a:ext cx="6292850" cy="0"/>
            </a:xfrm>
            <a:custGeom>
              <a:avLst/>
              <a:gdLst/>
              <a:ahLst/>
              <a:cxnLst/>
              <a:rect l="l" t="t" r="r" b="b"/>
              <a:pathLst>
                <a:path w="6292850">
                  <a:moveTo>
                    <a:pt x="0" y="0"/>
                  </a:moveTo>
                  <a:lnTo>
                    <a:pt x="6292595" y="0"/>
                  </a:lnTo>
                </a:path>
              </a:pathLst>
            </a:custGeom>
            <a:ln w="12700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252720" y="4607179"/>
            <a:ext cx="6050280" cy="12528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 marR="5080">
              <a:lnSpc>
                <a:spcPts val="1639"/>
              </a:lnSpc>
              <a:spcBef>
                <a:spcPts val="285"/>
              </a:spcBef>
            </a:pPr>
            <a:r>
              <a:rPr sz="1500" dirty="0">
                <a:latin typeface="Calibri"/>
                <a:cs typeface="Calibri"/>
              </a:rPr>
              <a:t>Each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item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viewed</a:t>
            </a:r>
            <a:r>
              <a:rPr sz="1500" spc="-1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record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attributes.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record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with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similar attributes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table.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Each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table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contains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record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of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particular</a:t>
            </a:r>
            <a:r>
              <a:rPr sz="1500" spc="-5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type</a:t>
            </a:r>
            <a:endParaRPr sz="1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500">
              <a:latin typeface="Calibri"/>
              <a:cs typeface="Calibri"/>
            </a:endParaRPr>
          </a:p>
          <a:p>
            <a:pPr marL="12700" marR="341630">
              <a:lnSpc>
                <a:spcPts val="1639"/>
              </a:lnSpc>
            </a:pPr>
            <a:r>
              <a:rPr sz="1500" dirty="0">
                <a:latin typeface="Calibri"/>
                <a:cs typeface="Calibri"/>
              </a:rPr>
              <a:t>The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database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uses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relational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model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called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RDBMS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(Relational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Database </a:t>
            </a:r>
            <a:r>
              <a:rPr sz="1500" dirty="0">
                <a:latin typeface="Calibri"/>
                <a:cs typeface="Calibri"/>
              </a:rPr>
              <a:t>Management</a:t>
            </a:r>
            <a:r>
              <a:rPr sz="1500" spc="-7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System)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161" y="554862"/>
            <a:ext cx="2926892" cy="28829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07083" y="1340307"/>
            <a:ext cx="1417955" cy="12204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 algn="ctr">
              <a:lnSpc>
                <a:spcPct val="90000"/>
              </a:lnSpc>
              <a:spcBef>
                <a:spcPts val="434"/>
              </a:spcBef>
            </a:pPr>
            <a:r>
              <a:rPr sz="2800" dirty="0">
                <a:solidFill>
                  <a:srgbClr val="FFFFFF"/>
                </a:solidFill>
                <a:latin typeface="Calibri Light"/>
                <a:cs typeface="Calibri Light"/>
              </a:rPr>
              <a:t>Example-</a:t>
            </a:r>
            <a:r>
              <a:rPr sz="2800" spc="-25" dirty="0">
                <a:solidFill>
                  <a:srgbClr val="FFFFFF"/>
                </a:solidFill>
                <a:latin typeface="Calibri Light"/>
                <a:cs typeface="Calibri Light"/>
              </a:rPr>
              <a:t>Relational </a:t>
            </a:r>
            <a:r>
              <a:rPr sz="2800" spc="-10" dirty="0">
                <a:solidFill>
                  <a:srgbClr val="FFFFFF"/>
                </a:solidFill>
                <a:latin typeface="Calibri Light"/>
                <a:cs typeface="Calibri Light"/>
              </a:rPr>
              <a:t>Model</a:t>
            </a:r>
            <a:endParaRPr sz="2800">
              <a:latin typeface="Calibri Light"/>
              <a:cs typeface="Calibri Ligh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70753" y="2270251"/>
          <a:ext cx="5346700" cy="259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9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VALUE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266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7532" rIns="0" bIns="0" rtlCol="0">
            <a:spAutoFit/>
          </a:bodyPr>
          <a:lstStyle/>
          <a:p>
            <a:pPr marL="714248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latin typeface="Calibri"/>
                <a:cs typeface="Calibri"/>
              </a:rPr>
              <a:t>COLUMNS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6140" y="2336038"/>
            <a:ext cx="76517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20" dirty="0">
                <a:latin typeface="Calibri"/>
                <a:cs typeface="Calibri"/>
              </a:rPr>
              <a:t>ROWS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5814" y="5232272"/>
            <a:ext cx="73914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30" dirty="0">
                <a:latin typeface="Calibri"/>
                <a:cs typeface="Calibri"/>
              </a:rPr>
              <a:t>TABLE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91429" y="2488787"/>
            <a:ext cx="687070" cy="170815"/>
          </a:xfrm>
          <a:custGeom>
            <a:avLst/>
            <a:gdLst/>
            <a:ahLst/>
            <a:cxnLst/>
            <a:rect l="l" t="t" r="r" b="b"/>
            <a:pathLst>
              <a:path w="687070" h="170814">
                <a:moveTo>
                  <a:pt x="577733" y="106620"/>
                </a:moveTo>
                <a:lnTo>
                  <a:pt x="522605" y="134778"/>
                </a:lnTo>
                <a:lnTo>
                  <a:pt x="516725" y="139501"/>
                </a:lnTo>
                <a:lnTo>
                  <a:pt x="513191" y="145891"/>
                </a:lnTo>
                <a:lnTo>
                  <a:pt x="512300" y="153138"/>
                </a:lnTo>
                <a:lnTo>
                  <a:pt x="514350" y="160432"/>
                </a:lnTo>
                <a:lnTo>
                  <a:pt x="519072" y="166366"/>
                </a:lnTo>
                <a:lnTo>
                  <a:pt x="525462" y="169894"/>
                </a:lnTo>
                <a:lnTo>
                  <a:pt x="532709" y="170755"/>
                </a:lnTo>
                <a:lnTo>
                  <a:pt x="540004" y="168687"/>
                </a:lnTo>
                <a:lnTo>
                  <a:pt x="653875" y="110521"/>
                </a:lnTo>
                <a:lnTo>
                  <a:pt x="648081" y="110521"/>
                </a:lnTo>
                <a:lnTo>
                  <a:pt x="577733" y="106620"/>
                </a:lnTo>
                <a:close/>
              </a:path>
              <a:path w="687070" h="170814">
                <a:moveTo>
                  <a:pt x="611358" y="89445"/>
                </a:moveTo>
                <a:lnTo>
                  <a:pt x="577733" y="106620"/>
                </a:lnTo>
                <a:lnTo>
                  <a:pt x="648081" y="110521"/>
                </a:lnTo>
                <a:lnTo>
                  <a:pt x="648254" y="107473"/>
                </a:lnTo>
                <a:lnTo>
                  <a:pt x="638683" y="107473"/>
                </a:lnTo>
                <a:lnTo>
                  <a:pt x="611358" y="89445"/>
                </a:lnTo>
                <a:close/>
              </a:path>
              <a:path w="687070" h="170814">
                <a:moveTo>
                  <a:pt x="542432" y="0"/>
                </a:moveTo>
                <a:lnTo>
                  <a:pt x="534876" y="0"/>
                </a:lnTo>
                <a:lnTo>
                  <a:pt x="528147" y="2805"/>
                </a:lnTo>
                <a:lnTo>
                  <a:pt x="522859" y="8159"/>
                </a:lnTo>
                <a:lnTo>
                  <a:pt x="519995" y="15162"/>
                </a:lnTo>
                <a:lnTo>
                  <a:pt x="520049" y="22463"/>
                </a:lnTo>
                <a:lnTo>
                  <a:pt x="522841" y="29215"/>
                </a:lnTo>
                <a:lnTo>
                  <a:pt x="528193" y="34575"/>
                </a:lnTo>
                <a:lnTo>
                  <a:pt x="579807" y="68629"/>
                </a:lnTo>
                <a:lnTo>
                  <a:pt x="650240" y="72548"/>
                </a:lnTo>
                <a:lnTo>
                  <a:pt x="648081" y="110521"/>
                </a:lnTo>
                <a:lnTo>
                  <a:pt x="653875" y="110521"/>
                </a:lnTo>
                <a:lnTo>
                  <a:pt x="686943" y="93630"/>
                </a:lnTo>
                <a:lnTo>
                  <a:pt x="549437" y="2805"/>
                </a:lnTo>
                <a:lnTo>
                  <a:pt x="542432" y="0"/>
                </a:lnTo>
                <a:close/>
              </a:path>
              <a:path w="687070" h="170814">
                <a:moveTo>
                  <a:pt x="640461" y="74580"/>
                </a:moveTo>
                <a:lnTo>
                  <a:pt x="611358" y="89445"/>
                </a:lnTo>
                <a:lnTo>
                  <a:pt x="638683" y="107473"/>
                </a:lnTo>
                <a:lnTo>
                  <a:pt x="640461" y="74580"/>
                </a:lnTo>
                <a:close/>
              </a:path>
              <a:path w="687070" h="170814">
                <a:moveTo>
                  <a:pt x="650124" y="74580"/>
                </a:moveTo>
                <a:lnTo>
                  <a:pt x="640461" y="74580"/>
                </a:lnTo>
                <a:lnTo>
                  <a:pt x="638729" y="106620"/>
                </a:lnTo>
                <a:lnTo>
                  <a:pt x="638683" y="107473"/>
                </a:lnTo>
                <a:lnTo>
                  <a:pt x="648254" y="107473"/>
                </a:lnTo>
                <a:lnTo>
                  <a:pt x="650124" y="74580"/>
                </a:lnTo>
                <a:close/>
              </a:path>
              <a:path w="687070" h="170814">
                <a:moveTo>
                  <a:pt x="2032" y="36480"/>
                </a:moveTo>
                <a:lnTo>
                  <a:pt x="108" y="72548"/>
                </a:lnTo>
                <a:lnTo>
                  <a:pt x="0" y="74580"/>
                </a:lnTo>
                <a:lnTo>
                  <a:pt x="577733" y="106620"/>
                </a:lnTo>
                <a:lnTo>
                  <a:pt x="611358" y="89445"/>
                </a:lnTo>
                <a:lnTo>
                  <a:pt x="579807" y="68629"/>
                </a:lnTo>
                <a:lnTo>
                  <a:pt x="2032" y="36480"/>
                </a:lnTo>
                <a:close/>
              </a:path>
              <a:path w="687070" h="170814">
                <a:moveTo>
                  <a:pt x="579807" y="68629"/>
                </a:moveTo>
                <a:lnTo>
                  <a:pt x="611358" y="89445"/>
                </a:lnTo>
                <a:lnTo>
                  <a:pt x="640461" y="74580"/>
                </a:lnTo>
                <a:lnTo>
                  <a:pt x="650124" y="74580"/>
                </a:lnTo>
                <a:lnTo>
                  <a:pt x="650240" y="72548"/>
                </a:lnTo>
                <a:lnTo>
                  <a:pt x="579807" y="686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061775" y="1438528"/>
            <a:ext cx="171450" cy="839469"/>
          </a:xfrm>
          <a:custGeom>
            <a:avLst/>
            <a:gdLst/>
            <a:ahLst/>
            <a:cxnLst/>
            <a:rect l="l" t="t" r="r" b="b"/>
            <a:pathLst>
              <a:path w="171450" h="839469">
                <a:moveTo>
                  <a:pt x="17387" y="665224"/>
                </a:moveTo>
                <a:lnTo>
                  <a:pt x="10090" y="667385"/>
                </a:lnTo>
                <a:lnTo>
                  <a:pt x="4250" y="672125"/>
                </a:lnTo>
                <a:lnTo>
                  <a:pt x="803" y="678545"/>
                </a:lnTo>
                <a:lnTo>
                  <a:pt x="0" y="685798"/>
                </a:lnTo>
                <a:lnTo>
                  <a:pt x="2089" y="693038"/>
                </a:lnTo>
                <a:lnTo>
                  <a:pt x="78670" y="839216"/>
                </a:lnTo>
                <a:lnTo>
                  <a:pt x="102530" y="802259"/>
                </a:lnTo>
                <a:lnTo>
                  <a:pt x="99371" y="802259"/>
                </a:lnTo>
                <a:lnTo>
                  <a:pt x="61398" y="800608"/>
                </a:lnTo>
                <a:lnTo>
                  <a:pt x="64513" y="731945"/>
                </a:lnTo>
                <a:lnTo>
                  <a:pt x="64589" y="730265"/>
                </a:lnTo>
                <a:lnTo>
                  <a:pt x="35871" y="675386"/>
                </a:lnTo>
                <a:lnTo>
                  <a:pt x="31075" y="669474"/>
                </a:lnTo>
                <a:lnTo>
                  <a:pt x="24647" y="666003"/>
                </a:lnTo>
                <a:lnTo>
                  <a:pt x="17387" y="665224"/>
                </a:lnTo>
                <a:close/>
              </a:path>
              <a:path w="171450" h="839469">
                <a:moveTo>
                  <a:pt x="64589" y="730265"/>
                </a:moveTo>
                <a:lnTo>
                  <a:pt x="61398" y="800608"/>
                </a:lnTo>
                <a:lnTo>
                  <a:pt x="99371" y="802259"/>
                </a:lnTo>
                <a:lnTo>
                  <a:pt x="99811" y="792607"/>
                </a:lnTo>
                <a:lnTo>
                  <a:pt x="97212" y="792607"/>
                </a:lnTo>
                <a:lnTo>
                  <a:pt x="64319" y="791083"/>
                </a:lnTo>
                <a:lnTo>
                  <a:pt x="82061" y="763654"/>
                </a:lnTo>
                <a:lnTo>
                  <a:pt x="64589" y="730265"/>
                </a:lnTo>
                <a:close/>
              </a:path>
              <a:path w="171450" h="839469">
                <a:moveTo>
                  <a:pt x="155489" y="671474"/>
                </a:moveTo>
                <a:lnTo>
                  <a:pt x="102573" y="731945"/>
                </a:lnTo>
                <a:lnTo>
                  <a:pt x="99446" y="800608"/>
                </a:lnTo>
                <a:lnTo>
                  <a:pt x="99371" y="802259"/>
                </a:lnTo>
                <a:lnTo>
                  <a:pt x="102530" y="802259"/>
                </a:lnTo>
                <a:lnTo>
                  <a:pt x="168205" y="700532"/>
                </a:lnTo>
                <a:lnTo>
                  <a:pt x="170973" y="693531"/>
                </a:lnTo>
                <a:lnTo>
                  <a:pt x="170824" y="686244"/>
                </a:lnTo>
                <a:lnTo>
                  <a:pt x="167937" y="679529"/>
                </a:lnTo>
                <a:lnTo>
                  <a:pt x="162490" y="674243"/>
                </a:lnTo>
                <a:lnTo>
                  <a:pt x="155489" y="671474"/>
                </a:lnTo>
                <a:close/>
              </a:path>
              <a:path w="171450" h="839469">
                <a:moveTo>
                  <a:pt x="82061" y="763654"/>
                </a:moveTo>
                <a:lnTo>
                  <a:pt x="64319" y="791083"/>
                </a:lnTo>
                <a:lnTo>
                  <a:pt x="97212" y="792607"/>
                </a:lnTo>
                <a:lnTo>
                  <a:pt x="82061" y="763654"/>
                </a:lnTo>
                <a:close/>
              </a:path>
              <a:path w="171450" h="839469">
                <a:moveTo>
                  <a:pt x="102573" y="731945"/>
                </a:moveTo>
                <a:lnTo>
                  <a:pt x="82061" y="763654"/>
                </a:lnTo>
                <a:lnTo>
                  <a:pt x="97212" y="792607"/>
                </a:lnTo>
                <a:lnTo>
                  <a:pt x="99811" y="792607"/>
                </a:lnTo>
                <a:lnTo>
                  <a:pt x="102573" y="731945"/>
                </a:lnTo>
                <a:close/>
              </a:path>
              <a:path w="171450" h="839469">
                <a:moveTo>
                  <a:pt x="97720" y="0"/>
                </a:moveTo>
                <a:lnTo>
                  <a:pt x="64589" y="730265"/>
                </a:lnTo>
                <a:lnTo>
                  <a:pt x="82061" y="763654"/>
                </a:lnTo>
                <a:lnTo>
                  <a:pt x="102573" y="731945"/>
                </a:lnTo>
                <a:lnTo>
                  <a:pt x="135820" y="1778"/>
                </a:lnTo>
                <a:lnTo>
                  <a:pt x="9772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78645" y="4859039"/>
            <a:ext cx="1067435" cy="600075"/>
          </a:xfrm>
          <a:custGeom>
            <a:avLst/>
            <a:gdLst/>
            <a:ahLst/>
            <a:cxnLst/>
            <a:rect l="l" t="t" r="r" b="b"/>
            <a:pathLst>
              <a:path w="1067434" h="600075">
                <a:moveTo>
                  <a:pt x="982218" y="561828"/>
                </a:moveTo>
                <a:lnTo>
                  <a:pt x="0" y="561828"/>
                </a:lnTo>
                <a:lnTo>
                  <a:pt x="0" y="599928"/>
                </a:lnTo>
                <a:lnTo>
                  <a:pt x="1020318" y="599928"/>
                </a:lnTo>
                <a:lnTo>
                  <a:pt x="1020318" y="580878"/>
                </a:lnTo>
                <a:lnTo>
                  <a:pt x="982218" y="580878"/>
                </a:lnTo>
                <a:lnTo>
                  <a:pt x="982218" y="561828"/>
                </a:lnTo>
                <a:close/>
              </a:path>
              <a:path w="1067434" h="600075">
                <a:moveTo>
                  <a:pt x="1020318" y="112787"/>
                </a:moveTo>
                <a:lnTo>
                  <a:pt x="982218" y="135029"/>
                </a:lnTo>
                <a:lnTo>
                  <a:pt x="982218" y="580878"/>
                </a:lnTo>
                <a:lnTo>
                  <a:pt x="1001268" y="561828"/>
                </a:lnTo>
                <a:lnTo>
                  <a:pt x="1020318" y="561828"/>
                </a:lnTo>
                <a:lnTo>
                  <a:pt x="1020318" y="112787"/>
                </a:lnTo>
                <a:close/>
              </a:path>
              <a:path w="1067434" h="600075">
                <a:moveTo>
                  <a:pt x="1020318" y="561828"/>
                </a:moveTo>
                <a:lnTo>
                  <a:pt x="1001268" y="561828"/>
                </a:lnTo>
                <a:lnTo>
                  <a:pt x="982218" y="580878"/>
                </a:lnTo>
                <a:lnTo>
                  <a:pt x="1020318" y="580878"/>
                </a:lnTo>
                <a:lnTo>
                  <a:pt x="1020318" y="561828"/>
                </a:lnTo>
                <a:close/>
              </a:path>
              <a:path w="1067434" h="600075">
                <a:moveTo>
                  <a:pt x="982218" y="90774"/>
                </a:moveTo>
                <a:lnTo>
                  <a:pt x="905128" y="135743"/>
                </a:lnTo>
                <a:lnTo>
                  <a:pt x="899521" y="140795"/>
                </a:lnTo>
                <a:lnTo>
                  <a:pt x="896365" y="147395"/>
                </a:lnTo>
                <a:lnTo>
                  <a:pt x="895877" y="154709"/>
                </a:lnTo>
                <a:lnTo>
                  <a:pt x="898271" y="161905"/>
                </a:lnTo>
                <a:lnTo>
                  <a:pt x="903323" y="167512"/>
                </a:lnTo>
                <a:lnTo>
                  <a:pt x="909923" y="170668"/>
                </a:lnTo>
                <a:lnTo>
                  <a:pt x="917237" y="171156"/>
                </a:lnTo>
                <a:lnTo>
                  <a:pt x="924432" y="168763"/>
                </a:lnTo>
                <a:lnTo>
                  <a:pt x="982218" y="135029"/>
                </a:lnTo>
                <a:lnTo>
                  <a:pt x="982218" y="90774"/>
                </a:lnTo>
                <a:close/>
              </a:path>
              <a:path w="1067434" h="600075">
                <a:moveTo>
                  <a:pt x="991126" y="85578"/>
                </a:moveTo>
                <a:lnTo>
                  <a:pt x="982218" y="90774"/>
                </a:lnTo>
                <a:lnTo>
                  <a:pt x="982218" y="135029"/>
                </a:lnTo>
                <a:lnTo>
                  <a:pt x="1020318" y="112787"/>
                </a:lnTo>
                <a:lnTo>
                  <a:pt x="1020318" y="104628"/>
                </a:lnTo>
                <a:lnTo>
                  <a:pt x="1001268" y="104628"/>
                </a:lnTo>
                <a:lnTo>
                  <a:pt x="1009563" y="96333"/>
                </a:lnTo>
                <a:lnTo>
                  <a:pt x="991126" y="85578"/>
                </a:lnTo>
                <a:close/>
              </a:path>
              <a:path w="1067434" h="600075">
                <a:moveTo>
                  <a:pt x="1029080" y="85578"/>
                </a:moveTo>
                <a:lnTo>
                  <a:pt x="1020318" y="85578"/>
                </a:lnTo>
                <a:lnTo>
                  <a:pt x="1020318" y="112787"/>
                </a:lnTo>
                <a:lnTo>
                  <a:pt x="1034294" y="104628"/>
                </a:lnTo>
                <a:lnTo>
                  <a:pt x="1029080" y="104628"/>
                </a:lnTo>
                <a:lnTo>
                  <a:pt x="1029080" y="85578"/>
                </a:lnTo>
                <a:close/>
              </a:path>
              <a:path w="1067434" h="600075">
                <a:moveTo>
                  <a:pt x="1009563" y="96333"/>
                </a:moveTo>
                <a:lnTo>
                  <a:pt x="1001268" y="104628"/>
                </a:lnTo>
                <a:lnTo>
                  <a:pt x="1020318" y="104628"/>
                </a:lnTo>
                <a:lnTo>
                  <a:pt x="1020318" y="102088"/>
                </a:lnTo>
                <a:lnTo>
                  <a:pt x="1019428" y="102088"/>
                </a:lnTo>
                <a:lnTo>
                  <a:pt x="1009563" y="96333"/>
                </a:lnTo>
                <a:close/>
              </a:path>
              <a:path w="1067434" h="600075">
                <a:moveTo>
                  <a:pt x="1034294" y="66528"/>
                </a:moveTo>
                <a:lnTo>
                  <a:pt x="1029080" y="66528"/>
                </a:lnTo>
                <a:lnTo>
                  <a:pt x="1029080" y="104628"/>
                </a:lnTo>
                <a:lnTo>
                  <a:pt x="1034294" y="104628"/>
                </a:lnTo>
                <a:lnTo>
                  <a:pt x="1066927" y="85578"/>
                </a:lnTo>
                <a:lnTo>
                  <a:pt x="1034294" y="66528"/>
                </a:lnTo>
                <a:close/>
              </a:path>
              <a:path w="1067434" h="600075">
                <a:moveTo>
                  <a:pt x="1019428" y="86467"/>
                </a:moveTo>
                <a:lnTo>
                  <a:pt x="1009563" y="96333"/>
                </a:lnTo>
                <a:lnTo>
                  <a:pt x="1019428" y="102088"/>
                </a:lnTo>
                <a:lnTo>
                  <a:pt x="1019428" y="86467"/>
                </a:lnTo>
                <a:close/>
              </a:path>
              <a:path w="1067434" h="600075">
                <a:moveTo>
                  <a:pt x="1020318" y="85578"/>
                </a:moveTo>
                <a:lnTo>
                  <a:pt x="1019428" y="86467"/>
                </a:lnTo>
                <a:lnTo>
                  <a:pt x="1019428" y="102088"/>
                </a:lnTo>
                <a:lnTo>
                  <a:pt x="1020318" y="102088"/>
                </a:lnTo>
                <a:lnTo>
                  <a:pt x="1020318" y="85578"/>
                </a:lnTo>
                <a:close/>
              </a:path>
              <a:path w="1067434" h="600075">
                <a:moveTo>
                  <a:pt x="1019428" y="69068"/>
                </a:moveTo>
                <a:lnTo>
                  <a:pt x="991126" y="85578"/>
                </a:lnTo>
                <a:lnTo>
                  <a:pt x="1009563" y="96333"/>
                </a:lnTo>
                <a:lnTo>
                  <a:pt x="1019428" y="86467"/>
                </a:lnTo>
                <a:lnTo>
                  <a:pt x="1019428" y="69068"/>
                </a:lnTo>
                <a:close/>
              </a:path>
              <a:path w="1067434" h="600075">
                <a:moveTo>
                  <a:pt x="982218" y="80381"/>
                </a:moveTo>
                <a:lnTo>
                  <a:pt x="982218" y="90774"/>
                </a:lnTo>
                <a:lnTo>
                  <a:pt x="991126" y="85578"/>
                </a:lnTo>
                <a:lnTo>
                  <a:pt x="982218" y="80381"/>
                </a:lnTo>
                <a:close/>
              </a:path>
              <a:path w="1067434" h="600075">
                <a:moveTo>
                  <a:pt x="1029080" y="69068"/>
                </a:moveTo>
                <a:lnTo>
                  <a:pt x="1019428" y="69068"/>
                </a:lnTo>
                <a:lnTo>
                  <a:pt x="1019428" y="86467"/>
                </a:lnTo>
                <a:lnTo>
                  <a:pt x="1020318" y="85578"/>
                </a:lnTo>
                <a:lnTo>
                  <a:pt x="1029080" y="85578"/>
                </a:lnTo>
                <a:lnTo>
                  <a:pt x="1029080" y="69068"/>
                </a:lnTo>
                <a:close/>
              </a:path>
              <a:path w="1067434" h="600075">
                <a:moveTo>
                  <a:pt x="1029080" y="66528"/>
                </a:moveTo>
                <a:lnTo>
                  <a:pt x="982218" y="66528"/>
                </a:lnTo>
                <a:lnTo>
                  <a:pt x="982218" y="80381"/>
                </a:lnTo>
                <a:lnTo>
                  <a:pt x="991126" y="85578"/>
                </a:lnTo>
                <a:lnTo>
                  <a:pt x="1019428" y="69068"/>
                </a:lnTo>
                <a:lnTo>
                  <a:pt x="1029080" y="69068"/>
                </a:lnTo>
                <a:lnTo>
                  <a:pt x="1029080" y="66528"/>
                </a:lnTo>
                <a:close/>
              </a:path>
              <a:path w="1067434" h="600075">
                <a:moveTo>
                  <a:pt x="917237" y="0"/>
                </a:moveTo>
                <a:lnTo>
                  <a:pt x="909923" y="488"/>
                </a:lnTo>
                <a:lnTo>
                  <a:pt x="903323" y="3643"/>
                </a:lnTo>
                <a:lnTo>
                  <a:pt x="898271" y="9251"/>
                </a:lnTo>
                <a:lnTo>
                  <a:pt x="895877" y="16446"/>
                </a:lnTo>
                <a:lnTo>
                  <a:pt x="896365" y="23760"/>
                </a:lnTo>
                <a:lnTo>
                  <a:pt x="899521" y="30360"/>
                </a:lnTo>
                <a:lnTo>
                  <a:pt x="905128" y="35413"/>
                </a:lnTo>
                <a:lnTo>
                  <a:pt x="982218" y="80381"/>
                </a:lnTo>
                <a:lnTo>
                  <a:pt x="982218" y="66528"/>
                </a:lnTo>
                <a:lnTo>
                  <a:pt x="1034294" y="66528"/>
                </a:lnTo>
                <a:lnTo>
                  <a:pt x="924432" y="2393"/>
                </a:lnTo>
                <a:lnTo>
                  <a:pt x="9172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540773" y="4944490"/>
            <a:ext cx="838200" cy="553085"/>
          </a:xfrm>
          <a:custGeom>
            <a:avLst/>
            <a:gdLst/>
            <a:ahLst/>
            <a:cxnLst/>
            <a:rect l="l" t="t" r="r" b="b"/>
            <a:pathLst>
              <a:path w="838200" h="553085">
                <a:moveTo>
                  <a:pt x="114561" y="65858"/>
                </a:moveTo>
                <a:lnTo>
                  <a:pt x="114153" y="66095"/>
                </a:lnTo>
                <a:lnTo>
                  <a:pt x="114153" y="552576"/>
                </a:lnTo>
                <a:lnTo>
                  <a:pt x="837672" y="552576"/>
                </a:lnTo>
                <a:lnTo>
                  <a:pt x="837672" y="533526"/>
                </a:lnTo>
                <a:lnTo>
                  <a:pt x="152253" y="533526"/>
                </a:lnTo>
                <a:lnTo>
                  <a:pt x="133203" y="514476"/>
                </a:lnTo>
                <a:lnTo>
                  <a:pt x="152253" y="514476"/>
                </a:lnTo>
                <a:lnTo>
                  <a:pt x="152269" y="184276"/>
                </a:lnTo>
                <a:lnTo>
                  <a:pt x="135108" y="184276"/>
                </a:lnTo>
                <a:lnTo>
                  <a:pt x="127662" y="182876"/>
                </a:lnTo>
                <a:lnTo>
                  <a:pt x="121550" y="178879"/>
                </a:lnTo>
                <a:lnTo>
                  <a:pt x="117391" y="172882"/>
                </a:lnTo>
                <a:lnTo>
                  <a:pt x="115804" y="165480"/>
                </a:lnTo>
                <a:lnTo>
                  <a:pt x="114564" y="66095"/>
                </a:lnTo>
                <a:lnTo>
                  <a:pt x="114561" y="65858"/>
                </a:lnTo>
                <a:close/>
              </a:path>
              <a:path w="838200" h="553085">
                <a:moveTo>
                  <a:pt x="152253" y="514476"/>
                </a:moveTo>
                <a:lnTo>
                  <a:pt x="133203" y="514476"/>
                </a:lnTo>
                <a:lnTo>
                  <a:pt x="152253" y="533526"/>
                </a:lnTo>
                <a:lnTo>
                  <a:pt x="152253" y="514476"/>
                </a:lnTo>
                <a:close/>
              </a:path>
              <a:path w="838200" h="553085">
                <a:moveTo>
                  <a:pt x="837672" y="514476"/>
                </a:moveTo>
                <a:lnTo>
                  <a:pt x="152253" y="514476"/>
                </a:lnTo>
                <a:lnTo>
                  <a:pt x="152253" y="533526"/>
                </a:lnTo>
                <a:lnTo>
                  <a:pt x="837672" y="533526"/>
                </a:lnTo>
                <a:lnTo>
                  <a:pt x="837672" y="514476"/>
                </a:lnTo>
                <a:close/>
              </a:path>
              <a:path w="838200" h="553085">
                <a:moveTo>
                  <a:pt x="152253" y="32892"/>
                </a:moveTo>
                <a:lnTo>
                  <a:pt x="114153" y="32892"/>
                </a:lnTo>
                <a:lnTo>
                  <a:pt x="114153" y="33146"/>
                </a:lnTo>
                <a:lnTo>
                  <a:pt x="142855" y="49402"/>
                </a:lnTo>
                <a:lnTo>
                  <a:pt x="114561" y="65858"/>
                </a:lnTo>
                <a:lnTo>
                  <a:pt x="115797" y="164972"/>
                </a:lnTo>
                <a:lnTo>
                  <a:pt x="115804" y="165480"/>
                </a:lnTo>
                <a:lnTo>
                  <a:pt x="117292" y="172418"/>
                </a:lnTo>
                <a:lnTo>
                  <a:pt x="117391" y="172882"/>
                </a:lnTo>
                <a:lnTo>
                  <a:pt x="121550" y="178879"/>
                </a:lnTo>
                <a:lnTo>
                  <a:pt x="127662" y="182876"/>
                </a:lnTo>
                <a:lnTo>
                  <a:pt x="135108" y="184276"/>
                </a:lnTo>
                <a:lnTo>
                  <a:pt x="142509" y="182689"/>
                </a:lnTo>
                <a:lnTo>
                  <a:pt x="148506" y="178530"/>
                </a:lnTo>
                <a:lnTo>
                  <a:pt x="152199" y="172882"/>
                </a:lnTo>
                <a:lnTo>
                  <a:pt x="152253" y="32892"/>
                </a:lnTo>
                <a:close/>
              </a:path>
              <a:path w="838200" h="553085">
                <a:moveTo>
                  <a:pt x="152270" y="172882"/>
                </a:moveTo>
                <a:lnTo>
                  <a:pt x="148506" y="178530"/>
                </a:lnTo>
                <a:lnTo>
                  <a:pt x="142509" y="182689"/>
                </a:lnTo>
                <a:lnTo>
                  <a:pt x="135108" y="184276"/>
                </a:lnTo>
                <a:lnTo>
                  <a:pt x="152269" y="184276"/>
                </a:lnTo>
                <a:lnTo>
                  <a:pt x="152270" y="172882"/>
                </a:lnTo>
                <a:close/>
              </a:path>
              <a:path w="838200" h="553085">
                <a:moveTo>
                  <a:pt x="152280" y="33146"/>
                </a:moveTo>
                <a:lnTo>
                  <a:pt x="152270" y="172882"/>
                </a:lnTo>
                <a:lnTo>
                  <a:pt x="152503" y="172418"/>
                </a:lnTo>
                <a:lnTo>
                  <a:pt x="153808" y="165480"/>
                </a:lnTo>
                <a:lnTo>
                  <a:pt x="153904" y="164972"/>
                </a:lnTo>
                <a:lnTo>
                  <a:pt x="152280" y="33146"/>
                </a:lnTo>
                <a:close/>
              </a:path>
              <a:path w="838200" h="553085">
                <a:moveTo>
                  <a:pt x="151872" y="0"/>
                </a:moveTo>
                <a:lnTo>
                  <a:pt x="9251" y="83057"/>
                </a:lnTo>
                <a:lnTo>
                  <a:pt x="3643" y="88036"/>
                </a:lnTo>
                <a:lnTo>
                  <a:pt x="488" y="94599"/>
                </a:lnTo>
                <a:lnTo>
                  <a:pt x="0" y="101899"/>
                </a:lnTo>
                <a:lnTo>
                  <a:pt x="2393" y="109092"/>
                </a:lnTo>
                <a:lnTo>
                  <a:pt x="7443" y="114718"/>
                </a:lnTo>
                <a:lnTo>
                  <a:pt x="14029" y="117903"/>
                </a:lnTo>
                <a:lnTo>
                  <a:pt x="21306" y="118397"/>
                </a:lnTo>
                <a:lnTo>
                  <a:pt x="28428" y="115950"/>
                </a:lnTo>
                <a:lnTo>
                  <a:pt x="114153" y="66095"/>
                </a:lnTo>
                <a:lnTo>
                  <a:pt x="114153" y="32892"/>
                </a:lnTo>
                <a:lnTo>
                  <a:pt x="152253" y="32892"/>
                </a:lnTo>
                <a:lnTo>
                  <a:pt x="152253" y="30932"/>
                </a:lnTo>
                <a:lnTo>
                  <a:pt x="151872" y="0"/>
                </a:lnTo>
                <a:close/>
              </a:path>
              <a:path w="838200" h="553085">
                <a:moveTo>
                  <a:pt x="114153" y="33146"/>
                </a:moveTo>
                <a:lnTo>
                  <a:pt x="114153" y="66095"/>
                </a:lnTo>
                <a:lnTo>
                  <a:pt x="114561" y="65858"/>
                </a:lnTo>
                <a:lnTo>
                  <a:pt x="114153" y="33146"/>
                </a:lnTo>
                <a:close/>
              </a:path>
              <a:path w="838200" h="553085">
                <a:moveTo>
                  <a:pt x="114153" y="33146"/>
                </a:moveTo>
                <a:lnTo>
                  <a:pt x="114561" y="65858"/>
                </a:lnTo>
                <a:lnTo>
                  <a:pt x="142855" y="49402"/>
                </a:lnTo>
                <a:lnTo>
                  <a:pt x="114153" y="331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152903"/>
            <a:ext cx="3497579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75"/>
              </a:spcBef>
            </a:pPr>
            <a:r>
              <a:rPr sz="4800" spc="-65" dirty="0">
                <a:latin typeface="Calibri Light"/>
                <a:cs typeface="Calibri Light"/>
              </a:rPr>
              <a:t>Advantages</a:t>
            </a:r>
            <a:r>
              <a:rPr sz="4800" spc="-190" dirty="0">
                <a:latin typeface="Calibri Light"/>
                <a:cs typeface="Calibri Light"/>
              </a:rPr>
              <a:t> </a:t>
            </a:r>
            <a:r>
              <a:rPr sz="4800" spc="-25" dirty="0">
                <a:latin typeface="Calibri Light"/>
                <a:cs typeface="Calibri Light"/>
              </a:rPr>
              <a:t>Of </a:t>
            </a:r>
            <a:r>
              <a:rPr sz="4800" spc="-10" dirty="0">
                <a:latin typeface="Calibri Light"/>
                <a:cs typeface="Calibri Light"/>
              </a:rPr>
              <a:t>Relational Model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67528" y="304800"/>
            <a:ext cx="2946400" cy="1767839"/>
          </a:xfrm>
          <a:prstGeom prst="rect">
            <a:avLst/>
          </a:prstGeom>
          <a:solidFill>
            <a:srgbClr val="EC7C30"/>
          </a:solidFill>
        </p:spPr>
        <p:txBody>
          <a:bodyPr vert="horz" wrap="square" lIns="0" tIns="342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27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Algebra</a:t>
            </a:r>
            <a:endParaRPr sz="2100">
              <a:latin typeface="Calibri"/>
              <a:cs typeface="Calibri"/>
            </a:endParaRPr>
          </a:p>
          <a:p>
            <a:pPr marL="250825" marR="69850" indent="-171450" algn="just">
              <a:lnSpc>
                <a:spcPct val="91500"/>
              </a:lnSpc>
              <a:spcBef>
                <a:spcPts val="940"/>
              </a:spcBef>
              <a:buChar char="•"/>
              <a:tabLst>
                <a:tab pos="25209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sz="1600" spc="4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r>
              <a:rPr sz="1600" spc="45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algebra,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union,</a:t>
            </a:r>
            <a:r>
              <a:rPr sz="1600" spc="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intersection,</a:t>
            </a:r>
            <a:r>
              <a:rPr sz="1600" spc="2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difference,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Cartesian</a:t>
            </a:r>
            <a:r>
              <a:rPr sz="1600" spc="41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product,</a:t>
            </a:r>
            <a:r>
              <a:rPr sz="1600" spc="415" dirty="0">
                <a:solidFill>
                  <a:srgbClr val="FFFFFF"/>
                </a:solidFill>
                <a:latin typeface="Calibri"/>
                <a:cs typeface="Calibri"/>
              </a:rPr>
              <a:t>  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select,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project,</a:t>
            </a:r>
            <a:r>
              <a:rPr sz="16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join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division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09076" y="304800"/>
            <a:ext cx="2946400" cy="1767839"/>
          </a:xfrm>
          <a:prstGeom prst="rect">
            <a:avLst/>
          </a:prstGeom>
          <a:solidFill>
            <a:srgbClr val="DC794A"/>
          </a:solidFill>
        </p:spPr>
        <p:txBody>
          <a:bodyPr vert="horz" wrap="square" lIns="0" tIns="3429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70"/>
              </a:spcBef>
            </a:pP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Dynamic</a:t>
            </a:r>
            <a:r>
              <a:rPr sz="2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2100">
              <a:latin typeface="Calibri"/>
              <a:cs typeface="Calibri"/>
            </a:endParaRPr>
          </a:p>
          <a:p>
            <a:pPr marL="251460" marR="254000" indent="-171450">
              <a:lnSpc>
                <a:spcPct val="91500"/>
              </a:lnSpc>
              <a:spcBef>
                <a:spcPts val="940"/>
              </a:spcBef>
              <a:buChar char="•"/>
              <a:tabLst>
                <a:tab pos="252729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physical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schema,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hence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data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r>
              <a:rPr sz="16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changes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the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present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7528" y="2368295"/>
            <a:ext cx="2946400" cy="1767839"/>
          </a:xfrm>
          <a:prstGeom prst="rect">
            <a:avLst/>
          </a:prstGeom>
          <a:solidFill>
            <a:srgbClr val="CC7C63"/>
          </a:solidFill>
        </p:spPr>
        <p:txBody>
          <a:bodyPr vert="horz" wrap="square" lIns="0" tIns="3429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270"/>
              </a:spcBef>
            </a:pP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2100">
              <a:latin typeface="Calibri"/>
              <a:cs typeface="Calibri"/>
            </a:endParaRPr>
          </a:p>
          <a:p>
            <a:pPr marL="250825" marR="71120" indent="-171450" algn="just">
              <a:lnSpc>
                <a:spcPct val="91500"/>
              </a:lnSpc>
              <a:spcBef>
                <a:spcPts val="940"/>
              </a:spcBef>
              <a:buChar char="•"/>
              <a:tabLst>
                <a:tab pos="25209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English</a:t>
            </a:r>
            <a:r>
              <a:rPr sz="16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16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language</a:t>
            </a:r>
            <a:r>
              <a:rPr sz="1600" spc="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600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can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600" spc="4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600" spc="4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600" spc="4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600" spc="4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600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form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RDBMS.</a:t>
            </a:r>
            <a:r>
              <a:rPr sz="16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1600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vendors</a:t>
            </a:r>
            <a:r>
              <a:rPr sz="16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support 	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09076" y="2368295"/>
            <a:ext cx="2946400" cy="1767839"/>
          </a:xfrm>
          <a:prstGeom prst="rect">
            <a:avLst/>
          </a:prstGeom>
          <a:solidFill>
            <a:srgbClr val="BC857A"/>
          </a:solidFill>
        </p:spPr>
        <p:txBody>
          <a:bodyPr vert="horz" wrap="square" lIns="0" tIns="3429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7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Excellent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Security</a:t>
            </a:r>
            <a:endParaRPr sz="2100">
              <a:latin typeface="Calibri"/>
              <a:cs typeface="Calibri"/>
            </a:endParaRPr>
          </a:p>
          <a:p>
            <a:pPr marL="251460" marR="70485" indent="-171450" algn="just">
              <a:lnSpc>
                <a:spcPct val="91600"/>
              </a:lnSpc>
              <a:spcBef>
                <a:spcPts val="935"/>
              </a:spcBef>
              <a:buChar char="•"/>
              <a:tabLst>
                <a:tab pos="252729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6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sz="1600" spc="10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user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rights</a:t>
            </a:r>
            <a:r>
              <a:rPr sz="1600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thus</a:t>
            </a:r>
            <a:r>
              <a:rPr sz="1600" spc="2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meeting</a:t>
            </a:r>
            <a:r>
              <a:rPr sz="1600" spc="2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600" spc="2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needs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7528" y="4430267"/>
            <a:ext cx="2946400" cy="1767839"/>
          </a:xfrm>
          <a:prstGeom prst="rect">
            <a:avLst/>
          </a:prstGeom>
          <a:solidFill>
            <a:srgbClr val="AF9291"/>
          </a:solidFill>
        </p:spPr>
        <p:txBody>
          <a:bodyPr vert="horz" wrap="square" lIns="0" tIns="35560" rIns="0" bIns="0" rtlCol="0">
            <a:spAutoFit/>
          </a:bodyPr>
          <a:lstStyle/>
          <a:p>
            <a:pPr marL="80010">
              <a:lnSpc>
                <a:spcPct val="100000"/>
              </a:lnSpc>
              <a:spcBef>
                <a:spcPts val="28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endParaRPr sz="2100">
              <a:latin typeface="Calibri"/>
              <a:cs typeface="Calibri"/>
            </a:endParaRPr>
          </a:p>
          <a:p>
            <a:pPr marL="250825" marR="69215" indent="-171450" algn="just">
              <a:lnSpc>
                <a:spcPct val="91500"/>
              </a:lnSpc>
              <a:spcBef>
                <a:spcPts val="940"/>
              </a:spcBef>
              <a:buChar char="•"/>
              <a:tabLst>
                <a:tab pos="252095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1600" spc="16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16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600" spc="16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to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new</a:t>
            </a:r>
            <a:r>
              <a:rPr sz="1600" spc="434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hardware</a:t>
            </a:r>
            <a:r>
              <a:rPr sz="1600" spc="4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technologies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flexible</a:t>
            </a:r>
            <a:r>
              <a:rPr sz="1600"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types of</a:t>
            </a:r>
            <a:r>
              <a:rPr sz="16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data 	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needs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609076" y="4430267"/>
            <a:ext cx="2946400" cy="1767839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35560" rIns="0" bIns="0" rtlCol="0">
            <a:spAutoFit/>
          </a:bodyPr>
          <a:lstStyle/>
          <a:p>
            <a:pPr marL="80645">
              <a:lnSpc>
                <a:spcPct val="100000"/>
              </a:lnSpc>
              <a:spcBef>
                <a:spcPts val="28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endParaRPr sz="2100">
              <a:latin typeface="Calibri"/>
              <a:cs typeface="Calibri"/>
            </a:endParaRPr>
          </a:p>
          <a:p>
            <a:pPr marL="251460" marR="68580" indent="-171450" algn="just">
              <a:lnSpc>
                <a:spcPct val="91600"/>
              </a:lnSpc>
              <a:spcBef>
                <a:spcPts val="935"/>
              </a:spcBef>
              <a:buChar char="•"/>
              <a:tabLst>
                <a:tab pos="252729" algn="l"/>
                <a:tab pos="1626235" algn="l"/>
                <a:tab pos="2590800" algn="l"/>
              </a:tabLst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Scalable</a:t>
            </a:r>
            <a:r>
              <a:rPr sz="1600" spc="38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3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1600" spc="39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good 	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1600" spc="-25" dirty="0">
                <a:solidFill>
                  <a:srgbClr val="FFFFFF"/>
                </a:solidFill>
                <a:latin typeface="Calibri"/>
                <a:cs typeface="Calibri"/>
              </a:rPr>
              <a:t>the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r>
              <a:rPr sz="1600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600" spc="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distributed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r>
              <a:rPr sz="1600" spc="1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600" spc="14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600" spc="14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advanced 	</a:t>
            </a: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6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systems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152903"/>
            <a:ext cx="3467735" cy="207391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75"/>
              </a:spcBef>
            </a:pPr>
            <a:r>
              <a:rPr sz="4800" spc="-65" dirty="0">
                <a:latin typeface="Calibri Light"/>
                <a:cs typeface="Calibri Light"/>
              </a:rPr>
              <a:t>Disadvantages </a:t>
            </a:r>
            <a:r>
              <a:rPr sz="4800" dirty="0">
                <a:latin typeface="Calibri Light"/>
                <a:cs typeface="Calibri Light"/>
              </a:rPr>
              <a:t>Of</a:t>
            </a:r>
            <a:r>
              <a:rPr sz="4800" spc="-110" dirty="0">
                <a:latin typeface="Calibri Light"/>
                <a:cs typeface="Calibri Light"/>
              </a:rPr>
              <a:t> </a:t>
            </a:r>
            <a:r>
              <a:rPr sz="4800" spc="-10" dirty="0">
                <a:latin typeface="Calibri Light"/>
                <a:cs typeface="Calibri Light"/>
              </a:rPr>
              <a:t>Relational Model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66359" y="347472"/>
            <a:ext cx="6590030" cy="2857500"/>
          </a:xfrm>
          <a:custGeom>
            <a:avLst/>
            <a:gdLst/>
            <a:ahLst/>
            <a:cxnLst/>
            <a:rect l="l" t="t" r="r" b="b"/>
            <a:pathLst>
              <a:path w="6590030" h="2857500">
                <a:moveTo>
                  <a:pt x="6113525" y="0"/>
                </a:moveTo>
                <a:lnTo>
                  <a:pt x="476250" y="0"/>
                </a:lnTo>
                <a:lnTo>
                  <a:pt x="427557" y="2458"/>
                </a:lnTo>
                <a:lnTo>
                  <a:pt x="380271" y="9676"/>
                </a:lnTo>
                <a:lnTo>
                  <a:pt x="334631" y="21411"/>
                </a:lnTo>
                <a:lnTo>
                  <a:pt x="290875" y="37427"/>
                </a:lnTo>
                <a:lnTo>
                  <a:pt x="249244" y="57482"/>
                </a:lnTo>
                <a:lnTo>
                  <a:pt x="209977" y="81338"/>
                </a:lnTo>
                <a:lnTo>
                  <a:pt x="173314" y="108755"/>
                </a:lnTo>
                <a:lnTo>
                  <a:pt x="139493" y="139493"/>
                </a:lnTo>
                <a:lnTo>
                  <a:pt x="108755" y="173314"/>
                </a:lnTo>
                <a:lnTo>
                  <a:pt x="81338" y="209977"/>
                </a:lnTo>
                <a:lnTo>
                  <a:pt x="57482" y="249244"/>
                </a:lnTo>
                <a:lnTo>
                  <a:pt x="37427" y="290875"/>
                </a:lnTo>
                <a:lnTo>
                  <a:pt x="21411" y="334631"/>
                </a:lnTo>
                <a:lnTo>
                  <a:pt x="9676" y="380271"/>
                </a:lnTo>
                <a:lnTo>
                  <a:pt x="2458" y="427557"/>
                </a:lnTo>
                <a:lnTo>
                  <a:pt x="0" y="476250"/>
                </a:lnTo>
                <a:lnTo>
                  <a:pt x="0" y="2381250"/>
                </a:lnTo>
                <a:lnTo>
                  <a:pt x="2458" y="2429942"/>
                </a:lnTo>
                <a:lnTo>
                  <a:pt x="9676" y="2477228"/>
                </a:lnTo>
                <a:lnTo>
                  <a:pt x="21411" y="2522868"/>
                </a:lnTo>
                <a:lnTo>
                  <a:pt x="37427" y="2566624"/>
                </a:lnTo>
                <a:lnTo>
                  <a:pt x="57482" y="2608255"/>
                </a:lnTo>
                <a:lnTo>
                  <a:pt x="81338" y="2647522"/>
                </a:lnTo>
                <a:lnTo>
                  <a:pt x="108755" y="2684185"/>
                </a:lnTo>
                <a:lnTo>
                  <a:pt x="139493" y="2718006"/>
                </a:lnTo>
                <a:lnTo>
                  <a:pt x="173314" y="2748744"/>
                </a:lnTo>
                <a:lnTo>
                  <a:pt x="209977" y="2776161"/>
                </a:lnTo>
                <a:lnTo>
                  <a:pt x="249244" y="2800017"/>
                </a:lnTo>
                <a:lnTo>
                  <a:pt x="290875" y="2820072"/>
                </a:lnTo>
                <a:lnTo>
                  <a:pt x="334631" y="2836088"/>
                </a:lnTo>
                <a:lnTo>
                  <a:pt x="380271" y="2847823"/>
                </a:lnTo>
                <a:lnTo>
                  <a:pt x="427557" y="2855041"/>
                </a:lnTo>
                <a:lnTo>
                  <a:pt x="476250" y="2857500"/>
                </a:lnTo>
                <a:lnTo>
                  <a:pt x="6113525" y="2857500"/>
                </a:lnTo>
                <a:lnTo>
                  <a:pt x="6162218" y="2855041"/>
                </a:lnTo>
                <a:lnTo>
                  <a:pt x="6209504" y="2847823"/>
                </a:lnTo>
                <a:lnTo>
                  <a:pt x="6255144" y="2836088"/>
                </a:lnTo>
                <a:lnTo>
                  <a:pt x="6298900" y="2820072"/>
                </a:lnTo>
                <a:lnTo>
                  <a:pt x="6340531" y="2800017"/>
                </a:lnTo>
                <a:lnTo>
                  <a:pt x="6379798" y="2776161"/>
                </a:lnTo>
                <a:lnTo>
                  <a:pt x="6416461" y="2748744"/>
                </a:lnTo>
                <a:lnTo>
                  <a:pt x="6450282" y="2718006"/>
                </a:lnTo>
                <a:lnTo>
                  <a:pt x="6481020" y="2684185"/>
                </a:lnTo>
                <a:lnTo>
                  <a:pt x="6508437" y="2647522"/>
                </a:lnTo>
                <a:lnTo>
                  <a:pt x="6532293" y="2608255"/>
                </a:lnTo>
                <a:lnTo>
                  <a:pt x="6552348" y="2566624"/>
                </a:lnTo>
                <a:lnTo>
                  <a:pt x="6568364" y="2522868"/>
                </a:lnTo>
                <a:lnTo>
                  <a:pt x="6580099" y="2477228"/>
                </a:lnTo>
                <a:lnTo>
                  <a:pt x="6587317" y="2429942"/>
                </a:lnTo>
                <a:lnTo>
                  <a:pt x="6589775" y="2381250"/>
                </a:lnTo>
                <a:lnTo>
                  <a:pt x="6589775" y="476250"/>
                </a:lnTo>
                <a:lnTo>
                  <a:pt x="6587317" y="427557"/>
                </a:lnTo>
                <a:lnTo>
                  <a:pt x="6580099" y="380271"/>
                </a:lnTo>
                <a:lnTo>
                  <a:pt x="6568364" y="334631"/>
                </a:lnTo>
                <a:lnTo>
                  <a:pt x="6552348" y="290875"/>
                </a:lnTo>
                <a:lnTo>
                  <a:pt x="6532293" y="249244"/>
                </a:lnTo>
                <a:lnTo>
                  <a:pt x="6508437" y="209977"/>
                </a:lnTo>
                <a:lnTo>
                  <a:pt x="6481020" y="173314"/>
                </a:lnTo>
                <a:lnTo>
                  <a:pt x="6450282" y="139493"/>
                </a:lnTo>
                <a:lnTo>
                  <a:pt x="6416461" y="108755"/>
                </a:lnTo>
                <a:lnTo>
                  <a:pt x="6379798" y="81338"/>
                </a:lnTo>
                <a:lnTo>
                  <a:pt x="6340531" y="57482"/>
                </a:lnTo>
                <a:lnTo>
                  <a:pt x="6298900" y="37427"/>
                </a:lnTo>
                <a:lnTo>
                  <a:pt x="6255144" y="21411"/>
                </a:lnTo>
                <a:lnTo>
                  <a:pt x="6209504" y="9676"/>
                </a:lnTo>
                <a:lnTo>
                  <a:pt x="6162218" y="2458"/>
                </a:lnTo>
                <a:lnTo>
                  <a:pt x="611352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20105" y="540765"/>
            <a:ext cx="1722755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Relational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45526" y="540765"/>
            <a:ext cx="3359150" cy="528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1455" algn="l"/>
              </a:tabLst>
            </a:pP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0105" y="1000709"/>
            <a:ext cx="6084570" cy="9893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629"/>
              </a:lnSpc>
              <a:spcBef>
                <a:spcPts val="495"/>
              </a:spcBef>
              <a:tabLst>
                <a:tab pos="1603375" algn="l"/>
                <a:tab pos="2211705" algn="l"/>
                <a:tab pos="3222625" algn="l"/>
                <a:tab pos="4601845" algn="l"/>
                <a:tab pos="5501005" algn="l"/>
              </a:tabLst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sometimes</a:t>
            </a:r>
            <a:r>
              <a:rPr sz="3300" spc="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become</a:t>
            </a:r>
            <a:r>
              <a:rPr sz="33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33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3300" spc="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amount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grows,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20105" y="1923415"/>
            <a:ext cx="6084570" cy="98869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 marR="5080">
              <a:lnSpc>
                <a:spcPts val="3620"/>
              </a:lnSpc>
              <a:spcBef>
                <a:spcPts val="505"/>
              </a:spcBef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relations</a:t>
            </a:r>
            <a:r>
              <a:rPr sz="33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between</a:t>
            </a:r>
            <a:r>
              <a:rPr sz="3300" spc="95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pieces</a:t>
            </a:r>
            <a:r>
              <a:rPr sz="33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3300" spc="10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become</a:t>
            </a:r>
            <a:r>
              <a:rPr sz="33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33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complicated.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66359" y="3299459"/>
            <a:ext cx="6590030" cy="2857500"/>
          </a:xfrm>
          <a:custGeom>
            <a:avLst/>
            <a:gdLst/>
            <a:ahLst/>
            <a:cxnLst/>
            <a:rect l="l" t="t" r="r" b="b"/>
            <a:pathLst>
              <a:path w="6590030" h="2857500">
                <a:moveTo>
                  <a:pt x="6113525" y="0"/>
                </a:moveTo>
                <a:lnTo>
                  <a:pt x="476250" y="0"/>
                </a:lnTo>
                <a:lnTo>
                  <a:pt x="427557" y="2458"/>
                </a:lnTo>
                <a:lnTo>
                  <a:pt x="380271" y="9676"/>
                </a:lnTo>
                <a:lnTo>
                  <a:pt x="334631" y="21411"/>
                </a:lnTo>
                <a:lnTo>
                  <a:pt x="290875" y="37427"/>
                </a:lnTo>
                <a:lnTo>
                  <a:pt x="249244" y="57482"/>
                </a:lnTo>
                <a:lnTo>
                  <a:pt x="209977" y="81338"/>
                </a:lnTo>
                <a:lnTo>
                  <a:pt x="173314" y="108755"/>
                </a:lnTo>
                <a:lnTo>
                  <a:pt x="139493" y="139493"/>
                </a:lnTo>
                <a:lnTo>
                  <a:pt x="108755" y="173314"/>
                </a:lnTo>
                <a:lnTo>
                  <a:pt x="81338" y="209977"/>
                </a:lnTo>
                <a:lnTo>
                  <a:pt x="57482" y="249244"/>
                </a:lnTo>
                <a:lnTo>
                  <a:pt x="37427" y="290875"/>
                </a:lnTo>
                <a:lnTo>
                  <a:pt x="21411" y="334631"/>
                </a:lnTo>
                <a:lnTo>
                  <a:pt x="9676" y="380271"/>
                </a:lnTo>
                <a:lnTo>
                  <a:pt x="2458" y="427557"/>
                </a:lnTo>
                <a:lnTo>
                  <a:pt x="0" y="476250"/>
                </a:lnTo>
                <a:lnTo>
                  <a:pt x="0" y="2381237"/>
                </a:lnTo>
                <a:lnTo>
                  <a:pt x="2458" y="2429931"/>
                </a:lnTo>
                <a:lnTo>
                  <a:pt x="9676" y="2477220"/>
                </a:lnTo>
                <a:lnTo>
                  <a:pt x="21411" y="2522862"/>
                </a:lnTo>
                <a:lnTo>
                  <a:pt x="37427" y="2566619"/>
                </a:lnTo>
                <a:lnTo>
                  <a:pt x="57482" y="2608251"/>
                </a:lnTo>
                <a:lnTo>
                  <a:pt x="81338" y="2647519"/>
                </a:lnTo>
                <a:lnTo>
                  <a:pt x="108755" y="2684183"/>
                </a:lnTo>
                <a:lnTo>
                  <a:pt x="139493" y="2718004"/>
                </a:lnTo>
                <a:lnTo>
                  <a:pt x="173314" y="2748743"/>
                </a:lnTo>
                <a:lnTo>
                  <a:pt x="209977" y="2776161"/>
                </a:lnTo>
                <a:lnTo>
                  <a:pt x="249244" y="2800017"/>
                </a:lnTo>
                <a:lnTo>
                  <a:pt x="290875" y="2820072"/>
                </a:lnTo>
                <a:lnTo>
                  <a:pt x="334631" y="2836087"/>
                </a:lnTo>
                <a:lnTo>
                  <a:pt x="380271" y="2847823"/>
                </a:lnTo>
                <a:lnTo>
                  <a:pt x="427557" y="2855041"/>
                </a:lnTo>
                <a:lnTo>
                  <a:pt x="476250" y="2857500"/>
                </a:lnTo>
                <a:lnTo>
                  <a:pt x="6113525" y="2857500"/>
                </a:lnTo>
                <a:lnTo>
                  <a:pt x="6162218" y="2855041"/>
                </a:lnTo>
                <a:lnTo>
                  <a:pt x="6209504" y="2847823"/>
                </a:lnTo>
                <a:lnTo>
                  <a:pt x="6255144" y="2836087"/>
                </a:lnTo>
                <a:lnTo>
                  <a:pt x="6298900" y="2820072"/>
                </a:lnTo>
                <a:lnTo>
                  <a:pt x="6340531" y="2800017"/>
                </a:lnTo>
                <a:lnTo>
                  <a:pt x="6379798" y="2776161"/>
                </a:lnTo>
                <a:lnTo>
                  <a:pt x="6416461" y="2748743"/>
                </a:lnTo>
                <a:lnTo>
                  <a:pt x="6450282" y="2718004"/>
                </a:lnTo>
                <a:lnTo>
                  <a:pt x="6481020" y="2684183"/>
                </a:lnTo>
                <a:lnTo>
                  <a:pt x="6508437" y="2647519"/>
                </a:lnTo>
                <a:lnTo>
                  <a:pt x="6532293" y="2608251"/>
                </a:lnTo>
                <a:lnTo>
                  <a:pt x="6552348" y="2566619"/>
                </a:lnTo>
                <a:lnTo>
                  <a:pt x="6568364" y="2522862"/>
                </a:lnTo>
                <a:lnTo>
                  <a:pt x="6580099" y="2477220"/>
                </a:lnTo>
                <a:lnTo>
                  <a:pt x="6587317" y="2429931"/>
                </a:lnTo>
                <a:lnTo>
                  <a:pt x="6589775" y="2381237"/>
                </a:lnTo>
                <a:lnTo>
                  <a:pt x="6589775" y="476250"/>
                </a:lnTo>
                <a:lnTo>
                  <a:pt x="6587317" y="427557"/>
                </a:lnTo>
                <a:lnTo>
                  <a:pt x="6580099" y="380271"/>
                </a:lnTo>
                <a:lnTo>
                  <a:pt x="6568364" y="334631"/>
                </a:lnTo>
                <a:lnTo>
                  <a:pt x="6552348" y="290875"/>
                </a:lnTo>
                <a:lnTo>
                  <a:pt x="6532293" y="249244"/>
                </a:lnTo>
                <a:lnTo>
                  <a:pt x="6508437" y="209977"/>
                </a:lnTo>
                <a:lnTo>
                  <a:pt x="6481020" y="173314"/>
                </a:lnTo>
                <a:lnTo>
                  <a:pt x="6450282" y="139493"/>
                </a:lnTo>
                <a:lnTo>
                  <a:pt x="6416461" y="108755"/>
                </a:lnTo>
                <a:lnTo>
                  <a:pt x="6379798" y="81338"/>
                </a:lnTo>
                <a:lnTo>
                  <a:pt x="6340531" y="57482"/>
                </a:lnTo>
                <a:lnTo>
                  <a:pt x="6298900" y="37427"/>
                </a:lnTo>
                <a:lnTo>
                  <a:pt x="6255144" y="21411"/>
                </a:lnTo>
                <a:lnTo>
                  <a:pt x="6209504" y="9676"/>
                </a:lnTo>
                <a:lnTo>
                  <a:pt x="6162218" y="2458"/>
                </a:lnTo>
                <a:lnTo>
                  <a:pt x="6113525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420105" y="3493084"/>
            <a:ext cx="4344670" cy="9893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12700" marR="5080">
              <a:lnSpc>
                <a:spcPts val="3629"/>
              </a:lnSpc>
              <a:spcBef>
                <a:spcPts val="495"/>
              </a:spcBef>
              <a:tabLst>
                <a:tab pos="1750060" algn="l"/>
                <a:tab pos="2199640" algn="l"/>
                <a:tab pos="2861310" algn="l"/>
                <a:tab pos="3979545" algn="l"/>
              </a:tabLst>
            </a:pP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	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relational systems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may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20" dirty="0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3300" spc="-6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33178" y="3493084"/>
            <a:ext cx="1572895" cy="989330"/>
          </a:xfrm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18440" marR="5080" indent="-205740">
              <a:lnSpc>
                <a:spcPts val="3629"/>
              </a:lnSpc>
              <a:spcBef>
                <a:spcPts val="495"/>
              </a:spcBef>
            </a:pP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database isolated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20105" y="4414266"/>
            <a:ext cx="6085840" cy="1450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algn="just">
              <a:lnSpc>
                <a:spcPct val="91700"/>
              </a:lnSpc>
              <a:spcBef>
                <a:spcPts val="425"/>
              </a:spcBef>
            </a:pP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databases</a:t>
            </a:r>
            <a:r>
              <a:rPr sz="3300" spc="1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3300" spc="13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3300" spc="120" dirty="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information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cannot</a:t>
            </a:r>
            <a:r>
              <a:rPr sz="3300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33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shared</a:t>
            </a:r>
            <a:r>
              <a:rPr sz="3300" spc="2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33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3300" spc="2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25" dirty="0">
                <a:solidFill>
                  <a:srgbClr val="FFFFFF"/>
                </a:solidFill>
                <a:latin typeface="Calibri"/>
                <a:cs typeface="Calibri"/>
              </a:rPr>
              <a:t>system </a:t>
            </a:r>
            <a:r>
              <a:rPr sz="33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3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300" spc="-10" dirty="0">
                <a:solidFill>
                  <a:srgbClr val="FFFFFF"/>
                </a:solidFill>
                <a:latin typeface="Calibri"/>
                <a:cs typeface="Calibri"/>
              </a:rPr>
              <a:t>another.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0531" y="2496438"/>
            <a:ext cx="2487930" cy="17322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10" dirty="0">
                <a:latin typeface="Calibri Light"/>
                <a:cs typeface="Calibri Light"/>
              </a:rPr>
              <a:t>Entity </a:t>
            </a:r>
            <a:r>
              <a:rPr sz="4000" spc="-45" dirty="0">
                <a:latin typeface="Calibri Light"/>
                <a:cs typeface="Calibri Light"/>
              </a:rPr>
              <a:t>Relationship </a:t>
            </a:r>
            <a:r>
              <a:rPr sz="4000" spc="-10" dirty="0">
                <a:latin typeface="Calibri Light"/>
                <a:cs typeface="Calibri Light"/>
              </a:rPr>
              <a:t>Model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90896" y="16256"/>
            <a:ext cx="19875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1423670" algn="l"/>
              </a:tabLst>
            </a:pPr>
            <a:r>
              <a:rPr sz="2400" spc="-10" dirty="0">
                <a:latin typeface="Calibri"/>
                <a:cs typeface="Calibri"/>
              </a:rPr>
              <a:t>Defines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104126" y="16256"/>
            <a:ext cx="4833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10335" algn="l"/>
                <a:tab pos="2127885" algn="l"/>
                <a:tab pos="3966210" algn="l"/>
              </a:tabLst>
            </a:pPr>
            <a:r>
              <a:rPr sz="2400" spc="-10" dirty="0">
                <a:latin typeface="Calibri"/>
                <a:cs typeface="Calibri"/>
              </a:rPr>
              <a:t>elements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relationships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among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0896" y="253410"/>
            <a:ext cx="7047865" cy="159956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825"/>
              </a:spcBef>
            </a:pPr>
            <a:r>
              <a:rPr sz="2400" dirty="0">
                <a:latin typeface="Calibri"/>
                <a:cs typeface="Calibri"/>
              </a:rPr>
              <a:t>various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Based</a:t>
            </a:r>
            <a:r>
              <a:rPr sz="2400" spc="2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2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perception</a:t>
            </a:r>
            <a:r>
              <a:rPr sz="2400" spc="204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1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2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204" dirty="0">
                <a:latin typeface="Calibri"/>
                <a:cs typeface="Calibri"/>
              </a:rPr>
              <a:t>  </a:t>
            </a:r>
            <a:r>
              <a:rPr sz="2400" spc="-20" dirty="0">
                <a:latin typeface="Calibri"/>
                <a:cs typeface="Calibri"/>
              </a:rPr>
              <a:t>that 	</a:t>
            </a:r>
            <a:r>
              <a:rPr sz="2400" dirty="0">
                <a:latin typeface="Calibri"/>
                <a:cs typeface="Calibri"/>
              </a:rPr>
              <a:t>consists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items)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relationships 	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0896" y="1916633"/>
            <a:ext cx="7047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1503045" algn="l"/>
                <a:tab pos="3014980" algn="l"/>
                <a:tab pos="4686935" algn="l"/>
                <a:tab pos="5781675" algn="l"/>
                <a:tab pos="6678930" algn="l"/>
              </a:tabLst>
            </a:pPr>
            <a:r>
              <a:rPr sz="2400" spc="-10" dirty="0">
                <a:latin typeface="Calibri"/>
                <a:cs typeface="Calibri"/>
              </a:rPr>
              <a:t>Popular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high-</a:t>
            </a:r>
            <a:r>
              <a:rPr sz="2400" spc="-20" dirty="0">
                <a:latin typeface="Calibri"/>
                <a:cs typeface="Calibri"/>
              </a:rPr>
              <a:t>level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conceptual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model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90896" y="2156587"/>
            <a:ext cx="7047865" cy="428117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805"/>
              </a:spcBef>
            </a:pPr>
            <a:r>
              <a:rPr sz="2400" dirty="0">
                <a:latin typeface="Calibri"/>
                <a:cs typeface="Calibri"/>
              </a:rPr>
              <a:t>conceptual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An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fundamental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component</a:t>
            </a:r>
            <a:r>
              <a:rPr sz="2400" spc="4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4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</a:t>
            </a:r>
            <a:r>
              <a:rPr sz="2400" spc="4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 	</a:t>
            </a:r>
            <a:r>
              <a:rPr sz="2400" dirty="0">
                <a:latin typeface="Calibri"/>
                <a:cs typeface="Calibri"/>
              </a:rPr>
              <a:t>which 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world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own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 	existence.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240029" marR="6985" indent="-227329" algn="just">
              <a:lnSpc>
                <a:spcPts val="259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properties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become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major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stored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spc="-10" dirty="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74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40"/>
              </a:lnSpc>
            </a:pPr>
            <a:r>
              <a:rPr sz="2400" spc="-10" dirty="0">
                <a:latin typeface="Calibri"/>
                <a:cs typeface="Calibri"/>
              </a:rPr>
              <a:t>attributes.</a:t>
            </a:r>
            <a:endParaRPr sz="2400">
              <a:latin typeface="Calibri"/>
              <a:cs typeface="Calibri"/>
            </a:endParaRPr>
          </a:p>
          <a:p>
            <a:pPr marL="240029" marR="6350" indent="-227329">
              <a:lnSpc>
                <a:spcPts val="259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Relationship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association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among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several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entities 	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illustrated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diamond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read</a:t>
            </a:r>
            <a:r>
              <a:rPr sz="2400" spc="43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left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19496" y="6375298"/>
            <a:ext cx="6819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right.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95990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50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40532" y="214629"/>
            <a:ext cx="6715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Entity</a:t>
            </a:r>
            <a:r>
              <a:rPr sz="4000" spc="-170" dirty="0"/>
              <a:t> </a:t>
            </a:r>
            <a:r>
              <a:rPr sz="4000" spc="-40" dirty="0"/>
              <a:t>Relationship</a:t>
            </a:r>
            <a:r>
              <a:rPr sz="4000" spc="-165" dirty="0"/>
              <a:t> </a:t>
            </a:r>
            <a:r>
              <a:rPr sz="4000" spc="-20" dirty="0"/>
              <a:t>Model</a:t>
            </a:r>
            <a:r>
              <a:rPr sz="4000" spc="-150" dirty="0"/>
              <a:t> </a:t>
            </a:r>
            <a:r>
              <a:rPr sz="4000" spc="-10" dirty="0"/>
              <a:t>Contd..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2584450" y="3041650"/>
            <a:ext cx="1917700" cy="850900"/>
            <a:chOff x="2584450" y="3041650"/>
            <a:chExt cx="1917700" cy="850900"/>
          </a:xfrm>
        </p:grpSpPr>
        <p:sp>
          <p:nvSpPr>
            <p:cNvPr id="4" name="object 4"/>
            <p:cNvSpPr/>
            <p:nvPr/>
          </p:nvSpPr>
          <p:spPr>
            <a:xfrm>
              <a:off x="2590800" y="3048000"/>
              <a:ext cx="1905000" cy="838200"/>
            </a:xfrm>
            <a:custGeom>
              <a:avLst/>
              <a:gdLst/>
              <a:ahLst/>
              <a:cxnLst/>
              <a:rect l="l" t="t" r="r" b="b"/>
              <a:pathLst>
                <a:path w="1905000" h="838200">
                  <a:moveTo>
                    <a:pt x="19050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05000" y="8382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90800" y="3048000"/>
              <a:ext cx="1905000" cy="838200"/>
            </a:xfrm>
            <a:custGeom>
              <a:avLst/>
              <a:gdLst/>
              <a:ahLst/>
              <a:cxnLst/>
              <a:rect l="l" t="t" r="r" b="b"/>
              <a:pathLst>
                <a:path w="1905000" h="838200">
                  <a:moveTo>
                    <a:pt x="0" y="838200"/>
                  </a:moveTo>
                  <a:lnTo>
                    <a:pt x="1905000" y="8382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597150" y="3302634"/>
            <a:ext cx="1892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353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DEPARTMENT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94650" y="2965450"/>
            <a:ext cx="1917700" cy="850900"/>
            <a:chOff x="7994650" y="2965450"/>
            <a:chExt cx="1917700" cy="850900"/>
          </a:xfrm>
        </p:grpSpPr>
        <p:sp>
          <p:nvSpPr>
            <p:cNvPr id="8" name="object 8"/>
            <p:cNvSpPr/>
            <p:nvPr/>
          </p:nvSpPr>
          <p:spPr>
            <a:xfrm>
              <a:off x="8001000" y="2971800"/>
              <a:ext cx="1905000" cy="838200"/>
            </a:xfrm>
            <a:custGeom>
              <a:avLst/>
              <a:gdLst/>
              <a:ahLst/>
              <a:cxnLst/>
              <a:rect l="l" t="t" r="r" b="b"/>
              <a:pathLst>
                <a:path w="1905000" h="838200">
                  <a:moveTo>
                    <a:pt x="19050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905000" y="838200"/>
                  </a:lnTo>
                  <a:lnTo>
                    <a:pt x="19050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001000" y="2971800"/>
              <a:ext cx="1905000" cy="838200"/>
            </a:xfrm>
            <a:custGeom>
              <a:avLst/>
              <a:gdLst/>
              <a:ahLst/>
              <a:cxnLst/>
              <a:rect l="l" t="t" r="r" b="b"/>
              <a:pathLst>
                <a:path w="1905000" h="838200">
                  <a:moveTo>
                    <a:pt x="0" y="838200"/>
                  </a:moveTo>
                  <a:lnTo>
                    <a:pt x="1905000" y="838200"/>
                  </a:lnTo>
                  <a:lnTo>
                    <a:pt x="1905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392414" y="3226434"/>
            <a:ext cx="1122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EMPLOYEES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432050" y="1746250"/>
            <a:ext cx="1993900" cy="698500"/>
            <a:chOff x="2432050" y="1746250"/>
            <a:chExt cx="1993900" cy="698500"/>
          </a:xfrm>
        </p:grpSpPr>
        <p:sp>
          <p:nvSpPr>
            <p:cNvPr id="12" name="object 12"/>
            <p:cNvSpPr/>
            <p:nvPr/>
          </p:nvSpPr>
          <p:spPr>
            <a:xfrm>
              <a:off x="2438400" y="17526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7"/>
                  </a:lnTo>
                  <a:lnTo>
                    <a:pt x="727251" y="12250"/>
                  </a:lnTo>
                  <a:lnTo>
                    <a:pt x="665219" y="18928"/>
                  </a:lnTo>
                  <a:lnTo>
                    <a:pt x="605004" y="26949"/>
                  </a:lnTo>
                  <a:lnTo>
                    <a:pt x="546753" y="36264"/>
                  </a:lnTo>
                  <a:lnTo>
                    <a:pt x="490615" y="46820"/>
                  </a:lnTo>
                  <a:lnTo>
                    <a:pt x="436736" y="58567"/>
                  </a:lnTo>
                  <a:lnTo>
                    <a:pt x="385264" y="71454"/>
                  </a:lnTo>
                  <a:lnTo>
                    <a:pt x="336346" y="85428"/>
                  </a:lnTo>
                  <a:lnTo>
                    <a:pt x="290131" y="100441"/>
                  </a:lnTo>
                  <a:lnTo>
                    <a:pt x="246765" y="116439"/>
                  </a:lnTo>
                  <a:lnTo>
                    <a:pt x="206397" y="133373"/>
                  </a:lnTo>
                  <a:lnTo>
                    <a:pt x="169172" y="151190"/>
                  </a:lnTo>
                  <a:lnTo>
                    <a:pt x="135240" y="169841"/>
                  </a:lnTo>
                  <a:lnTo>
                    <a:pt x="77843" y="209436"/>
                  </a:lnTo>
                  <a:lnTo>
                    <a:pt x="35383" y="251751"/>
                  </a:lnTo>
                  <a:lnTo>
                    <a:pt x="9042" y="296375"/>
                  </a:lnTo>
                  <a:lnTo>
                    <a:pt x="0" y="342900"/>
                  </a:lnTo>
                  <a:lnTo>
                    <a:pt x="2285" y="366374"/>
                  </a:lnTo>
                  <a:lnTo>
                    <a:pt x="20124" y="412000"/>
                  </a:lnTo>
                  <a:lnTo>
                    <a:pt x="54672" y="455520"/>
                  </a:lnTo>
                  <a:lnTo>
                    <a:pt x="104748" y="496526"/>
                  </a:lnTo>
                  <a:lnTo>
                    <a:pt x="169172" y="534609"/>
                  </a:lnTo>
                  <a:lnTo>
                    <a:pt x="206397" y="552426"/>
                  </a:lnTo>
                  <a:lnTo>
                    <a:pt x="246765" y="569360"/>
                  </a:lnTo>
                  <a:lnTo>
                    <a:pt x="290131" y="585358"/>
                  </a:lnTo>
                  <a:lnTo>
                    <a:pt x="336346" y="600371"/>
                  </a:lnTo>
                  <a:lnTo>
                    <a:pt x="385264" y="614345"/>
                  </a:lnTo>
                  <a:lnTo>
                    <a:pt x="436736" y="627232"/>
                  </a:lnTo>
                  <a:lnTo>
                    <a:pt x="490615" y="638979"/>
                  </a:lnTo>
                  <a:lnTo>
                    <a:pt x="546753" y="649535"/>
                  </a:lnTo>
                  <a:lnTo>
                    <a:pt x="605004" y="658850"/>
                  </a:lnTo>
                  <a:lnTo>
                    <a:pt x="665219" y="666871"/>
                  </a:lnTo>
                  <a:lnTo>
                    <a:pt x="727251" y="673549"/>
                  </a:lnTo>
                  <a:lnTo>
                    <a:pt x="790953" y="678832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2"/>
                  </a:lnTo>
                  <a:lnTo>
                    <a:pt x="1253948" y="673549"/>
                  </a:lnTo>
                  <a:lnTo>
                    <a:pt x="1315980" y="666871"/>
                  </a:lnTo>
                  <a:lnTo>
                    <a:pt x="1376195" y="658850"/>
                  </a:lnTo>
                  <a:lnTo>
                    <a:pt x="1434446" y="649535"/>
                  </a:lnTo>
                  <a:lnTo>
                    <a:pt x="1490584" y="638979"/>
                  </a:lnTo>
                  <a:lnTo>
                    <a:pt x="1544463" y="627232"/>
                  </a:lnTo>
                  <a:lnTo>
                    <a:pt x="1595935" y="614345"/>
                  </a:lnTo>
                  <a:lnTo>
                    <a:pt x="1644853" y="600371"/>
                  </a:lnTo>
                  <a:lnTo>
                    <a:pt x="1691068" y="585358"/>
                  </a:lnTo>
                  <a:lnTo>
                    <a:pt x="1734434" y="569360"/>
                  </a:lnTo>
                  <a:lnTo>
                    <a:pt x="1774802" y="552426"/>
                  </a:lnTo>
                  <a:lnTo>
                    <a:pt x="1812027" y="534609"/>
                  </a:lnTo>
                  <a:lnTo>
                    <a:pt x="1845959" y="515958"/>
                  </a:lnTo>
                  <a:lnTo>
                    <a:pt x="1903356" y="476363"/>
                  </a:lnTo>
                  <a:lnTo>
                    <a:pt x="1945816" y="434048"/>
                  </a:lnTo>
                  <a:lnTo>
                    <a:pt x="1972157" y="389424"/>
                  </a:lnTo>
                  <a:lnTo>
                    <a:pt x="1981200" y="342900"/>
                  </a:lnTo>
                  <a:lnTo>
                    <a:pt x="1978914" y="319425"/>
                  </a:lnTo>
                  <a:lnTo>
                    <a:pt x="1961075" y="273799"/>
                  </a:lnTo>
                  <a:lnTo>
                    <a:pt x="1926527" y="230279"/>
                  </a:lnTo>
                  <a:lnTo>
                    <a:pt x="1876451" y="189273"/>
                  </a:lnTo>
                  <a:lnTo>
                    <a:pt x="1812027" y="151190"/>
                  </a:lnTo>
                  <a:lnTo>
                    <a:pt x="1774802" y="133373"/>
                  </a:lnTo>
                  <a:lnTo>
                    <a:pt x="1734434" y="116439"/>
                  </a:lnTo>
                  <a:lnTo>
                    <a:pt x="1691068" y="100441"/>
                  </a:lnTo>
                  <a:lnTo>
                    <a:pt x="1644853" y="85428"/>
                  </a:lnTo>
                  <a:lnTo>
                    <a:pt x="1595935" y="71454"/>
                  </a:lnTo>
                  <a:lnTo>
                    <a:pt x="1544463" y="58567"/>
                  </a:lnTo>
                  <a:lnTo>
                    <a:pt x="1490584" y="46820"/>
                  </a:lnTo>
                  <a:lnTo>
                    <a:pt x="1434446" y="36264"/>
                  </a:lnTo>
                  <a:lnTo>
                    <a:pt x="1376195" y="26949"/>
                  </a:lnTo>
                  <a:lnTo>
                    <a:pt x="1315980" y="18928"/>
                  </a:lnTo>
                  <a:lnTo>
                    <a:pt x="1253948" y="12250"/>
                  </a:lnTo>
                  <a:lnTo>
                    <a:pt x="1190246" y="6967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38400" y="17526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75"/>
                  </a:lnTo>
                  <a:lnTo>
                    <a:pt x="35383" y="251751"/>
                  </a:lnTo>
                  <a:lnTo>
                    <a:pt x="77843" y="209436"/>
                  </a:lnTo>
                  <a:lnTo>
                    <a:pt x="135240" y="169841"/>
                  </a:lnTo>
                  <a:lnTo>
                    <a:pt x="169172" y="151190"/>
                  </a:lnTo>
                  <a:lnTo>
                    <a:pt x="206397" y="133373"/>
                  </a:lnTo>
                  <a:lnTo>
                    <a:pt x="246765" y="116439"/>
                  </a:lnTo>
                  <a:lnTo>
                    <a:pt x="290131" y="100441"/>
                  </a:lnTo>
                  <a:lnTo>
                    <a:pt x="336346" y="85428"/>
                  </a:lnTo>
                  <a:lnTo>
                    <a:pt x="385264" y="71454"/>
                  </a:lnTo>
                  <a:lnTo>
                    <a:pt x="436736" y="58567"/>
                  </a:lnTo>
                  <a:lnTo>
                    <a:pt x="490615" y="46820"/>
                  </a:lnTo>
                  <a:lnTo>
                    <a:pt x="546753" y="36264"/>
                  </a:lnTo>
                  <a:lnTo>
                    <a:pt x="605004" y="26949"/>
                  </a:lnTo>
                  <a:lnTo>
                    <a:pt x="665219" y="18928"/>
                  </a:lnTo>
                  <a:lnTo>
                    <a:pt x="727251" y="12250"/>
                  </a:lnTo>
                  <a:lnTo>
                    <a:pt x="790953" y="6967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7"/>
                  </a:lnTo>
                  <a:lnTo>
                    <a:pt x="1253948" y="12250"/>
                  </a:lnTo>
                  <a:lnTo>
                    <a:pt x="1315980" y="18928"/>
                  </a:lnTo>
                  <a:lnTo>
                    <a:pt x="1376195" y="26949"/>
                  </a:lnTo>
                  <a:lnTo>
                    <a:pt x="1434446" y="36264"/>
                  </a:lnTo>
                  <a:lnTo>
                    <a:pt x="1490584" y="46820"/>
                  </a:lnTo>
                  <a:lnTo>
                    <a:pt x="1544463" y="58567"/>
                  </a:lnTo>
                  <a:lnTo>
                    <a:pt x="1595935" y="71454"/>
                  </a:lnTo>
                  <a:lnTo>
                    <a:pt x="1644853" y="85428"/>
                  </a:lnTo>
                  <a:lnTo>
                    <a:pt x="1691068" y="100441"/>
                  </a:lnTo>
                  <a:lnTo>
                    <a:pt x="1734434" y="116439"/>
                  </a:lnTo>
                  <a:lnTo>
                    <a:pt x="1774802" y="133373"/>
                  </a:lnTo>
                  <a:lnTo>
                    <a:pt x="1812027" y="151190"/>
                  </a:lnTo>
                  <a:lnTo>
                    <a:pt x="1845959" y="169841"/>
                  </a:lnTo>
                  <a:lnTo>
                    <a:pt x="1903356" y="209436"/>
                  </a:lnTo>
                  <a:lnTo>
                    <a:pt x="1945816" y="251751"/>
                  </a:lnTo>
                  <a:lnTo>
                    <a:pt x="1972157" y="296375"/>
                  </a:lnTo>
                  <a:lnTo>
                    <a:pt x="1981200" y="342900"/>
                  </a:lnTo>
                  <a:lnTo>
                    <a:pt x="1978914" y="366374"/>
                  </a:lnTo>
                  <a:lnTo>
                    <a:pt x="1961075" y="412000"/>
                  </a:lnTo>
                  <a:lnTo>
                    <a:pt x="1926527" y="455520"/>
                  </a:lnTo>
                  <a:lnTo>
                    <a:pt x="1876451" y="496526"/>
                  </a:lnTo>
                  <a:lnTo>
                    <a:pt x="1812027" y="534609"/>
                  </a:lnTo>
                  <a:lnTo>
                    <a:pt x="1774802" y="552426"/>
                  </a:lnTo>
                  <a:lnTo>
                    <a:pt x="1734434" y="569360"/>
                  </a:lnTo>
                  <a:lnTo>
                    <a:pt x="1691068" y="585358"/>
                  </a:lnTo>
                  <a:lnTo>
                    <a:pt x="1644853" y="600371"/>
                  </a:lnTo>
                  <a:lnTo>
                    <a:pt x="1595935" y="614345"/>
                  </a:lnTo>
                  <a:lnTo>
                    <a:pt x="1544463" y="627232"/>
                  </a:lnTo>
                  <a:lnTo>
                    <a:pt x="1490584" y="638979"/>
                  </a:lnTo>
                  <a:lnTo>
                    <a:pt x="1434446" y="649535"/>
                  </a:lnTo>
                  <a:lnTo>
                    <a:pt x="1376195" y="658850"/>
                  </a:lnTo>
                  <a:lnTo>
                    <a:pt x="1315980" y="666871"/>
                  </a:lnTo>
                  <a:lnTo>
                    <a:pt x="1253948" y="673549"/>
                  </a:lnTo>
                  <a:lnTo>
                    <a:pt x="1190246" y="678832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2"/>
                  </a:lnTo>
                  <a:lnTo>
                    <a:pt x="727251" y="673549"/>
                  </a:lnTo>
                  <a:lnTo>
                    <a:pt x="665219" y="666871"/>
                  </a:lnTo>
                  <a:lnTo>
                    <a:pt x="605004" y="658850"/>
                  </a:lnTo>
                  <a:lnTo>
                    <a:pt x="546753" y="649535"/>
                  </a:lnTo>
                  <a:lnTo>
                    <a:pt x="490615" y="638979"/>
                  </a:lnTo>
                  <a:lnTo>
                    <a:pt x="436736" y="627232"/>
                  </a:lnTo>
                  <a:lnTo>
                    <a:pt x="385264" y="614345"/>
                  </a:lnTo>
                  <a:lnTo>
                    <a:pt x="336346" y="600371"/>
                  </a:lnTo>
                  <a:lnTo>
                    <a:pt x="290131" y="585358"/>
                  </a:lnTo>
                  <a:lnTo>
                    <a:pt x="246765" y="569360"/>
                  </a:lnTo>
                  <a:lnTo>
                    <a:pt x="206397" y="552426"/>
                  </a:lnTo>
                  <a:lnTo>
                    <a:pt x="169172" y="534609"/>
                  </a:lnTo>
                  <a:lnTo>
                    <a:pt x="135240" y="515958"/>
                  </a:lnTo>
                  <a:lnTo>
                    <a:pt x="77843" y="476363"/>
                  </a:lnTo>
                  <a:lnTo>
                    <a:pt x="35383" y="434048"/>
                  </a:lnTo>
                  <a:lnTo>
                    <a:pt x="9042" y="389424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27426" y="1930349"/>
            <a:ext cx="8039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DEPTNO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23050" y="4413250"/>
            <a:ext cx="3441700" cy="1917700"/>
            <a:chOff x="6623050" y="4413250"/>
            <a:chExt cx="3441700" cy="1917700"/>
          </a:xfrm>
        </p:grpSpPr>
        <p:sp>
          <p:nvSpPr>
            <p:cNvPr id="16" name="object 16"/>
            <p:cNvSpPr/>
            <p:nvPr/>
          </p:nvSpPr>
          <p:spPr>
            <a:xfrm>
              <a:off x="6629400" y="56388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6"/>
                  </a:lnTo>
                  <a:lnTo>
                    <a:pt x="727251" y="12248"/>
                  </a:lnTo>
                  <a:lnTo>
                    <a:pt x="665219" y="18925"/>
                  </a:lnTo>
                  <a:lnTo>
                    <a:pt x="605004" y="26946"/>
                  </a:lnTo>
                  <a:lnTo>
                    <a:pt x="546753" y="36259"/>
                  </a:lnTo>
                  <a:lnTo>
                    <a:pt x="490615" y="46815"/>
                  </a:lnTo>
                  <a:lnTo>
                    <a:pt x="436736" y="58560"/>
                  </a:lnTo>
                  <a:lnTo>
                    <a:pt x="385264" y="71446"/>
                  </a:lnTo>
                  <a:lnTo>
                    <a:pt x="336346" y="85420"/>
                  </a:lnTo>
                  <a:lnTo>
                    <a:pt x="290131" y="100431"/>
                  </a:lnTo>
                  <a:lnTo>
                    <a:pt x="246765" y="116429"/>
                  </a:lnTo>
                  <a:lnTo>
                    <a:pt x="206397" y="133362"/>
                  </a:lnTo>
                  <a:lnTo>
                    <a:pt x="169172" y="151179"/>
                  </a:lnTo>
                  <a:lnTo>
                    <a:pt x="135240" y="169830"/>
                  </a:lnTo>
                  <a:lnTo>
                    <a:pt x="77843" y="209426"/>
                  </a:lnTo>
                  <a:lnTo>
                    <a:pt x="35383" y="251742"/>
                  </a:lnTo>
                  <a:lnTo>
                    <a:pt x="9042" y="296369"/>
                  </a:lnTo>
                  <a:lnTo>
                    <a:pt x="0" y="342900"/>
                  </a:lnTo>
                  <a:lnTo>
                    <a:pt x="2285" y="366377"/>
                  </a:lnTo>
                  <a:lnTo>
                    <a:pt x="20124" y="412007"/>
                  </a:lnTo>
                  <a:lnTo>
                    <a:pt x="54672" y="455530"/>
                  </a:lnTo>
                  <a:lnTo>
                    <a:pt x="104748" y="496537"/>
                  </a:lnTo>
                  <a:lnTo>
                    <a:pt x="169172" y="534620"/>
                  </a:lnTo>
                  <a:lnTo>
                    <a:pt x="206397" y="552437"/>
                  </a:lnTo>
                  <a:lnTo>
                    <a:pt x="246765" y="569370"/>
                  </a:lnTo>
                  <a:lnTo>
                    <a:pt x="290131" y="585368"/>
                  </a:lnTo>
                  <a:lnTo>
                    <a:pt x="336346" y="600379"/>
                  </a:lnTo>
                  <a:lnTo>
                    <a:pt x="385264" y="614353"/>
                  </a:lnTo>
                  <a:lnTo>
                    <a:pt x="436736" y="627239"/>
                  </a:lnTo>
                  <a:lnTo>
                    <a:pt x="490615" y="638984"/>
                  </a:lnTo>
                  <a:lnTo>
                    <a:pt x="546753" y="649540"/>
                  </a:lnTo>
                  <a:lnTo>
                    <a:pt x="605004" y="658853"/>
                  </a:lnTo>
                  <a:lnTo>
                    <a:pt x="665219" y="666874"/>
                  </a:lnTo>
                  <a:lnTo>
                    <a:pt x="727251" y="673551"/>
                  </a:lnTo>
                  <a:lnTo>
                    <a:pt x="790953" y="678833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3"/>
                  </a:lnTo>
                  <a:lnTo>
                    <a:pt x="1253948" y="673551"/>
                  </a:lnTo>
                  <a:lnTo>
                    <a:pt x="1315980" y="666874"/>
                  </a:lnTo>
                  <a:lnTo>
                    <a:pt x="1376195" y="658853"/>
                  </a:lnTo>
                  <a:lnTo>
                    <a:pt x="1434446" y="649540"/>
                  </a:lnTo>
                  <a:lnTo>
                    <a:pt x="1490584" y="638984"/>
                  </a:lnTo>
                  <a:lnTo>
                    <a:pt x="1544463" y="627239"/>
                  </a:lnTo>
                  <a:lnTo>
                    <a:pt x="1595935" y="614353"/>
                  </a:lnTo>
                  <a:lnTo>
                    <a:pt x="1644853" y="600379"/>
                  </a:lnTo>
                  <a:lnTo>
                    <a:pt x="1691068" y="585368"/>
                  </a:lnTo>
                  <a:lnTo>
                    <a:pt x="1734434" y="569370"/>
                  </a:lnTo>
                  <a:lnTo>
                    <a:pt x="1774802" y="552437"/>
                  </a:lnTo>
                  <a:lnTo>
                    <a:pt x="1812027" y="534620"/>
                  </a:lnTo>
                  <a:lnTo>
                    <a:pt x="1845959" y="515969"/>
                  </a:lnTo>
                  <a:lnTo>
                    <a:pt x="1903356" y="476373"/>
                  </a:lnTo>
                  <a:lnTo>
                    <a:pt x="1945816" y="434057"/>
                  </a:lnTo>
                  <a:lnTo>
                    <a:pt x="1972157" y="389430"/>
                  </a:lnTo>
                  <a:lnTo>
                    <a:pt x="1981200" y="342900"/>
                  </a:lnTo>
                  <a:lnTo>
                    <a:pt x="1978914" y="319422"/>
                  </a:lnTo>
                  <a:lnTo>
                    <a:pt x="1961075" y="273792"/>
                  </a:lnTo>
                  <a:lnTo>
                    <a:pt x="1926527" y="230269"/>
                  </a:lnTo>
                  <a:lnTo>
                    <a:pt x="1876451" y="189262"/>
                  </a:lnTo>
                  <a:lnTo>
                    <a:pt x="1812027" y="151179"/>
                  </a:lnTo>
                  <a:lnTo>
                    <a:pt x="1774802" y="133362"/>
                  </a:lnTo>
                  <a:lnTo>
                    <a:pt x="1734434" y="116429"/>
                  </a:lnTo>
                  <a:lnTo>
                    <a:pt x="1691068" y="100431"/>
                  </a:lnTo>
                  <a:lnTo>
                    <a:pt x="1644853" y="85420"/>
                  </a:lnTo>
                  <a:lnTo>
                    <a:pt x="1595935" y="71446"/>
                  </a:lnTo>
                  <a:lnTo>
                    <a:pt x="1544463" y="58560"/>
                  </a:lnTo>
                  <a:lnTo>
                    <a:pt x="1490584" y="46815"/>
                  </a:lnTo>
                  <a:lnTo>
                    <a:pt x="1434446" y="36259"/>
                  </a:lnTo>
                  <a:lnTo>
                    <a:pt x="1376195" y="26946"/>
                  </a:lnTo>
                  <a:lnTo>
                    <a:pt x="1315980" y="18925"/>
                  </a:lnTo>
                  <a:lnTo>
                    <a:pt x="1253948" y="12248"/>
                  </a:lnTo>
                  <a:lnTo>
                    <a:pt x="1190246" y="6966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29400" y="56388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69"/>
                  </a:lnTo>
                  <a:lnTo>
                    <a:pt x="35383" y="251742"/>
                  </a:lnTo>
                  <a:lnTo>
                    <a:pt x="77843" y="209426"/>
                  </a:lnTo>
                  <a:lnTo>
                    <a:pt x="135240" y="169830"/>
                  </a:lnTo>
                  <a:lnTo>
                    <a:pt x="169172" y="151179"/>
                  </a:lnTo>
                  <a:lnTo>
                    <a:pt x="206397" y="133362"/>
                  </a:lnTo>
                  <a:lnTo>
                    <a:pt x="246765" y="116429"/>
                  </a:lnTo>
                  <a:lnTo>
                    <a:pt x="290131" y="100431"/>
                  </a:lnTo>
                  <a:lnTo>
                    <a:pt x="336346" y="85420"/>
                  </a:lnTo>
                  <a:lnTo>
                    <a:pt x="385264" y="71446"/>
                  </a:lnTo>
                  <a:lnTo>
                    <a:pt x="436736" y="58560"/>
                  </a:lnTo>
                  <a:lnTo>
                    <a:pt x="490615" y="46815"/>
                  </a:lnTo>
                  <a:lnTo>
                    <a:pt x="546753" y="36259"/>
                  </a:lnTo>
                  <a:lnTo>
                    <a:pt x="605004" y="26946"/>
                  </a:lnTo>
                  <a:lnTo>
                    <a:pt x="665219" y="18925"/>
                  </a:lnTo>
                  <a:lnTo>
                    <a:pt x="727251" y="12248"/>
                  </a:lnTo>
                  <a:lnTo>
                    <a:pt x="790953" y="6966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6"/>
                  </a:lnTo>
                  <a:lnTo>
                    <a:pt x="1253948" y="12248"/>
                  </a:lnTo>
                  <a:lnTo>
                    <a:pt x="1315980" y="18925"/>
                  </a:lnTo>
                  <a:lnTo>
                    <a:pt x="1376195" y="26946"/>
                  </a:lnTo>
                  <a:lnTo>
                    <a:pt x="1434446" y="36259"/>
                  </a:lnTo>
                  <a:lnTo>
                    <a:pt x="1490584" y="46815"/>
                  </a:lnTo>
                  <a:lnTo>
                    <a:pt x="1544463" y="58560"/>
                  </a:lnTo>
                  <a:lnTo>
                    <a:pt x="1595935" y="71446"/>
                  </a:lnTo>
                  <a:lnTo>
                    <a:pt x="1644853" y="85420"/>
                  </a:lnTo>
                  <a:lnTo>
                    <a:pt x="1691068" y="100431"/>
                  </a:lnTo>
                  <a:lnTo>
                    <a:pt x="1734434" y="116429"/>
                  </a:lnTo>
                  <a:lnTo>
                    <a:pt x="1774802" y="133362"/>
                  </a:lnTo>
                  <a:lnTo>
                    <a:pt x="1812027" y="151179"/>
                  </a:lnTo>
                  <a:lnTo>
                    <a:pt x="1845959" y="169830"/>
                  </a:lnTo>
                  <a:lnTo>
                    <a:pt x="1903356" y="209426"/>
                  </a:lnTo>
                  <a:lnTo>
                    <a:pt x="1945816" y="251742"/>
                  </a:lnTo>
                  <a:lnTo>
                    <a:pt x="1972157" y="296369"/>
                  </a:lnTo>
                  <a:lnTo>
                    <a:pt x="1981200" y="342900"/>
                  </a:lnTo>
                  <a:lnTo>
                    <a:pt x="1978914" y="366377"/>
                  </a:lnTo>
                  <a:lnTo>
                    <a:pt x="1961075" y="412007"/>
                  </a:lnTo>
                  <a:lnTo>
                    <a:pt x="1926527" y="455530"/>
                  </a:lnTo>
                  <a:lnTo>
                    <a:pt x="1876451" y="496537"/>
                  </a:lnTo>
                  <a:lnTo>
                    <a:pt x="1812027" y="534620"/>
                  </a:lnTo>
                  <a:lnTo>
                    <a:pt x="1774802" y="552437"/>
                  </a:lnTo>
                  <a:lnTo>
                    <a:pt x="1734434" y="569370"/>
                  </a:lnTo>
                  <a:lnTo>
                    <a:pt x="1691068" y="585368"/>
                  </a:lnTo>
                  <a:lnTo>
                    <a:pt x="1644853" y="600379"/>
                  </a:lnTo>
                  <a:lnTo>
                    <a:pt x="1595935" y="614353"/>
                  </a:lnTo>
                  <a:lnTo>
                    <a:pt x="1544463" y="627239"/>
                  </a:lnTo>
                  <a:lnTo>
                    <a:pt x="1490584" y="638984"/>
                  </a:lnTo>
                  <a:lnTo>
                    <a:pt x="1434446" y="649540"/>
                  </a:lnTo>
                  <a:lnTo>
                    <a:pt x="1376195" y="658853"/>
                  </a:lnTo>
                  <a:lnTo>
                    <a:pt x="1315980" y="666874"/>
                  </a:lnTo>
                  <a:lnTo>
                    <a:pt x="1253948" y="673551"/>
                  </a:lnTo>
                  <a:lnTo>
                    <a:pt x="1190246" y="678833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3"/>
                  </a:lnTo>
                  <a:lnTo>
                    <a:pt x="727251" y="673551"/>
                  </a:lnTo>
                  <a:lnTo>
                    <a:pt x="665219" y="666874"/>
                  </a:lnTo>
                  <a:lnTo>
                    <a:pt x="605004" y="658853"/>
                  </a:lnTo>
                  <a:lnTo>
                    <a:pt x="546753" y="649540"/>
                  </a:lnTo>
                  <a:lnTo>
                    <a:pt x="490615" y="638984"/>
                  </a:lnTo>
                  <a:lnTo>
                    <a:pt x="436736" y="627239"/>
                  </a:lnTo>
                  <a:lnTo>
                    <a:pt x="385264" y="614353"/>
                  </a:lnTo>
                  <a:lnTo>
                    <a:pt x="336346" y="600379"/>
                  </a:lnTo>
                  <a:lnTo>
                    <a:pt x="290131" y="585368"/>
                  </a:lnTo>
                  <a:lnTo>
                    <a:pt x="246765" y="569370"/>
                  </a:lnTo>
                  <a:lnTo>
                    <a:pt x="206397" y="552437"/>
                  </a:lnTo>
                  <a:lnTo>
                    <a:pt x="169172" y="534620"/>
                  </a:lnTo>
                  <a:lnTo>
                    <a:pt x="135240" y="515969"/>
                  </a:lnTo>
                  <a:lnTo>
                    <a:pt x="77843" y="476373"/>
                  </a:lnTo>
                  <a:lnTo>
                    <a:pt x="35383" y="434057"/>
                  </a:lnTo>
                  <a:lnTo>
                    <a:pt x="9042" y="389430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077200" y="44196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7"/>
                  </a:lnTo>
                  <a:lnTo>
                    <a:pt x="727251" y="12250"/>
                  </a:lnTo>
                  <a:lnTo>
                    <a:pt x="665219" y="18928"/>
                  </a:lnTo>
                  <a:lnTo>
                    <a:pt x="605004" y="26949"/>
                  </a:lnTo>
                  <a:lnTo>
                    <a:pt x="546753" y="36264"/>
                  </a:lnTo>
                  <a:lnTo>
                    <a:pt x="490615" y="46820"/>
                  </a:lnTo>
                  <a:lnTo>
                    <a:pt x="436736" y="58567"/>
                  </a:lnTo>
                  <a:lnTo>
                    <a:pt x="385264" y="71454"/>
                  </a:lnTo>
                  <a:lnTo>
                    <a:pt x="336346" y="85428"/>
                  </a:lnTo>
                  <a:lnTo>
                    <a:pt x="290131" y="100441"/>
                  </a:lnTo>
                  <a:lnTo>
                    <a:pt x="246765" y="116439"/>
                  </a:lnTo>
                  <a:lnTo>
                    <a:pt x="206397" y="133373"/>
                  </a:lnTo>
                  <a:lnTo>
                    <a:pt x="169172" y="151190"/>
                  </a:lnTo>
                  <a:lnTo>
                    <a:pt x="135240" y="169841"/>
                  </a:lnTo>
                  <a:lnTo>
                    <a:pt x="77843" y="209436"/>
                  </a:lnTo>
                  <a:lnTo>
                    <a:pt x="35383" y="251751"/>
                  </a:lnTo>
                  <a:lnTo>
                    <a:pt x="9042" y="296375"/>
                  </a:lnTo>
                  <a:lnTo>
                    <a:pt x="0" y="342900"/>
                  </a:lnTo>
                  <a:lnTo>
                    <a:pt x="2285" y="366374"/>
                  </a:lnTo>
                  <a:lnTo>
                    <a:pt x="20124" y="412000"/>
                  </a:lnTo>
                  <a:lnTo>
                    <a:pt x="54672" y="455520"/>
                  </a:lnTo>
                  <a:lnTo>
                    <a:pt x="104748" y="496526"/>
                  </a:lnTo>
                  <a:lnTo>
                    <a:pt x="169172" y="534609"/>
                  </a:lnTo>
                  <a:lnTo>
                    <a:pt x="206397" y="552426"/>
                  </a:lnTo>
                  <a:lnTo>
                    <a:pt x="246765" y="569360"/>
                  </a:lnTo>
                  <a:lnTo>
                    <a:pt x="290131" y="585358"/>
                  </a:lnTo>
                  <a:lnTo>
                    <a:pt x="336346" y="600371"/>
                  </a:lnTo>
                  <a:lnTo>
                    <a:pt x="385264" y="614345"/>
                  </a:lnTo>
                  <a:lnTo>
                    <a:pt x="436736" y="627232"/>
                  </a:lnTo>
                  <a:lnTo>
                    <a:pt x="490615" y="638979"/>
                  </a:lnTo>
                  <a:lnTo>
                    <a:pt x="546753" y="649535"/>
                  </a:lnTo>
                  <a:lnTo>
                    <a:pt x="605004" y="658850"/>
                  </a:lnTo>
                  <a:lnTo>
                    <a:pt x="665219" y="666871"/>
                  </a:lnTo>
                  <a:lnTo>
                    <a:pt x="727251" y="673549"/>
                  </a:lnTo>
                  <a:lnTo>
                    <a:pt x="790953" y="678832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2"/>
                  </a:lnTo>
                  <a:lnTo>
                    <a:pt x="1253948" y="673549"/>
                  </a:lnTo>
                  <a:lnTo>
                    <a:pt x="1315980" y="666871"/>
                  </a:lnTo>
                  <a:lnTo>
                    <a:pt x="1376195" y="658850"/>
                  </a:lnTo>
                  <a:lnTo>
                    <a:pt x="1434446" y="649535"/>
                  </a:lnTo>
                  <a:lnTo>
                    <a:pt x="1490584" y="638979"/>
                  </a:lnTo>
                  <a:lnTo>
                    <a:pt x="1544463" y="627232"/>
                  </a:lnTo>
                  <a:lnTo>
                    <a:pt x="1595935" y="614345"/>
                  </a:lnTo>
                  <a:lnTo>
                    <a:pt x="1644853" y="600371"/>
                  </a:lnTo>
                  <a:lnTo>
                    <a:pt x="1691068" y="585358"/>
                  </a:lnTo>
                  <a:lnTo>
                    <a:pt x="1734434" y="569360"/>
                  </a:lnTo>
                  <a:lnTo>
                    <a:pt x="1774802" y="552426"/>
                  </a:lnTo>
                  <a:lnTo>
                    <a:pt x="1812027" y="534609"/>
                  </a:lnTo>
                  <a:lnTo>
                    <a:pt x="1845959" y="515958"/>
                  </a:lnTo>
                  <a:lnTo>
                    <a:pt x="1903356" y="476363"/>
                  </a:lnTo>
                  <a:lnTo>
                    <a:pt x="1945816" y="434048"/>
                  </a:lnTo>
                  <a:lnTo>
                    <a:pt x="1972157" y="389424"/>
                  </a:lnTo>
                  <a:lnTo>
                    <a:pt x="1981200" y="342900"/>
                  </a:lnTo>
                  <a:lnTo>
                    <a:pt x="1978914" y="319425"/>
                  </a:lnTo>
                  <a:lnTo>
                    <a:pt x="1961075" y="273799"/>
                  </a:lnTo>
                  <a:lnTo>
                    <a:pt x="1926527" y="230279"/>
                  </a:lnTo>
                  <a:lnTo>
                    <a:pt x="1876451" y="189273"/>
                  </a:lnTo>
                  <a:lnTo>
                    <a:pt x="1812027" y="151190"/>
                  </a:lnTo>
                  <a:lnTo>
                    <a:pt x="1774802" y="133373"/>
                  </a:lnTo>
                  <a:lnTo>
                    <a:pt x="1734434" y="116439"/>
                  </a:lnTo>
                  <a:lnTo>
                    <a:pt x="1691068" y="100441"/>
                  </a:lnTo>
                  <a:lnTo>
                    <a:pt x="1644853" y="85428"/>
                  </a:lnTo>
                  <a:lnTo>
                    <a:pt x="1595935" y="71454"/>
                  </a:lnTo>
                  <a:lnTo>
                    <a:pt x="1544463" y="58567"/>
                  </a:lnTo>
                  <a:lnTo>
                    <a:pt x="1490584" y="46820"/>
                  </a:lnTo>
                  <a:lnTo>
                    <a:pt x="1434446" y="36264"/>
                  </a:lnTo>
                  <a:lnTo>
                    <a:pt x="1376195" y="26949"/>
                  </a:lnTo>
                  <a:lnTo>
                    <a:pt x="1315980" y="18928"/>
                  </a:lnTo>
                  <a:lnTo>
                    <a:pt x="1253948" y="12250"/>
                  </a:lnTo>
                  <a:lnTo>
                    <a:pt x="1190246" y="6967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077200" y="44196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75"/>
                  </a:lnTo>
                  <a:lnTo>
                    <a:pt x="35383" y="251751"/>
                  </a:lnTo>
                  <a:lnTo>
                    <a:pt x="77843" y="209436"/>
                  </a:lnTo>
                  <a:lnTo>
                    <a:pt x="135240" y="169841"/>
                  </a:lnTo>
                  <a:lnTo>
                    <a:pt x="169172" y="151190"/>
                  </a:lnTo>
                  <a:lnTo>
                    <a:pt x="206397" y="133373"/>
                  </a:lnTo>
                  <a:lnTo>
                    <a:pt x="246765" y="116439"/>
                  </a:lnTo>
                  <a:lnTo>
                    <a:pt x="290131" y="100441"/>
                  </a:lnTo>
                  <a:lnTo>
                    <a:pt x="336346" y="85428"/>
                  </a:lnTo>
                  <a:lnTo>
                    <a:pt x="385264" y="71454"/>
                  </a:lnTo>
                  <a:lnTo>
                    <a:pt x="436736" y="58567"/>
                  </a:lnTo>
                  <a:lnTo>
                    <a:pt x="490615" y="46820"/>
                  </a:lnTo>
                  <a:lnTo>
                    <a:pt x="546753" y="36264"/>
                  </a:lnTo>
                  <a:lnTo>
                    <a:pt x="605004" y="26949"/>
                  </a:lnTo>
                  <a:lnTo>
                    <a:pt x="665219" y="18928"/>
                  </a:lnTo>
                  <a:lnTo>
                    <a:pt x="727251" y="12250"/>
                  </a:lnTo>
                  <a:lnTo>
                    <a:pt x="790953" y="6967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7"/>
                  </a:lnTo>
                  <a:lnTo>
                    <a:pt x="1253948" y="12250"/>
                  </a:lnTo>
                  <a:lnTo>
                    <a:pt x="1315980" y="18928"/>
                  </a:lnTo>
                  <a:lnTo>
                    <a:pt x="1376195" y="26949"/>
                  </a:lnTo>
                  <a:lnTo>
                    <a:pt x="1434446" y="36264"/>
                  </a:lnTo>
                  <a:lnTo>
                    <a:pt x="1490584" y="46820"/>
                  </a:lnTo>
                  <a:lnTo>
                    <a:pt x="1544463" y="58567"/>
                  </a:lnTo>
                  <a:lnTo>
                    <a:pt x="1595935" y="71454"/>
                  </a:lnTo>
                  <a:lnTo>
                    <a:pt x="1644853" y="85428"/>
                  </a:lnTo>
                  <a:lnTo>
                    <a:pt x="1691068" y="100441"/>
                  </a:lnTo>
                  <a:lnTo>
                    <a:pt x="1734434" y="116439"/>
                  </a:lnTo>
                  <a:lnTo>
                    <a:pt x="1774802" y="133373"/>
                  </a:lnTo>
                  <a:lnTo>
                    <a:pt x="1812027" y="151190"/>
                  </a:lnTo>
                  <a:lnTo>
                    <a:pt x="1845959" y="169841"/>
                  </a:lnTo>
                  <a:lnTo>
                    <a:pt x="1903356" y="209436"/>
                  </a:lnTo>
                  <a:lnTo>
                    <a:pt x="1945816" y="251751"/>
                  </a:lnTo>
                  <a:lnTo>
                    <a:pt x="1972157" y="296375"/>
                  </a:lnTo>
                  <a:lnTo>
                    <a:pt x="1981200" y="342900"/>
                  </a:lnTo>
                  <a:lnTo>
                    <a:pt x="1978914" y="366374"/>
                  </a:lnTo>
                  <a:lnTo>
                    <a:pt x="1961075" y="412000"/>
                  </a:lnTo>
                  <a:lnTo>
                    <a:pt x="1926527" y="455520"/>
                  </a:lnTo>
                  <a:lnTo>
                    <a:pt x="1876451" y="496526"/>
                  </a:lnTo>
                  <a:lnTo>
                    <a:pt x="1812027" y="534609"/>
                  </a:lnTo>
                  <a:lnTo>
                    <a:pt x="1774802" y="552426"/>
                  </a:lnTo>
                  <a:lnTo>
                    <a:pt x="1734434" y="569360"/>
                  </a:lnTo>
                  <a:lnTo>
                    <a:pt x="1691068" y="585358"/>
                  </a:lnTo>
                  <a:lnTo>
                    <a:pt x="1644853" y="600371"/>
                  </a:lnTo>
                  <a:lnTo>
                    <a:pt x="1595935" y="614345"/>
                  </a:lnTo>
                  <a:lnTo>
                    <a:pt x="1544463" y="627232"/>
                  </a:lnTo>
                  <a:lnTo>
                    <a:pt x="1490584" y="638979"/>
                  </a:lnTo>
                  <a:lnTo>
                    <a:pt x="1434446" y="649535"/>
                  </a:lnTo>
                  <a:lnTo>
                    <a:pt x="1376195" y="658850"/>
                  </a:lnTo>
                  <a:lnTo>
                    <a:pt x="1315980" y="666871"/>
                  </a:lnTo>
                  <a:lnTo>
                    <a:pt x="1253948" y="673549"/>
                  </a:lnTo>
                  <a:lnTo>
                    <a:pt x="1190246" y="678832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2"/>
                  </a:lnTo>
                  <a:lnTo>
                    <a:pt x="727251" y="673549"/>
                  </a:lnTo>
                  <a:lnTo>
                    <a:pt x="665219" y="666871"/>
                  </a:lnTo>
                  <a:lnTo>
                    <a:pt x="605004" y="658850"/>
                  </a:lnTo>
                  <a:lnTo>
                    <a:pt x="546753" y="649535"/>
                  </a:lnTo>
                  <a:lnTo>
                    <a:pt x="490615" y="638979"/>
                  </a:lnTo>
                  <a:lnTo>
                    <a:pt x="436736" y="627232"/>
                  </a:lnTo>
                  <a:lnTo>
                    <a:pt x="385264" y="614345"/>
                  </a:lnTo>
                  <a:lnTo>
                    <a:pt x="336346" y="600371"/>
                  </a:lnTo>
                  <a:lnTo>
                    <a:pt x="290131" y="585358"/>
                  </a:lnTo>
                  <a:lnTo>
                    <a:pt x="246765" y="569360"/>
                  </a:lnTo>
                  <a:lnTo>
                    <a:pt x="206397" y="552426"/>
                  </a:lnTo>
                  <a:lnTo>
                    <a:pt x="169172" y="534609"/>
                  </a:lnTo>
                  <a:lnTo>
                    <a:pt x="135240" y="515958"/>
                  </a:lnTo>
                  <a:lnTo>
                    <a:pt x="77843" y="476363"/>
                  </a:lnTo>
                  <a:lnTo>
                    <a:pt x="35383" y="434048"/>
                  </a:lnTo>
                  <a:lnTo>
                    <a:pt x="9042" y="389424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8659114" y="4598289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EMPAGE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708650" y="1670050"/>
            <a:ext cx="1993900" cy="698500"/>
            <a:chOff x="5708650" y="1670050"/>
            <a:chExt cx="1993900" cy="698500"/>
          </a:xfrm>
        </p:grpSpPr>
        <p:sp>
          <p:nvSpPr>
            <p:cNvPr id="22" name="object 22"/>
            <p:cNvSpPr/>
            <p:nvPr/>
          </p:nvSpPr>
          <p:spPr>
            <a:xfrm>
              <a:off x="5715000" y="16764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7"/>
                  </a:lnTo>
                  <a:lnTo>
                    <a:pt x="727251" y="12250"/>
                  </a:lnTo>
                  <a:lnTo>
                    <a:pt x="665219" y="18928"/>
                  </a:lnTo>
                  <a:lnTo>
                    <a:pt x="605004" y="26949"/>
                  </a:lnTo>
                  <a:lnTo>
                    <a:pt x="546753" y="36264"/>
                  </a:lnTo>
                  <a:lnTo>
                    <a:pt x="490615" y="46820"/>
                  </a:lnTo>
                  <a:lnTo>
                    <a:pt x="436736" y="58567"/>
                  </a:lnTo>
                  <a:lnTo>
                    <a:pt x="385264" y="71454"/>
                  </a:lnTo>
                  <a:lnTo>
                    <a:pt x="336346" y="85428"/>
                  </a:lnTo>
                  <a:lnTo>
                    <a:pt x="290131" y="100441"/>
                  </a:lnTo>
                  <a:lnTo>
                    <a:pt x="246765" y="116439"/>
                  </a:lnTo>
                  <a:lnTo>
                    <a:pt x="206397" y="133373"/>
                  </a:lnTo>
                  <a:lnTo>
                    <a:pt x="169172" y="151190"/>
                  </a:lnTo>
                  <a:lnTo>
                    <a:pt x="135240" y="169841"/>
                  </a:lnTo>
                  <a:lnTo>
                    <a:pt x="77843" y="209436"/>
                  </a:lnTo>
                  <a:lnTo>
                    <a:pt x="35383" y="251751"/>
                  </a:lnTo>
                  <a:lnTo>
                    <a:pt x="9042" y="296375"/>
                  </a:lnTo>
                  <a:lnTo>
                    <a:pt x="0" y="342900"/>
                  </a:lnTo>
                  <a:lnTo>
                    <a:pt x="2285" y="366374"/>
                  </a:lnTo>
                  <a:lnTo>
                    <a:pt x="20124" y="412000"/>
                  </a:lnTo>
                  <a:lnTo>
                    <a:pt x="54672" y="455520"/>
                  </a:lnTo>
                  <a:lnTo>
                    <a:pt x="104748" y="496526"/>
                  </a:lnTo>
                  <a:lnTo>
                    <a:pt x="169172" y="534609"/>
                  </a:lnTo>
                  <a:lnTo>
                    <a:pt x="206397" y="552426"/>
                  </a:lnTo>
                  <a:lnTo>
                    <a:pt x="246765" y="569360"/>
                  </a:lnTo>
                  <a:lnTo>
                    <a:pt x="290131" y="585358"/>
                  </a:lnTo>
                  <a:lnTo>
                    <a:pt x="336346" y="600371"/>
                  </a:lnTo>
                  <a:lnTo>
                    <a:pt x="385264" y="614345"/>
                  </a:lnTo>
                  <a:lnTo>
                    <a:pt x="436736" y="627232"/>
                  </a:lnTo>
                  <a:lnTo>
                    <a:pt x="490615" y="638979"/>
                  </a:lnTo>
                  <a:lnTo>
                    <a:pt x="546753" y="649535"/>
                  </a:lnTo>
                  <a:lnTo>
                    <a:pt x="605004" y="658850"/>
                  </a:lnTo>
                  <a:lnTo>
                    <a:pt x="665219" y="666871"/>
                  </a:lnTo>
                  <a:lnTo>
                    <a:pt x="727251" y="673549"/>
                  </a:lnTo>
                  <a:lnTo>
                    <a:pt x="790953" y="678832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2"/>
                  </a:lnTo>
                  <a:lnTo>
                    <a:pt x="1253948" y="673549"/>
                  </a:lnTo>
                  <a:lnTo>
                    <a:pt x="1315980" y="666871"/>
                  </a:lnTo>
                  <a:lnTo>
                    <a:pt x="1376195" y="658850"/>
                  </a:lnTo>
                  <a:lnTo>
                    <a:pt x="1434446" y="649535"/>
                  </a:lnTo>
                  <a:lnTo>
                    <a:pt x="1490584" y="638979"/>
                  </a:lnTo>
                  <a:lnTo>
                    <a:pt x="1544463" y="627232"/>
                  </a:lnTo>
                  <a:lnTo>
                    <a:pt x="1595935" y="614345"/>
                  </a:lnTo>
                  <a:lnTo>
                    <a:pt x="1644853" y="600371"/>
                  </a:lnTo>
                  <a:lnTo>
                    <a:pt x="1691068" y="585358"/>
                  </a:lnTo>
                  <a:lnTo>
                    <a:pt x="1734434" y="569360"/>
                  </a:lnTo>
                  <a:lnTo>
                    <a:pt x="1774802" y="552426"/>
                  </a:lnTo>
                  <a:lnTo>
                    <a:pt x="1812027" y="534609"/>
                  </a:lnTo>
                  <a:lnTo>
                    <a:pt x="1845959" y="515958"/>
                  </a:lnTo>
                  <a:lnTo>
                    <a:pt x="1903356" y="476363"/>
                  </a:lnTo>
                  <a:lnTo>
                    <a:pt x="1945816" y="434048"/>
                  </a:lnTo>
                  <a:lnTo>
                    <a:pt x="1972157" y="389424"/>
                  </a:lnTo>
                  <a:lnTo>
                    <a:pt x="1981200" y="342900"/>
                  </a:lnTo>
                  <a:lnTo>
                    <a:pt x="1978914" y="319425"/>
                  </a:lnTo>
                  <a:lnTo>
                    <a:pt x="1961075" y="273799"/>
                  </a:lnTo>
                  <a:lnTo>
                    <a:pt x="1926527" y="230279"/>
                  </a:lnTo>
                  <a:lnTo>
                    <a:pt x="1876451" y="189273"/>
                  </a:lnTo>
                  <a:lnTo>
                    <a:pt x="1812027" y="151190"/>
                  </a:lnTo>
                  <a:lnTo>
                    <a:pt x="1774802" y="133373"/>
                  </a:lnTo>
                  <a:lnTo>
                    <a:pt x="1734434" y="116439"/>
                  </a:lnTo>
                  <a:lnTo>
                    <a:pt x="1691068" y="100441"/>
                  </a:lnTo>
                  <a:lnTo>
                    <a:pt x="1644853" y="85428"/>
                  </a:lnTo>
                  <a:lnTo>
                    <a:pt x="1595935" y="71454"/>
                  </a:lnTo>
                  <a:lnTo>
                    <a:pt x="1544463" y="58567"/>
                  </a:lnTo>
                  <a:lnTo>
                    <a:pt x="1490584" y="46820"/>
                  </a:lnTo>
                  <a:lnTo>
                    <a:pt x="1434446" y="36264"/>
                  </a:lnTo>
                  <a:lnTo>
                    <a:pt x="1376195" y="26949"/>
                  </a:lnTo>
                  <a:lnTo>
                    <a:pt x="1315980" y="18928"/>
                  </a:lnTo>
                  <a:lnTo>
                    <a:pt x="1253948" y="12250"/>
                  </a:lnTo>
                  <a:lnTo>
                    <a:pt x="1190246" y="6967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715000" y="16764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75"/>
                  </a:lnTo>
                  <a:lnTo>
                    <a:pt x="35383" y="251751"/>
                  </a:lnTo>
                  <a:lnTo>
                    <a:pt x="77843" y="209436"/>
                  </a:lnTo>
                  <a:lnTo>
                    <a:pt x="135240" y="169841"/>
                  </a:lnTo>
                  <a:lnTo>
                    <a:pt x="169172" y="151190"/>
                  </a:lnTo>
                  <a:lnTo>
                    <a:pt x="206397" y="133373"/>
                  </a:lnTo>
                  <a:lnTo>
                    <a:pt x="246765" y="116439"/>
                  </a:lnTo>
                  <a:lnTo>
                    <a:pt x="290131" y="100441"/>
                  </a:lnTo>
                  <a:lnTo>
                    <a:pt x="336346" y="85428"/>
                  </a:lnTo>
                  <a:lnTo>
                    <a:pt x="385264" y="71454"/>
                  </a:lnTo>
                  <a:lnTo>
                    <a:pt x="436736" y="58567"/>
                  </a:lnTo>
                  <a:lnTo>
                    <a:pt x="490615" y="46820"/>
                  </a:lnTo>
                  <a:lnTo>
                    <a:pt x="546753" y="36264"/>
                  </a:lnTo>
                  <a:lnTo>
                    <a:pt x="605004" y="26949"/>
                  </a:lnTo>
                  <a:lnTo>
                    <a:pt x="665219" y="18928"/>
                  </a:lnTo>
                  <a:lnTo>
                    <a:pt x="727251" y="12250"/>
                  </a:lnTo>
                  <a:lnTo>
                    <a:pt x="790953" y="6967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7"/>
                  </a:lnTo>
                  <a:lnTo>
                    <a:pt x="1253948" y="12250"/>
                  </a:lnTo>
                  <a:lnTo>
                    <a:pt x="1315980" y="18928"/>
                  </a:lnTo>
                  <a:lnTo>
                    <a:pt x="1376195" y="26949"/>
                  </a:lnTo>
                  <a:lnTo>
                    <a:pt x="1434446" y="36264"/>
                  </a:lnTo>
                  <a:lnTo>
                    <a:pt x="1490584" y="46820"/>
                  </a:lnTo>
                  <a:lnTo>
                    <a:pt x="1544463" y="58567"/>
                  </a:lnTo>
                  <a:lnTo>
                    <a:pt x="1595935" y="71454"/>
                  </a:lnTo>
                  <a:lnTo>
                    <a:pt x="1644853" y="85428"/>
                  </a:lnTo>
                  <a:lnTo>
                    <a:pt x="1691068" y="100441"/>
                  </a:lnTo>
                  <a:lnTo>
                    <a:pt x="1734434" y="116439"/>
                  </a:lnTo>
                  <a:lnTo>
                    <a:pt x="1774802" y="133373"/>
                  </a:lnTo>
                  <a:lnTo>
                    <a:pt x="1812027" y="151190"/>
                  </a:lnTo>
                  <a:lnTo>
                    <a:pt x="1845959" y="169841"/>
                  </a:lnTo>
                  <a:lnTo>
                    <a:pt x="1903356" y="209436"/>
                  </a:lnTo>
                  <a:lnTo>
                    <a:pt x="1945816" y="251751"/>
                  </a:lnTo>
                  <a:lnTo>
                    <a:pt x="1972157" y="296375"/>
                  </a:lnTo>
                  <a:lnTo>
                    <a:pt x="1981200" y="342900"/>
                  </a:lnTo>
                  <a:lnTo>
                    <a:pt x="1978914" y="366374"/>
                  </a:lnTo>
                  <a:lnTo>
                    <a:pt x="1961075" y="412000"/>
                  </a:lnTo>
                  <a:lnTo>
                    <a:pt x="1926527" y="455520"/>
                  </a:lnTo>
                  <a:lnTo>
                    <a:pt x="1876451" y="496526"/>
                  </a:lnTo>
                  <a:lnTo>
                    <a:pt x="1812027" y="534609"/>
                  </a:lnTo>
                  <a:lnTo>
                    <a:pt x="1774802" y="552426"/>
                  </a:lnTo>
                  <a:lnTo>
                    <a:pt x="1734434" y="569360"/>
                  </a:lnTo>
                  <a:lnTo>
                    <a:pt x="1691068" y="585358"/>
                  </a:lnTo>
                  <a:lnTo>
                    <a:pt x="1644853" y="600371"/>
                  </a:lnTo>
                  <a:lnTo>
                    <a:pt x="1595935" y="614345"/>
                  </a:lnTo>
                  <a:lnTo>
                    <a:pt x="1544463" y="627232"/>
                  </a:lnTo>
                  <a:lnTo>
                    <a:pt x="1490584" y="638979"/>
                  </a:lnTo>
                  <a:lnTo>
                    <a:pt x="1434446" y="649535"/>
                  </a:lnTo>
                  <a:lnTo>
                    <a:pt x="1376195" y="658850"/>
                  </a:lnTo>
                  <a:lnTo>
                    <a:pt x="1315980" y="666871"/>
                  </a:lnTo>
                  <a:lnTo>
                    <a:pt x="1253948" y="673549"/>
                  </a:lnTo>
                  <a:lnTo>
                    <a:pt x="1190246" y="678832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2"/>
                  </a:lnTo>
                  <a:lnTo>
                    <a:pt x="727251" y="673549"/>
                  </a:lnTo>
                  <a:lnTo>
                    <a:pt x="665219" y="666871"/>
                  </a:lnTo>
                  <a:lnTo>
                    <a:pt x="605004" y="658850"/>
                  </a:lnTo>
                  <a:lnTo>
                    <a:pt x="546753" y="649535"/>
                  </a:lnTo>
                  <a:lnTo>
                    <a:pt x="490615" y="638979"/>
                  </a:lnTo>
                  <a:lnTo>
                    <a:pt x="436736" y="627232"/>
                  </a:lnTo>
                  <a:lnTo>
                    <a:pt x="385264" y="614345"/>
                  </a:lnTo>
                  <a:lnTo>
                    <a:pt x="336346" y="600371"/>
                  </a:lnTo>
                  <a:lnTo>
                    <a:pt x="290131" y="585358"/>
                  </a:lnTo>
                  <a:lnTo>
                    <a:pt x="246765" y="569360"/>
                  </a:lnTo>
                  <a:lnTo>
                    <a:pt x="206397" y="552426"/>
                  </a:lnTo>
                  <a:lnTo>
                    <a:pt x="169172" y="534609"/>
                  </a:lnTo>
                  <a:lnTo>
                    <a:pt x="135240" y="515958"/>
                  </a:lnTo>
                  <a:lnTo>
                    <a:pt x="77843" y="476363"/>
                  </a:lnTo>
                  <a:lnTo>
                    <a:pt x="35383" y="434048"/>
                  </a:lnTo>
                  <a:lnTo>
                    <a:pt x="9042" y="389424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6331711" y="1854149"/>
            <a:ext cx="7486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EMPNO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70850" y="1670050"/>
            <a:ext cx="1993900" cy="698500"/>
            <a:chOff x="8070850" y="1670050"/>
            <a:chExt cx="1993900" cy="698500"/>
          </a:xfrm>
        </p:grpSpPr>
        <p:sp>
          <p:nvSpPr>
            <p:cNvPr id="26" name="object 26"/>
            <p:cNvSpPr/>
            <p:nvPr/>
          </p:nvSpPr>
          <p:spPr>
            <a:xfrm>
              <a:off x="8077200" y="16764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7"/>
                  </a:lnTo>
                  <a:lnTo>
                    <a:pt x="727251" y="12250"/>
                  </a:lnTo>
                  <a:lnTo>
                    <a:pt x="665219" y="18928"/>
                  </a:lnTo>
                  <a:lnTo>
                    <a:pt x="605004" y="26949"/>
                  </a:lnTo>
                  <a:lnTo>
                    <a:pt x="546753" y="36264"/>
                  </a:lnTo>
                  <a:lnTo>
                    <a:pt x="490615" y="46820"/>
                  </a:lnTo>
                  <a:lnTo>
                    <a:pt x="436736" y="58567"/>
                  </a:lnTo>
                  <a:lnTo>
                    <a:pt x="385264" y="71454"/>
                  </a:lnTo>
                  <a:lnTo>
                    <a:pt x="336346" y="85428"/>
                  </a:lnTo>
                  <a:lnTo>
                    <a:pt x="290131" y="100441"/>
                  </a:lnTo>
                  <a:lnTo>
                    <a:pt x="246765" y="116439"/>
                  </a:lnTo>
                  <a:lnTo>
                    <a:pt x="206397" y="133373"/>
                  </a:lnTo>
                  <a:lnTo>
                    <a:pt x="169172" y="151190"/>
                  </a:lnTo>
                  <a:lnTo>
                    <a:pt x="135240" y="169841"/>
                  </a:lnTo>
                  <a:lnTo>
                    <a:pt x="77843" y="209436"/>
                  </a:lnTo>
                  <a:lnTo>
                    <a:pt x="35383" y="251751"/>
                  </a:lnTo>
                  <a:lnTo>
                    <a:pt x="9042" y="296375"/>
                  </a:lnTo>
                  <a:lnTo>
                    <a:pt x="0" y="342900"/>
                  </a:lnTo>
                  <a:lnTo>
                    <a:pt x="2285" y="366374"/>
                  </a:lnTo>
                  <a:lnTo>
                    <a:pt x="20124" y="412000"/>
                  </a:lnTo>
                  <a:lnTo>
                    <a:pt x="54672" y="455520"/>
                  </a:lnTo>
                  <a:lnTo>
                    <a:pt x="104748" y="496526"/>
                  </a:lnTo>
                  <a:lnTo>
                    <a:pt x="169172" y="534609"/>
                  </a:lnTo>
                  <a:lnTo>
                    <a:pt x="206397" y="552426"/>
                  </a:lnTo>
                  <a:lnTo>
                    <a:pt x="246765" y="569360"/>
                  </a:lnTo>
                  <a:lnTo>
                    <a:pt x="290131" y="585358"/>
                  </a:lnTo>
                  <a:lnTo>
                    <a:pt x="336346" y="600371"/>
                  </a:lnTo>
                  <a:lnTo>
                    <a:pt x="385264" y="614345"/>
                  </a:lnTo>
                  <a:lnTo>
                    <a:pt x="436736" y="627232"/>
                  </a:lnTo>
                  <a:lnTo>
                    <a:pt x="490615" y="638979"/>
                  </a:lnTo>
                  <a:lnTo>
                    <a:pt x="546753" y="649535"/>
                  </a:lnTo>
                  <a:lnTo>
                    <a:pt x="605004" y="658850"/>
                  </a:lnTo>
                  <a:lnTo>
                    <a:pt x="665219" y="666871"/>
                  </a:lnTo>
                  <a:lnTo>
                    <a:pt x="727251" y="673549"/>
                  </a:lnTo>
                  <a:lnTo>
                    <a:pt x="790953" y="678832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2"/>
                  </a:lnTo>
                  <a:lnTo>
                    <a:pt x="1253948" y="673549"/>
                  </a:lnTo>
                  <a:lnTo>
                    <a:pt x="1315980" y="666871"/>
                  </a:lnTo>
                  <a:lnTo>
                    <a:pt x="1376195" y="658850"/>
                  </a:lnTo>
                  <a:lnTo>
                    <a:pt x="1434446" y="649535"/>
                  </a:lnTo>
                  <a:lnTo>
                    <a:pt x="1490584" y="638979"/>
                  </a:lnTo>
                  <a:lnTo>
                    <a:pt x="1544463" y="627232"/>
                  </a:lnTo>
                  <a:lnTo>
                    <a:pt x="1595935" y="614345"/>
                  </a:lnTo>
                  <a:lnTo>
                    <a:pt x="1644853" y="600371"/>
                  </a:lnTo>
                  <a:lnTo>
                    <a:pt x="1691068" y="585358"/>
                  </a:lnTo>
                  <a:lnTo>
                    <a:pt x="1734434" y="569360"/>
                  </a:lnTo>
                  <a:lnTo>
                    <a:pt x="1774802" y="552426"/>
                  </a:lnTo>
                  <a:lnTo>
                    <a:pt x="1812027" y="534609"/>
                  </a:lnTo>
                  <a:lnTo>
                    <a:pt x="1845959" y="515958"/>
                  </a:lnTo>
                  <a:lnTo>
                    <a:pt x="1903356" y="476363"/>
                  </a:lnTo>
                  <a:lnTo>
                    <a:pt x="1945816" y="434048"/>
                  </a:lnTo>
                  <a:lnTo>
                    <a:pt x="1972157" y="389424"/>
                  </a:lnTo>
                  <a:lnTo>
                    <a:pt x="1981200" y="342900"/>
                  </a:lnTo>
                  <a:lnTo>
                    <a:pt x="1978914" y="319425"/>
                  </a:lnTo>
                  <a:lnTo>
                    <a:pt x="1961075" y="273799"/>
                  </a:lnTo>
                  <a:lnTo>
                    <a:pt x="1926527" y="230279"/>
                  </a:lnTo>
                  <a:lnTo>
                    <a:pt x="1876451" y="189273"/>
                  </a:lnTo>
                  <a:lnTo>
                    <a:pt x="1812027" y="151190"/>
                  </a:lnTo>
                  <a:lnTo>
                    <a:pt x="1774802" y="133373"/>
                  </a:lnTo>
                  <a:lnTo>
                    <a:pt x="1734434" y="116439"/>
                  </a:lnTo>
                  <a:lnTo>
                    <a:pt x="1691068" y="100441"/>
                  </a:lnTo>
                  <a:lnTo>
                    <a:pt x="1644853" y="85428"/>
                  </a:lnTo>
                  <a:lnTo>
                    <a:pt x="1595935" y="71454"/>
                  </a:lnTo>
                  <a:lnTo>
                    <a:pt x="1544463" y="58567"/>
                  </a:lnTo>
                  <a:lnTo>
                    <a:pt x="1490584" y="46820"/>
                  </a:lnTo>
                  <a:lnTo>
                    <a:pt x="1434446" y="36264"/>
                  </a:lnTo>
                  <a:lnTo>
                    <a:pt x="1376195" y="26949"/>
                  </a:lnTo>
                  <a:lnTo>
                    <a:pt x="1315980" y="18928"/>
                  </a:lnTo>
                  <a:lnTo>
                    <a:pt x="1253948" y="12250"/>
                  </a:lnTo>
                  <a:lnTo>
                    <a:pt x="1190246" y="6967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77200" y="16764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75"/>
                  </a:lnTo>
                  <a:lnTo>
                    <a:pt x="35383" y="251751"/>
                  </a:lnTo>
                  <a:lnTo>
                    <a:pt x="77843" y="209436"/>
                  </a:lnTo>
                  <a:lnTo>
                    <a:pt x="135240" y="169841"/>
                  </a:lnTo>
                  <a:lnTo>
                    <a:pt x="169172" y="151190"/>
                  </a:lnTo>
                  <a:lnTo>
                    <a:pt x="206397" y="133373"/>
                  </a:lnTo>
                  <a:lnTo>
                    <a:pt x="246765" y="116439"/>
                  </a:lnTo>
                  <a:lnTo>
                    <a:pt x="290131" y="100441"/>
                  </a:lnTo>
                  <a:lnTo>
                    <a:pt x="336346" y="85428"/>
                  </a:lnTo>
                  <a:lnTo>
                    <a:pt x="385264" y="71454"/>
                  </a:lnTo>
                  <a:lnTo>
                    <a:pt x="436736" y="58567"/>
                  </a:lnTo>
                  <a:lnTo>
                    <a:pt x="490615" y="46820"/>
                  </a:lnTo>
                  <a:lnTo>
                    <a:pt x="546753" y="36264"/>
                  </a:lnTo>
                  <a:lnTo>
                    <a:pt x="605004" y="26949"/>
                  </a:lnTo>
                  <a:lnTo>
                    <a:pt x="665219" y="18928"/>
                  </a:lnTo>
                  <a:lnTo>
                    <a:pt x="727251" y="12250"/>
                  </a:lnTo>
                  <a:lnTo>
                    <a:pt x="790953" y="6967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7"/>
                  </a:lnTo>
                  <a:lnTo>
                    <a:pt x="1253948" y="12250"/>
                  </a:lnTo>
                  <a:lnTo>
                    <a:pt x="1315980" y="18928"/>
                  </a:lnTo>
                  <a:lnTo>
                    <a:pt x="1376195" y="26949"/>
                  </a:lnTo>
                  <a:lnTo>
                    <a:pt x="1434446" y="36264"/>
                  </a:lnTo>
                  <a:lnTo>
                    <a:pt x="1490584" y="46820"/>
                  </a:lnTo>
                  <a:lnTo>
                    <a:pt x="1544463" y="58567"/>
                  </a:lnTo>
                  <a:lnTo>
                    <a:pt x="1595935" y="71454"/>
                  </a:lnTo>
                  <a:lnTo>
                    <a:pt x="1644853" y="85428"/>
                  </a:lnTo>
                  <a:lnTo>
                    <a:pt x="1691068" y="100441"/>
                  </a:lnTo>
                  <a:lnTo>
                    <a:pt x="1734434" y="116439"/>
                  </a:lnTo>
                  <a:lnTo>
                    <a:pt x="1774802" y="133373"/>
                  </a:lnTo>
                  <a:lnTo>
                    <a:pt x="1812027" y="151190"/>
                  </a:lnTo>
                  <a:lnTo>
                    <a:pt x="1845959" y="169841"/>
                  </a:lnTo>
                  <a:lnTo>
                    <a:pt x="1903356" y="209436"/>
                  </a:lnTo>
                  <a:lnTo>
                    <a:pt x="1945816" y="251751"/>
                  </a:lnTo>
                  <a:lnTo>
                    <a:pt x="1972157" y="296375"/>
                  </a:lnTo>
                  <a:lnTo>
                    <a:pt x="1981200" y="342900"/>
                  </a:lnTo>
                  <a:lnTo>
                    <a:pt x="1978914" y="366374"/>
                  </a:lnTo>
                  <a:lnTo>
                    <a:pt x="1961075" y="412000"/>
                  </a:lnTo>
                  <a:lnTo>
                    <a:pt x="1926527" y="455520"/>
                  </a:lnTo>
                  <a:lnTo>
                    <a:pt x="1876451" y="496526"/>
                  </a:lnTo>
                  <a:lnTo>
                    <a:pt x="1812027" y="534609"/>
                  </a:lnTo>
                  <a:lnTo>
                    <a:pt x="1774802" y="552426"/>
                  </a:lnTo>
                  <a:lnTo>
                    <a:pt x="1734434" y="569360"/>
                  </a:lnTo>
                  <a:lnTo>
                    <a:pt x="1691068" y="585358"/>
                  </a:lnTo>
                  <a:lnTo>
                    <a:pt x="1644853" y="600371"/>
                  </a:lnTo>
                  <a:lnTo>
                    <a:pt x="1595935" y="614345"/>
                  </a:lnTo>
                  <a:lnTo>
                    <a:pt x="1544463" y="627232"/>
                  </a:lnTo>
                  <a:lnTo>
                    <a:pt x="1490584" y="638979"/>
                  </a:lnTo>
                  <a:lnTo>
                    <a:pt x="1434446" y="649535"/>
                  </a:lnTo>
                  <a:lnTo>
                    <a:pt x="1376195" y="658850"/>
                  </a:lnTo>
                  <a:lnTo>
                    <a:pt x="1315980" y="666871"/>
                  </a:lnTo>
                  <a:lnTo>
                    <a:pt x="1253948" y="673549"/>
                  </a:lnTo>
                  <a:lnTo>
                    <a:pt x="1190246" y="678832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2"/>
                  </a:lnTo>
                  <a:lnTo>
                    <a:pt x="727251" y="673549"/>
                  </a:lnTo>
                  <a:lnTo>
                    <a:pt x="665219" y="666871"/>
                  </a:lnTo>
                  <a:lnTo>
                    <a:pt x="605004" y="658850"/>
                  </a:lnTo>
                  <a:lnTo>
                    <a:pt x="546753" y="649535"/>
                  </a:lnTo>
                  <a:lnTo>
                    <a:pt x="490615" y="638979"/>
                  </a:lnTo>
                  <a:lnTo>
                    <a:pt x="436736" y="627232"/>
                  </a:lnTo>
                  <a:lnTo>
                    <a:pt x="385264" y="614345"/>
                  </a:lnTo>
                  <a:lnTo>
                    <a:pt x="336346" y="600371"/>
                  </a:lnTo>
                  <a:lnTo>
                    <a:pt x="290131" y="585358"/>
                  </a:lnTo>
                  <a:lnTo>
                    <a:pt x="246765" y="569360"/>
                  </a:lnTo>
                  <a:lnTo>
                    <a:pt x="206397" y="552426"/>
                  </a:lnTo>
                  <a:lnTo>
                    <a:pt x="169172" y="534609"/>
                  </a:lnTo>
                  <a:lnTo>
                    <a:pt x="135240" y="515958"/>
                  </a:lnTo>
                  <a:lnTo>
                    <a:pt x="77843" y="476363"/>
                  </a:lnTo>
                  <a:lnTo>
                    <a:pt x="35383" y="434048"/>
                  </a:lnTo>
                  <a:lnTo>
                    <a:pt x="9042" y="389424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550909" y="1854149"/>
            <a:ext cx="10369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EMPNAME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41850" y="4946650"/>
            <a:ext cx="1993900" cy="698500"/>
            <a:chOff x="4641850" y="4946650"/>
            <a:chExt cx="1993900" cy="698500"/>
          </a:xfrm>
        </p:grpSpPr>
        <p:sp>
          <p:nvSpPr>
            <p:cNvPr id="30" name="object 30"/>
            <p:cNvSpPr/>
            <p:nvPr/>
          </p:nvSpPr>
          <p:spPr>
            <a:xfrm>
              <a:off x="4648200" y="49530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7"/>
                  </a:lnTo>
                  <a:lnTo>
                    <a:pt x="727251" y="12250"/>
                  </a:lnTo>
                  <a:lnTo>
                    <a:pt x="665219" y="18928"/>
                  </a:lnTo>
                  <a:lnTo>
                    <a:pt x="605004" y="26949"/>
                  </a:lnTo>
                  <a:lnTo>
                    <a:pt x="546753" y="36264"/>
                  </a:lnTo>
                  <a:lnTo>
                    <a:pt x="490615" y="46820"/>
                  </a:lnTo>
                  <a:lnTo>
                    <a:pt x="436736" y="58567"/>
                  </a:lnTo>
                  <a:lnTo>
                    <a:pt x="385264" y="71454"/>
                  </a:lnTo>
                  <a:lnTo>
                    <a:pt x="336346" y="85428"/>
                  </a:lnTo>
                  <a:lnTo>
                    <a:pt x="290131" y="100441"/>
                  </a:lnTo>
                  <a:lnTo>
                    <a:pt x="246765" y="116439"/>
                  </a:lnTo>
                  <a:lnTo>
                    <a:pt x="206397" y="133373"/>
                  </a:lnTo>
                  <a:lnTo>
                    <a:pt x="169172" y="151190"/>
                  </a:lnTo>
                  <a:lnTo>
                    <a:pt x="135240" y="169841"/>
                  </a:lnTo>
                  <a:lnTo>
                    <a:pt x="77843" y="209436"/>
                  </a:lnTo>
                  <a:lnTo>
                    <a:pt x="35383" y="251751"/>
                  </a:lnTo>
                  <a:lnTo>
                    <a:pt x="9042" y="296375"/>
                  </a:lnTo>
                  <a:lnTo>
                    <a:pt x="0" y="342900"/>
                  </a:lnTo>
                  <a:lnTo>
                    <a:pt x="2285" y="366374"/>
                  </a:lnTo>
                  <a:lnTo>
                    <a:pt x="20124" y="412000"/>
                  </a:lnTo>
                  <a:lnTo>
                    <a:pt x="54672" y="455520"/>
                  </a:lnTo>
                  <a:lnTo>
                    <a:pt x="104748" y="496526"/>
                  </a:lnTo>
                  <a:lnTo>
                    <a:pt x="169172" y="534609"/>
                  </a:lnTo>
                  <a:lnTo>
                    <a:pt x="206397" y="552426"/>
                  </a:lnTo>
                  <a:lnTo>
                    <a:pt x="246765" y="569360"/>
                  </a:lnTo>
                  <a:lnTo>
                    <a:pt x="290131" y="585358"/>
                  </a:lnTo>
                  <a:lnTo>
                    <a:pt x="336346" y="600371"/>
                  </a:lnTo>
                  <a:lnTo>
                    <a:pt x="385264" y="614345"/>
                  </a:lnTo>
                  <a:lnTo>
                    <a:pt x="436736" y="627232"/>
                  </a:lnTo>
                  <a:lnTo>
                    <a:pt x="490615" y="638979"/>
                  </a:lnTo>
                  <a:lnTo>
                    <a:pt x="546753" y="649535"/>
                  </a:lnTo>
                  <a:lnTo>
                    <a:pt x="605004" y="658850"/>
                  </a:lnTo>
                  <a:lnTo>
                    <a:pt x="665219" y="666871"/>
                  </a:lnTo>
                  <a:lnTo>
                    <a:pt x="727251" y="673549"/>
                  </a:lnTo>
                  <a:lnTo>
                    <a:pt x="790953" y="678832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2"/>
                  </a:lnTo>
                  <a:lnTo>
                    <a:pt x="1253948" y="673549"/>
                  </a:lnTo>
                  <a:lnTo>
                    <a:pt x="1315980" y="666871"/>
                  </a:lnTo>
                  <a:lnTo>
                    <a:pt x="1376195" y="658850"/>
                  </a:lnTo>
                  <a:lnTo>
                    <a:pt x="1434446" y="649535"/>
                  </a:lnTo>
                  <a:lnTo>
                    <a:pt x="1490584" y="638979"/>
                  </a:lnTo>
                  <a:lnTo>
                    <a:pt x="1544463" y="627232"/>
                  </a:lnTo>
                  <a:lnTo>
                    <a:pt x="1595935" y="614345"/>
                  </a:lnTo>
                  <a:lnTo>
                    <a:pt x="1644853" y="600371"/>
                  </a:lnTo>
                  <a:lnTo>
                    <a:pt x="1691068" y="585358"/>
                  </a:lnTo>
                  <a:lnTo>
                    <a:pt x="1734434" y="569360"/>
                  </a:lnTo>
                  <a:lnTo>
                    <a:pt x="1774802" y="552426"/>
                  </a:lnTo>
                  <a:lnTo>
                    <a:pt x="1812027" y="534609"/>
                  </a:lnTo>
                  <a:lnTo>
                    <a:pt x="1845959" y="515958"/>
                  </a:lnTo>
                  <a:lnTo>
                    <a:pt x="1903356" y="476363"/>
                  </a:lnTo>
                  <a:lnTo>
                    <a:pt x="1945816" y="434048"/>
                  </a:lnTo>
                  <a:lnTo>
                    <a:pt x="1972157" y="389424"/>
                  </a:lnTo>
                  <a:lnTo>
                    <a:pt x="1981200" y="342900"/>
                  </a:lnTo>
                  <a:lnTo>
                    <a:pt x="1978914" y="319425"/>
                  </a:lnTo>
                  <a:lnTo>
                    <a:pt x="1961075" y="273799"/>
                  </a:lnTo>
                  <a:lnTo>
                    <a:pt x="1926527" y="230279"/>
                  </a:lnTo>
                  <a:lnTo>
                    <a:pt x="1876451" y="189273"/>
                  </a:lnTo>
                  <a:lnTo>
                    <a:pt x="1812027" y="151190"/>
                  </a:lnTo>
                  <a:lnTo>
                    <a:pt x="1774802" y="133373"/>
                  </a:lnTo>
                  <a:lnTo>
                    <a:pt x="1734434" y="116439"/>
                  </a:lnTo>
                  <a:lnTo>
                    <a:pt x="1691068" y="100441"/>
                  </a:lnTo>
                  <a:lnTo>
                    <a:pt x="1644853" y="85428"/>
                  </a:lnTo>
                  <a:lnTo>
                    <a:pt x="1595935" y="71454"/>
                  </a:lnTo>
                  <a:lnTo>
                    <a:pt x="1544463" y="58567"/>
                  </a:lnTo>
                  <a:lnTo>
                    <a:pt x="1490584" y="46820"/>
                  </a:lnTo>
                  <a:lnTo>
                    <a:pt x="1434446" y="36264"/>
                  </a:lnTo>
                  <a:lnTo>
                    <a:pt x="1376195" y="26949"/>
                  </a:lnTo>
                  <a:lnTo>
                    <a:pt x="1315980" y="18928"/>
                  </a:lnTo>
                  <a:lnTo>
                    <a:pt x="1253948" y="12250"/>
                  </a:lnTo>
                  <a:lnTo>
                    <a:pt x="1190246" y="6967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48200" y="49530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75"/>
                  </a:lnTo>
                  <a:lnTo>
                    <a:pt x="35383" y="251751"/>
                  </a:lnTo>
                  <a:lnTo>
                    <a:pt x="77843" y="209436"/>
                  </a:lnTo>
                  <a:lnTo>
                    <a:pt x="135240" y="169841"/>
                  </a:lnTo>
                  <a:lnTo>
                    <a:pt x="169172" y="151190"/>
                  </a:lnTo>
                  <a:lnTo>
                    <a:pt x="206397" y="133373"/>
                  </a:lnTo>
                  <a:lnTo>
                    <a:pt x="246765" y="116439"/>
                  </a:lnTo>
                  <a:lnTo>
                    <a:pt x="290131" y="100441"/>
                  </a:lnTo>
                  <a:lnTo>
                    <a:pt x="336346" y="85428"/>
                  </a:lnTo>
                  <a:lnTo>
                    <a:pt x="385264" y="71454"/>
                  </a:lnTo>
                  <a:lnTo>
                    <a:pt x="436736" y="58567"/>
                  </a:lnTo>
                  <a:lnTo>
                    <a:pt x="490615" y="46820"/>
                  </a:lnTo>
                  <a:lnTo>
                    <a:pt x="546753" y="36264"/>
                  </a:lnTo>
                  <a:lnTo>
                    <a:pt x="605004" y="26949"/>
                  </a:lnTo>
                  <a:lnTo>
                    <a:pt x="665219" y="18928"/>
                  </a:lnTo>
                  <a:lnTo>
                    <a:pt x="727251" y="12250"/>
                  </a:lnTo>
                  <a:lnTo>
                    <a:pt x="790953" y="6967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7"/>
                  </a:lnTo>
                  <a:lnTo>
                    <a:pt x="1253948" y="12250"/>
                  </a:lnTo>
                  <a:lnTo>
                    <a:pt x="1315980" y="18928"/>
                  </a:lnTo>
                  <a:lnTo>
                    <a:pt x="1376195" y="26949"/>
                  </a:lnTo>
                  <a:lnTo>
                    <a:pt x="1434446" y="36264"/>
                  </a:lnTo>
                  <a:lnTo>
                    <a:pt x="1490584" y="46820"/>
                  </a:lnTo>
                  <a:lnTo>
                    <a:pt x="1544463" y="58567"/>
                  </a:lnTo>
                  <a:lnTo>
                    <a:pt x="1595935" y="71454"/>
                  </a:lnTo>
                  <a:lnTo>
                    <a:pt x="1644853" y="85428"/>
                  </a:lnTo>
                  <a:lnTo>
                    <a:pt x="1691068" y="100441"/>
                  </a:lnTo>
                  <a:lnTo>
                    <a:pt x="1734434" y="116439"/>
                  </a:lnTo>
                  <a:lnTo>
                    <a:pt x="1774802" y="133373"/>
                  </a:lnTo>
                  <a:lnTo>
                    <a:pt x="1812027" y="151190"/>
                  </a:lnTo>
                  <a:lnTo>
                    <a:pt x="1845959" y="169841"/>
                  </a:lnTo>
                  <a:lnTo>
                    <a:pt x="1903356" y="209436"/>
                  </a:lnTo>
                  <a:lnTo>
                    <a:pt x="1945816" y="251751"/>
                  </a:lnTo>
                  <a:lnTo>
                    <a:pt x="1972157" y="296375"/>
                  </a:lnTo>
                  <a:lnTo>
                    <a:pt x="1981200" y="342900"/>
                  </a:lnTo>
                  <a:lnTo>
                    <a:pt x="1978914" y="366374"/>
                  </a:lnTo>
                  <a:lnTo>
                    <a:pt x="1961075" y="412000"/>
                  </a:lnTo>
                  <a:lnTo>
                    <a:pt x="1926527" y="455520"/>
                  </a:lnTo>
                  <a:lnTo>
                    <a:pt x="1876451" y="496526"/>
                  </a:lnTo>
                  <a:lnTo>
                    <a:pt x="1812027" y="534609"/>
                  </a:lnTo>
                  <a:lnTo>
                    <a:pt x="1774802" y="552426"/>
                  </a:lnTo>
                  <a:lnTo>
                    <a:pt x="1734434" y="569360"/>
                  </a:lnTo>
                  <a:lnTo>
                    <a:pt x="1691068" y="585358"/>
                  </a:lnTo>
                  <a:lnTo>
                    <a:pt x="1644853" y="600371"/>
                  </a:lnTo>
                  <a:lnTo>
                    <a:pt x="1595935" y="614345"/>
                  </a:lnTo>
                  <a:lnTo>
                    <a:pt x="1544463" y="627232"/>
                  </a:lnTo>
                  <a:lnTo>
                    <a:pt x="1490584" y="638979"/>
                  </a:lnTo>
                  <a:lnTo>
                    <a:pt x="1434446" y="649535"/>
                  </a:lnTo>
                  <a:lnTo>
                    <a:pt x="1376195" y="658850"/>
                  </a:lnTo>
                  <a:lnTo>
                    <a:pt x="1315980" y="666871"/>
                  </a:lnTo>
                  <a:lnTo>
                    <a:pt x="1253948" y="673549"/>
                  </a:lnTo>
                  <a:lnTo>
                    <a:pt x="1190246" y="678832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2"/>
                  </a:lnTo>
                  <a:lnTo>
                    <a:pt x="727251" y="673549"/>
                  </a:lnTo>
                  <a:lnTo>
                    <a:pt x="665219" y="666871"/>
                  </a:lnTo>
                  <a:lnTo>
                    <a:pt x="605004" y="658850"/>
                  </a:lnTo>
                  <a:lnTo>
                    <a:pt x="546753" y="649535"/>
                  </a:lnTo>
                  <a:lnTo>
                    <a:pt x="490615" y="638979"/>
                  </a:lnTo>
                  <a:lnTo>
                    <a:pt x="436736" y="627232"/>
                  </a:lnTo>
                  <a:lnTo>
                    <a:pt x="385264" y="614345"/>
                  </a:lnTo>
                  <a:lnTo>
                    <a:pt x="336346" y="600371"/>
                  </a:lnTo>
                  <a:lnTo>
                    <a:pt x="290131" y="585358"/>
                  </a:lnTo>
                  <a:lnTo>
                    <a:pt x="246765" y="569360"/>
                  </a:lnTo>
                  <a:lnTo>
                    <a:pt x="206397" y="552426"/>
                  </a:lnTo>
                  <a:lnTo>
                    <a:pt x="169172" y="534609"/>
                  </a:lnTo>
                  <a:lnTo>
                    <a:pt x="135240" y="515958"/>
                  </a:lnTo>
                  <a:lnTo>
                    <a:pt x="77843" y="476363"/>
                  </a:lnTo>
                  <a:lnTo>
                    <a:pt x="35383" y="434048"/>
                  </a:lnTo>
                  <a:lnTo>
                    <a:pt x="9042" y="389424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153659" y="5131384"/>
            <a:ext cx="2856865" cy="986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LOCATION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EMPSAL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08250" y="4413250"/>
            <a:ext cx="1993900" cy="698500"/>
            <a:chOff x="2508250" y="4413250"/>
            <a:chExt cx="1993900" cy="698500"/>
          </a:xfrm>
        </p:grpSpPr>
        <p:sp>
          <p:nvSpPr>
            <p:cNvPr id="34" name="object 34"/>
            <p:cNvSpPr/>
            <p:nvPr/>
          </p:nvSpPr>
          <p:spPr>
            <a:xfrm>
              <a:off x="2514600" y="44196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990600" y="0"/>
                  </a:moveTo>
                  <a:lnTo>
                    <a:pt x="922774" y="791"/>
                  </a:lnTo>
                  <a:lnTo>
                    <a:pt x="856176" y="3130"/>
                  </a:lnTo>
                  <a:lnTo>
                    <a:pt x="790953" y="6967"/>
                  </a:lnTo>
                  <a:lnTo>
                    <a:pt x="727251" y="12250"/>
                  </a:lnTo>
                  <a:lnTo>
                    <a:pt x="665219" y="18928"/>
                  </a:lnTo>
                  <a:lnTo>
                    <a:pt x="605004" y="26949"/>
                  </a:lnTo>
                  <a:lnTo>
                    <a:pt x="546753" y="36264"/>
                  </a:lnTo>
                  <a:lnTo>
                    <a:pt x="490615" y="46820"/>
                  </a:lnTo>
                  <a:lnTo>
                    <a:pt x="436736" y="58567"/>
                  </a:lnTo>
                  <a:lnTo>
                    <a:pt x="385264" y="71454"/>
                  </a:lnTo>
                  <a:lnTo>
                    <a:pt x="336346" y="85428"/>
                  </a:lnTo>
                  <a:lnTo>
                    <a:pt x="290131" y="100441"/>
                  </a:lnTo>
                  <a:lnTo>
                    <a:pt x="246765" y="116439"/>
                  </a:lnTo>
                  <a:lnTo>
                    <a:pt x="206397" y="133373"/>
                  </a:lnTo>
                  <a:lnTo>
                    <a:pt x="169172" y="151190"/>
                  </a:lnTo>
                  <a:lnTo>
                    <a:pt x="135240" y="169841"/>
                  </a:lnTo>
                  <a:lnTo>
                    <a:pt x="77843" y="209436"/>
                  </a:lnTo>
                  <a:lnTo>
                    <a:pt x="35383" y="251751"/>
                  </a:lnTo>
                  <a:lnTo>
                    <a:pt x="9042" y="296375"/>
                  </a:lnTo>
                  <a:lnTo>
                    <a:pt x="0" y="342900"/>
                  </a:lnTo>
                  <a:lnTo>
                    <a:pt x="2285" y="366374"/>
                  </a:lnTo>
                  <a:lnTo>
                    <a:pt x="20124" y="412000"/>
                  </a:lnTo>
                  <a:lnTo>
                    <a:pt x="54672" y="455520"/>
                  </a:lnTo>
                  <a:lnTo>
                    <a:pt x="104748" y="496526"/>
                  </a:lnTo>
                  <a:lnTo>
                    <a:pt x="169172" y="534609"/>
                  </a:lnTo>
                  <a:lnTo>
                    <a:pt x="206397" y="552426"/>
                  </a:lnTo>
                  <a:lnTo>
                    <a:pt x="246765" y="569360"/>
                  </a:lnTo>
                  <a:lnTo>
                    <a:pt x="290131" y="585358"/>
                  </a:lnTo>
                  <a:lnTo>
                    <a:pt x="336346" y="600371"/>
                  </a:lnTo>
                  <a:lnTo>
                    <a:pt x="385264" y="614345"/>
                  </a:lnTo>
                  <a:lnTo>
                    <a:pt x="436736" y="627232"/>
                  </a:lnTo>
                  <a:lnTo>
                    <a:pt x="490615" y="638979"/>
                  </a:lnTo>
                  <a:lnTo>
                    <a:pt x="546753" y="649535"/>
                  </a:lnTo>
                  <a:lnTo>
                    <a:pt x="605004" y="658850"/>
                  </a:lnTo>
                  <a:lnTo>
                    <a:pt x="665219" y="666871"/>
                  </a:lnTo>
                  <a:lnTo>
                    <a:pt x="727251" y="673549"/>
                  </a:lnTo>
                  <a:lnTo>
                    <a:pt x="790953" y="678832"/>
                  </a:lnTo>
                  <a:lnTo>
                    <a:pt x="856176" y="682669"/>
                  </a:lnTo>
                  <a:lnTo>
                    <a:pt x="922774" y="685008"/>
                  </a:lnTo>
                  <a:lnTo>
                    <a:pt x="990600" y="685800"/>
                  </a:lnTo>
                  <a:lnTo>
                    <a:pt x="1058425" y="685008"/>
                  </a:lnTo>
                  <a:lnTo>
                    <a:pt x="1125023" y="682669"/>
                  </a:lnTo>
                  <a:lnTo>
                    <a:pt x="1190246" y="678832"/>
                  </a:lnTo>
                  <a:lnTo>
                    <a:pt x="1253948" y="673549"/>
                  </a:lnTo>
                  <a:lnTo>
                    <a:pt x="1315980" y="666871"/>
                  </a:lnTo>
                  <a:lnTo>
                    <a:pt x="1376195" y="658850"/>
                  </a:lnTo>
                  <a:lnTo>
                    <a:pt x="1434446" y="649535"/>
                  </a:lnTo>
                  <a:lnTo>
                    <a:pt x="1490584" y="638979"/>
                  </a:lnTo>
                  <a:lnTo>
                    <a:pt x="1544463" y="627232"/>
                  </a:lnTo>
                  <a:lnTo>
                    <a:pt x="1595935" y="614345"/>
                  </a:lnTo>
                  <a:lnTo>
                    <a:pt x="1644853" y="600371"/>
                  </a:lnTo>
                  <a:lnTo>
                    <a:pt x="1691068" y="585358"/>
                  </a:lnTo>
                  <a:lnTo>
                    <a:pt x="1734434" y="569360"/>
                  </a:lnTo>
                  <a:lnTo>
                    <a:pt x="1774802" y="552426"/>
                  </a:lnTo>
                  <a:lnTo>
                    <a:pt x="1812027" y="534609"/>
                  </a:lnTo>
                  <a:lnTo>
                    <a:pt x="1845959" y="515958"/>
                  </a:lnTo>
                  <a:lnTo>
                    <a:pt x="1903356" y="476363"/>
                  </a:lnTo>
                  <a:lnTo>
                    <a:pt x="1945816" y="434048"/>
                  </a:lnTo>
                  <a:lnTo>
                    <a:pt x="1972157" y="389424"/>
                  </a:lnTo>
                  <a:lnTo>
                    <a:pt x="1981200" y="342900"/>
                  </a:lnTo>
                  <a:lnTo>
                    <a:pt x="1978914" y="319425"/>
                  </a:lnTo>
                  <a:lnTo>
                    <a:pt x="1961075" y="273799"/>
                  </a:lnTo>
                  <a:lnTo>
                    <a:pt x="1926527" y="230279"/>
                  </a:lnTo>
                  <a:lnTo>
                    <a:pt x="1876451" y="189273"/>
                  </a:lnTo>
                  <a:lnTo>
                    <a:pt x="1812027" y="151190"/>
                  </a:lnTo>
                  <a:lnTo>
                    <a:pt x="1774802" y="133373"/>
                  </a:lnTo>
                  <a:lnTo>
                    <a:pt x="1734434" y="116439"/>
                  </a:lnTo>
                  <a:lnTo>
                    <a:pt x="1691068" y="100441"/>
                  </a:lnTo>
                  <a:lnTo>
                    <a:pt x="1644853" y="85428"/>
                  </a:lnTo>
                  <a:lnTo>
                    <a:pt x="1595935" y="71454"/>
                  </a:lnTo>
                  <a:lnTo>
                    <a:pt x="1544463" y="58567"/>
                  </a:lnTo>
                  <a:lnTo>
                    <a:pt x="1490584" y="46820"/>
                  </a:lnTo>
                  <a:lnTo>
                    <a:pt x="1434446" y="36264"/>
                  </a:lnTo>
                  <a:lnTo>
                    <a:pt x="1376195" y="26949"/>
                  </a:lnTo>
                  <a:lnTo>
                    <a:pt x="1315980" y="18928"/>
                  </a:lnTo>
                  <a:lnTo>
                    <a:pt x="1253948" y="12250"/>
                  </a:lnTo>
                  <a:lnTo>
                    <a:pt x="1190246" y="6967"/>
                  </a:lnTo>
                  <a:lnTo>
                    <a:pt x="1125023" y="3130"/>
                  </a:lnTo>
                  <a:lnTo>
                    <a:pt x="1058425" y="791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14600" y="4419600"/>
              <a:ext cx="1981200" cy="685800"/>
            </a:xfrm>
            <a:custGeom>
              <a:avLst/>
              <a:gdLst/>
              <a:ahLst/>
              <a:cxnLst/>
              <a:rect l="l" t="t" r="r" b="b"/>
              <a:pathLst>
                <a:path w="1981200" h="685800">
                  <a:moveTo>
                    <a:pt x="0" y="342900"/>
                  </a:moveTo>
                  <a:lnTo>
                    <a:pt x="9042" y="296375"/>
                  </a:lnTo>
                  <a:lnTo>
                    <a:pt x="35383" y="251751"/>
                  </a:lnTo>
                  <a:lnTo>
                    <a:pt x="77843" y="209436"/>
                  </a:lnTo>
                  <a:lnTo>
                    <a:pt x="135240" y="169841"/>
                  </a:lnTo>
                  <a:lnTo>
                    <a:pt x="169172" y="151190"/>
                  </a:lnTo>
                  <a:lnTo>
                    <a:pt x="206397" y="133373"/>
                  </a:lnTo>
                  <a:lnTo>
                    <a:pt x="246765" y="116439"/>
                  </a:lnTo>
                  <a:lnTo>
                    <a:pt x="290131" y="100441"/>
                  </a:lnTo>
                  <a:lnTo>
                    <a:pt x="336346" y="85428"/>
                  </a:lnTo>
                  <a:lnTo>
                    <a:pt x="385264" y="71454"/>
                  </a:lnTo>
                  <a:lnTo>
                    <a:pt x="436736" y="58567"/>
                  </a:lnTo>
                  <a:lnTo>
                    <a:pt x="490615" y="46820"/>
                  </a:lnTo>
                  <a:lnTo>
                    <a:pt x="546753" y="36264"/>
                  </a:lnTo>
                  <a:lnTo>
                    <a:pt x="605004" y="26949"/>
                  </a:lnTo>
                  <a:lnTo>
                    <a:pt x="665219" y="18928"/>
                  </a:lnTo>
                  <a:lnTo>
                    <a:pt x="727251" y="12250"/>
                  </a:lnTo>
                  <a:lnTo>
                    <a:pt x="790953" y="6967"/>
                  </a:lnTo>
                  <a:lnTo>
                    <a:pt x="856176" y="3130"/>
                  </a:lnTo>
                  <a:lnTo>
                    <a:pt x="922774" y="791"/>
                  </a:lnTo>
                  <a:lnTo>
                    <a:pt x="990600" y="0"/>
                  </a:lnTo>
                  <a:lnTo>
                    <a:pt x="1058425" y="791"/>
                  </a:lnTo>
                  <a:lnTo>
                    <a:pt x="1125023" y="3130"/>
                  </a:lnTo>
                  <a:lnTo>
                    <a:pt x="1190246" y="6967"/>
                  </a:lnTo>
                  <a:lnTo>
                    <a:pt x="1253948" y="12250"/>
                  </a:lnTo>
                  <a:lnTo>
                    <a:pt x="1315980" y="18928"/>
                  </a:lnTo>
                  <a:lnTo>
                    <a:pt x="1376195" y="26949"/>
                  </a:lnTo>
                  <a:lnTo>
                    <a:pt x="1434446" y="36264"/>
                  </a:lnTo>
                  <a:lnTo>
                    <a:pt x="1490584" y="46820"/>
                  </a:lnTo>
                  <a:lnTo>
                    <a:pt x="1544463" y="58567"/>
                  </a:lnTo>
                  <a:lnTo>
                    <a:pt x="1595935" y="71454"/>
                  </a:lnTo>
                  <a:lnTo>
                    <a:pt x="1644853" y="85428"/>
                  </a:lnTo>
                  <a:lnTo>
                    <a:pt x="1691068" y="100441"/>
                  </a:lnTo>
                  <a:lnTo>
                    <a:pt x="1734434" y="116439"/>
                  </a:lnTo>
                  <a:lnTo>
                    <a:pt x="1774802" y="133373"/>
                  </a:lnTo>
                  <a:lnTo>
                    <a:pt x="1812027" y="151190"/>
                  </a:lnTo>
                  <a:lnTo>
                    <a:pt x="1845959" y="169841"/>
                  </a:lnTo>
                  <a:lnTo>
                    <a:pt x="1903356" y="209436"/>
                  </a:lnTo>
                  <a:lnTo>
                    <a:pt x="1945816" y="251751"/>
                  </a:lnTo>
                  <a:lnTo>
                    <a:pt x="1972157" y="296375"/>
                  </a:lnTo>
                  <a:lnTo>
                    <a:pt x="1981200" y="342900"/>
                  </a:lnTo>
                  <a:lnTo>
                    <a:pt x="1978914" y="366374"/>
                  </a:lnTo>
                  <a:lnTo>
                    <a:pt x="1961075" y="412000"/>
                  </a:lnTo>
                  <a:lnTo>
                    <a:pt x="1926527" y="455520"/>
                  </a:lnTo>
                  <a:lnTo>
                    <a:pt x="1876451" y="496526"/>
                  </a:lnTo>
                  <a:lnTo>
                    <a:pt x="1812027" y="534609"/>
                  </a:lnTo>
                  <a:lnTo>
                    <a:pt x="1774802" y="552426"/>
                  </a:lnTo>
                  <a:lnTo>
                    <a:pt x="1734434" y="569360"/>
                  </a:lnTo>
                  <a:lnTo>
                    <a:pt x="1691068" y="585358"/>
                  </a:lnTo>
                  <a:lnTo>
                    <a:pt x="1644853" y="600371"/>
                  </a:lnTo>
                  <a:lnTo>
                    <a:pt x="1595935" y="614345"/>
                  </a:lnTo>
                  <a:lnTo>
                    <a:pt x="1544463" y="627232"/>
                  </a:lnTo>
                  <a:lnTo>
                    <a:pt x="1490584" y="638979"/>
                  </a:lnTo>
                  <a:lnTo>
                    <a:pt x="1434446" y="649535"/>
                  </a:lnTo>
                  <a:lnTo>
                    <a:pt x="1376195" y="658850"/>
                  </a:lnTo>
                  <a:lnTo>
                    <a:pt x="1315980" y="666871"/>
                  </a:lnTo>
                  <a:lnTo>
                    <a:pt x="1253948" y="673549"/>
                  </a:lnTo>
                  <a:lnTo>
                    <a:pt x="1190246" y="678832"/>
                  </a:lnTo>
                  <a:lnTo>
                    <a:pt x="1125023" y="682669"/>
                  </a:lnTo>
                  <a:lnTo>
                    <a:pt x="1058425" y="685008"/>
                  </a:lnTo>
                  <a:lnTo>
                    <a:pt x="990600" y="685800"/>
                  </a:lnTo>
                  <a:lnTo>
                    <a:pt x="922774" y="685008"/>
                  </a:lnTo>
                  <a:lnTo>
                    <a:pt x="856176" y="682669"/>
                  </a:lnTo>
                  <a:lnTo>
                    <a:pt x="790953" y="678832"/>
                  </a:lnTo>
                  <a:lnTo>
                    <a:pt x="727251" y="673549"/>
                  </a:lnTo>
                  <a:lnTo>
                    <a:pt x="665219" y="666871"/>
                  </a:lnTo>
                  <a:lnTo>
                    <a:pt x="605004" y="658850"/>
                  </a:lnTo>
                  <a:lnTo>
                    <a:pt x="546753" y="649535"/>
                  </a:lnTo>
                  <a:lnTo>
                    <a:pt x="490615" y="638979"/>
                  </a:lnTo>
                  <a:lnTo>
                    <a:pt x="436736" y="627232"/>
                  </a:lnTo>
                  <a:lnTo>
                    <a:pt x="385264" y="614345"/>
                  </a:lnTo>
                  <a:lnTo>
                    <a:pt x="336346" y="600371"/>
                  </a:lnTo>
                  <a:lnTo>
                    <a:pt x="290131" y="585358"/>
                  </a:lnTo>
                  <a:lnTo>
                    <a:pt x="246765" y="569360"/>
                  </a:lnTo>
                  <a:lnTo>
                    <a:pt x="206397" y="552426"/>
                  </a:lnTo>
                  <a:lnTo>
                    <a:pt x="169172" y="534609"/>
                  </a:lnTo>
                  <a:lnTo>
                    <a:pt x="135240" y="515958"/>
                  </a:lnTo>
                  <a:lnTo>
                    <a:pt x="77843" y="476363"/>
                  </a:lnTo>
                  <a:lnTo>
                    <a:pt x="35383" y="434048"/>
                  </a:lnTo>
                  <a:lnTo>
                    <a:pt x="9042" y="389424"/>
                  </a:lnTo>
                  <a:lnTo>
                    <a:pt x="0" y="3429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960370" y="4598289"/>
            <a:ext cx="1090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DEPTNAME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099050" y="2584450"/>
            <a:ext cx="2451100" cy="1689100"/>
            <a:chOff x="5099050" y="2584450"/>
            <a:chExt cx="2451100" cy="1689100"/>
          </a:xfrm>
        </p:grpSpPr>
        <p:sp>
          <p:nvSpPr>
            <p:cNvPr id="38" name="object 38"/>
            <p:cNvSpPr/>
            <p:nvPr/>
          </p:nvSpPr>
          <p:spPr>
            <a:xfrm>
              <a:off x="5105400" y="2590800"/>
              <a:ext cx="2438400" cy="1676400"/>
            </a:xfrm>
            <a:custGeom>
              <a:avLst/>
              <a:gdLst/>
              <a:ahLst/>
              <a:cxnLst/>
              <a:rect l="l" t="t" r="r" b="b"/>
              <a:pathLst>
                <a:path w="2438400" h="1676400">
                  <a:moveTo>
                    <a:pt x="1219200" y="0"/>
                  </a:moveTo>
                  <a:lnTo>
                    <a:pt x="0" y="838200"/>
                  </a:lnTo>
                  <a:lnTo>
                    <a:pt x="1219200" y="1676400"/>
                  </a:lnTo>
                  <a:lnTo>
                    <a:pt x="2438400" y="838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105400" y="2590800"/>
              <a:ext cx="2438400" cy="1676400"/>
            </a:xfrm>
            <a:custGeom>
              <a:avLst/>
              <a:gdLst/>
              <a:ahLst/>
              <a:cxnLst/>
              <a:rect l="l" t="t" r="r" b="b"/>
              <a:pathLst>
                <a:path w="2438400" h="1676400">
                  <a:moveTo>
                    <a:pt x="0" y="838200"/>
                  </a:moveTo>
                  <a:lnTo>
                    <a:pt x="1219200" y="0"/>
                  </a:lnTo>
                  <a:lnTo>
                    <a:pt x="2438400" y="838200"/>
                  </a:lnTo>
                  <a:lnTo>
                    <a:pt x="1219200" y="1676400"/>
                  </a:lnTo>
                  <a:lnTo>
                    <a:pt x="0" y="838200"/>
                  </a:lnTo>
                  <a:close/>
                </a:path>
              </a:pathLst>
            </a:custGeom>
            <a:ln w="12700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5834888" y="3264534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CONTAINS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424301" y="2208148"/>
            <a:ext cx="5723255" cy="3434079"/>
            <a:chOff x="3424301" y="2208148"/>
            <a:chExt cx="5723255" cy="3434079"/>
          </a:xfrm>
        </p:grpSpPr>
        <p:sp>
          <p:nvSpPr>
            <p:cNvPr id="42" name="object 42"/>
            <p:cNvSpPr/>
            <p:nvPr/>
          </p:nvSpPr>
          <p:spPr>
            <a:xfrm>
              <a:off x="3427476" y="2439923"/>
              <a:ext cx="4802505" cy="1979930"/>
            </a:xfrm>
            <a:custGeom>
              <a:avLst/>
              <a:gdLst/>
              <a:ahLst/>
              <a:cxnLst/>
              <a:rect l="l" t="t" r="r" b="b"/>
              <a:pathLst>
                <a:path w="4802505" h="1979929">
                  <a:moveTo>
                    <a:pt x="1144524" y="989076"/>
                  </a:moveTo>
                  <a:lnTo>
                    <a:pt x="1677924" y="990600"/>
                  </a:lnTo>
                </a:path>
                <a:path w="4802505" h="1979929">
                  <a:moveTo>
                    <a:pt x="3354324" y="989076"/>
                  </a:moveTo>
                  <a:lnTo>
                    <a:pt x="4802124" y="990600"/>
                  </a:lnTo>
                </a:path>
                <a:path w="4802505" h="1979929">
                  <a:moveTo>
                    <a:pt x="1650" y="0"/>
                  </a:moveTo>
                  <a:lnTo>
                    <a:pt x="0" y="609600"/>
                  </a:lnTo>
                </a:path>
                <a:path w="4802505" h="1979929">
                  <a:moveTo>
                    <a:pt x="230250" y="1370076"/>
                  </a:moveTo>
                  <a:lnTo>
                    <a:pt x="228600" y="1979676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43400" y="3886200"/>
              <a:ext cx="1066800" cy="1066800"/>
            </a:xfrm>
            <a:custGeom>
              <a:avLst/>
              <a:gdLst/>
              <a:ahLst/>
              <a:cxnLst/>
              <a:rect l="l" t="t" r="r" b="b"/>
              <a:pathLst>
                <a:path w="1066800" h="1066800">
                  <a:moveTo>
                    <a:pt x="0" y="0"/>
                  </a:moveTo>
                  <a:lnTo>
                    <a:pt x="1066800" y="1066800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162800" y="2211323"/>
              <a:ext cx="1981835" cy="3427729"/>
            </a:xfrm>
            <a:custGeom>
              <a:avLst/>
              <a:gdLst/>
              <a:ahLst/>
              <a:cxnLst/>
              <a:rect l="l" t="t" r="r" b="b"/>
              <a:pathLst>
                <a:path w="1981834" h="3427729">
                  <a:moveTo>
                    <a:pt x="0" y="74675"/>
                  </a:moveTo>
                  <a:lnTo>
                    <a:pt x="990600" y="760476"/>
                  </a:lnTo>
                </a:path>
                <a:path w="1981834" h="3427729">
                  <a:moveTo>
                    <a:pt x="1981327" y="0"/>
                  </a:moveTo>
                  <a:lnTo>
                    <a:pt x="1979676" y="838200"/>
                  </a:lnTo>
                </a:path>
                <a:path w="1981834" h="3427729">
                  <a:moveTo>
                    <a:pt x="1905127" y="1600200"/>
                  </a:moveTo>
                  <a:lnTo>
                    <a:pt x="1903476" y="2209800"/>
                  </a:lnTo>
                </a:path>
                <a:path w="1981834" h="3427729">
                  <a:moveTo>
                    <a:pt x="1066800" y="1598676"/>
                  </a:moveTo>
                  <a:lnTo>
                    <a:pt x="609600" y="3427476"/>
                  </a:lnTo>
                </a:path>
              </a:pathLst>
            </a:custGeom>
            <a:ln w="63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51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587879"/>
            <a:ext cx="354139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50" dirty="0">
                <a:latin typeface="Calibri Light"/>
                <a:cs typeface="Calibri Light"/>
              </a:rPr>
              <a:t>Advantages</a:t>
            </a:r>
            <a:r>
              <a:rPr sz="4000" spc="-140" dirty="0">
                <a:latin typeface="Calibri Light"/>
                <a:cs typeface="Calibri Light"/>
              </a:rPr>
              <a:t> </a:t>
            </a:r>
            <a:r>
              <a:rPr sz="4000" dirty="0">
                <a:latin typeface="Calibri Light"/>
                <a:cs typeface="Calibri Light"/>
              </a:rPr>
              <a:t>Of</a:t>
            </a:r>
            <a:r>
              <a:rPr sz="4000" spc="-130" dirty="0">
                <a:latin typeface="Calibri Light"/>
                <a:cs typeface="Calibri Light"/>
              </a:rPr>
              <a:t> </a:t>
            </a:r>
            <a:r>
              <a:rPr sz="4000" spc="-35" dirty="0">
                <a:latin typeface="Calibri Light"/>
                <a:cs typeface="Calibri Light"/>
              </a:rPr>
              <a:t>ER </a:t>
            </a:r>
            <a:r>
              <a:rPr sz="4000" spc="-10" dirty="0">
                <a:latin typeface="Calibri Light"/>
                <a:cs typeface="Calibri Light"/>
              </a:rPr>
              <a:t>Model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810245" y="636777"/>
            <a:ext cx="3928110" cy="1482090"/>
            <a:chOff x="7810245" y="636777"/>
            <a:chExt cx="3928110" cy="1482090"/>
          </a:xfrm>
        </p:grpSpPr>
        <p:sp>
          <p:nvSpPr>
            <p:cNvPr id="4" name="object 4"/>
            <p:cNvSpPr/>
            <p:nvPr/>
          </p:nvSpPr>
          <p:spPr>
            <a:xfrm>
              <a:off x="7816595" y="643127"/>
              <a:ext cx="3915410" cy="1469390"/>
            </a:xfrm>
            <a:custGeom>
              <a:avLst/>
              <a:gdLst/>
              <a:ahLst/>
              <a:cxnLst/>
              <a:rect l="l" t="t" r="r" b="b"/>
              <a:pathLst>
                <a:path w="3915409" h="1469389">
                  <a:moveTo>
                    <a:pt x="3670300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3670300" y="1469136"/>
                  </a:lnTo>
                  <a:lnTo>
                    <a:pt x="3719654" y="1464162"/>
                  </a:lnTo>
                  <a:lnTo>
                    <a:pt x="3765619" y="1449897"/>
                  </a:lnTo>
                  <a:lnTo>
                    <a:pt x="3807212" y="1427324"/>
                  </a:lnTo>
                  <a:lnTo>
                    <a:pt x="3843448" y="1397428"/>
                  </a:lnTo>
                  <a:lnTo>
                    <a:pt x="3873344" y="1361192"/>
                  </a:lnTo>
                  <a:lnTo>
                    <a:pt x="3895917" y="1319599"/>
                  </a:lnTo>
                  <a:lnTo>
                    <a:pt x="3910182" y="1273634"/>
                  </a:lnTo>
                  <a:lnTo>
                    <a:pt x="3915155" y="1224280"/>
                  </a:lnTo>
                  <a:lnTo>
                    <a:pt x="3915155" y="244856"/>
                  </a:lnTo>
                  <a:lnTo>
                    <a:pt x="3910182" y="195501"/>
                  </a:lnTo>
                  <a:lnTo>
                    <a:pt x="3895917" y="149536"/>
                  </a:lnTo>
                  <a:lnTo>
                    <a:pt x="3873344" y="107943"/>
                  </a:lnTo>
                  <a:lnTo>
                    <a:pt x="3843448" y="71707"/>
                  </a:lnTo>
                  <a:lnTo>
                    <a:pt x="3807212" y="41811"/>
                  </a:lnTo>
                  <a:lnTo>
                    <a:pt x="3765619" y="19238"/>
                  </a:lnTo>
                  <a:lnTo>
                    <a:pt x="3719654" y="4973"/>
                  </a:lnTo>
                  <a:lnTo>
                    <a:pt x="3670300" y="0"/>
                  </a:lnTo>
                  <a:close/>
                </a:path>
              </a:pathLst>
            </a:custGeom>
            <a:solidFill>
              <a:srgbClr val="D2DEEE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816595" y="643127"/>
              <a:ext cx="3915410" cy="1469390"/>
            </a:xfrm>
            <a:custGeom>
              <a:avLst/>
              <a:gdLst/>
              <a:ahLst/>
              <a:cxnLst/>
              <a:rect l="l" t="t" r="r" b="b"/>
              <a:pathLst>
                <a:path w="3915409" h="1469389">
                  <a:moveTo>
                    <a:pt x="3915155" y="244856"/>
                  </a:moveTo>
                  <a:lnTo>
                    <a:pt x="3915155" y="1224280"/>
                  </a:lnTo>
                  <a:lnTo>
                    <a:pt x="3910182" y="1273634"/>
                  </a:lnTo>
                  <a:lnTo>
                    <a:pt x="3895917" y="1319599"/>
                  </a:lnTo>
                  <a:lnTo>
                    <a:pt x="3873344" y="1361192"/>
                  </a:lnTo>
                  <a:lnTo>
                    <a:pt x="3843448" y="1397428"/>
                  </a:lnTo>
                  <a:lnTo>
                    <a:pt x="3807212" y="1427324"/>
                  </a:lnTo>
                  <a:lnTo>
                    <a:pt x="3765619" y="1449897"/>
                  </a:lnTo>
                  <a:lnTo>
                    <a:pt x="3719654" y="1464162"/>
                  </a:lnTo>
                  <a:lnTo>
                    <a:pt x="3670300" y="1469136"/>
                  </a:lnTo>
                  <a:lnTo>
                    <a:pt x="0" y="1469136"/>
                  </a:lnTo>
                  <a:lnTo>
                    <a:pt x="0" y="0"/>
                  </a:lnTo>
                  <a:lnTo>
                    <a:pt x="3670300" y="0"/>
                  </a:lnTo>
                  <a:lnTo>
                    <a:pt x="3719654" y="4973"/>
                  </a:lnTo>
                  <a:lnTo>
                    <a:pt x="3765619" y="19238"/>
                  </a:lnTo>
                  <a:lnTo>
                    <a:pt x="3807212" y="41811"/>
                  </a:lnTo>
                  <a:lnTo>
                    <a:pt x="3843448" y="71707"/>
                  </a:lnTo>
                  <a:lnTo>
                    <a:pt x="3873344" y="107943"/>
                  </a:lnTo>
                  <a:lnTo>
                    <a:pt x="3895917" y="149536"/>
                  </a:lnTo>
                  <a:lnTo>
                    <a:pt x="3910182" y="195501"/>
                  </a:lnTo>
                  <a:lnTo>
                    <a:pt x="3915155" y="244856"/>
                  </a:lnTo>
                  <a:close/>
                </a:path>
              </a:pathLst>
            </a:custGeom>
            <a:ln w="12700">
              <a:solidFill>
                <a:srgbClr val="D2DE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942326" y="1010869"/>
            <a:ext cx="3178810" cy="66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35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Simple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easy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design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35"/>
              </a:lnSpc>
            </a:pPr>
            <a:r>
              <a:rPr sz="2200" dirty="0">
                <a:latin typeface="Calibri"/>
                <a:cs typeface="Calibri"/>
              </a:rPr>
              <a:t>logical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view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608065" y="453898"/>
            <a:ext cx="2214880" cy="1847850"/>
            <a:chOff x="5608065" y="453898"/>
            <a:chExt cx="2214880" cy="1847850"/>
          </a:xfrm>
        </p:grpSpPr>
        <p:sp>
          <p:nvSpPr>
            <p:cNvPr id="8" name="object 8"/>
            <p:cNvSpPr/>
            <p:nvPr/>
          </p:nvSpPr>
          <p:spPr>
            <a:xfrm>
              <a:off x="5614415" y="460248"/>
              <a:ext cx="2202180" cy="1835150"/>
            </a:xfrm>
            <a:custGeom>
              <a:avLst/>
              <a:gdLst/>
              <a:ahLst/>
              <a:cxnLst/>
              <a:rect l="l" t="t" r="r" b="b"/>
              <a:pathLst>
                <a:path w="2202179" h="1835150">
                  <a:moveTo>
                    <a:pt x="1896364" y="0"/>
                  </a:moveTo>
                  <a:lnTo>
                    <a:pt x="305816" y="0"/>
                  </a:lnTo>
                  <a:lnTo>
                    <a:pt x="256208" y="4002"/>
                  </a:lnTo>
                  <a:lnTo>
                    <a:pt x="209149" y="15589"/>
                  </a:lnTo>
                  <a:lnTo>
                    <a:pt x="165270" y="34132"/>
                  </a:lnTo>
                  <a:lnTo>
                    <a:pt x="125199" y="59001"/>
                  </a:lnTo>
                  <a:lnTo>
                    <a:pt x="89566" y="89566"/>
                  </a:lnTo>
                  <a:lnTo>
                    <a:pt x="59001" y="125199"/>
                  </a:lnTo>
                  <a:lnTo>
                    <a:pt x="34132" y="165270"/>
                  </a:lnTo>
                  <a:lnTo>
                    <a:pt x="15589" y="209149"/>
                  </a:lnTo>
                  <a:lnTo>
                    <a:pt x="4002" y="256208"/>
                  </a:lnTo>
                  <a:lnTo>
                    <a:pt x="0" y="305815"/>
                  </a:lnTo>
                  <a:lnTo>
                    <a:pt x="0" y="1529079"/>
                  </a:lnTo>
                  <a:lnTo>
                    <a:pt x="4002" y="1578687"/>
                  </a:lnTo>
                  <a:lnTo>
                    <a:pt x="15589" y="1625746"/>
                  </a:lnTo>
                  <a:lnTo>
                    <a:pt x="34132" y="1669625"/>
                  </a:lnTo>
                  <a:lnTo>
                    <a:pt x="59001" y="1709696"/>
                  </a:lnTo>
                  <a:lnTo>
                    <a:pt x="89566" y="1745329"/>
                  </a:lnTo>
                  <a:lnTo>
                    <a:pt x="125199" y="1775894"/>
                  </a:lnTo>
                  <a:lnTo>
                    <a:pt x="165270" y="1800763"/>
                  </a:lnTo>
                  <a:lnTo>
                    <a:pt x="209149" y="1819306"/>
                  </a:lnTo>
                  <a:lnTo>
                    <a:pt x="256208" y="1830893"/>
                  </a:lnTo>
                  <a:lnTo>
                    <a:pt x="305816" y="1834896"/>
                  </a:lnTo>
                  <a:lnTo>
                    <a:pt x="1896364" y="1834896"/>
                  </a:lnTo>
                  <a:lnTo>
                    <a:pt x="1945971" y="1830893"/>
                  </a:lnTo>
                  <a:lnTo>
                    <a:pt x="1993030" y="1819306"/>
                  </a:lnTo>
                  <a:lnTo>
                    <a:pt x="2036909" y="1800763"/>
                  </a:lnTo>
                  <a:lnTo>
                    <a:pt x="2076980" y="1775894"/>
                  </a:lnTo>
                  <a:lnTo>
                    <a:pt x="2112613" y="1745329"/>
                  </a:lnTo>
                  <a:lnTo>
                    <a:pt x="2143178" y="1709696"/>
                  </a:lnTo>
                  <a:lnTo>
                    <a:pt x="2168047" y="1669625"/>
                  </a:lnTo>
                  <a:lnTo>
                    <a:pt x="2186590" y="1625746"/>
                  </a:lnTo>
                  <a:lnTo>
                    <a:pt x="2198177" y="1578687"/>
                  </a:lnTo>
                  <a:lnTo>
                    <a:pt x="2202180" y="1529079"/>
                  </a:lnTo>
                  <a:lnTo>
                    <a:pt x="2202180" y="305815"/>
                  </a:lnTo>
                  <a:lnTo>
                    <a:pt x="2198177" y="256208"/>
                  </a:lnTo>
                  <a:lnTo>
                    <a:pt x="2186590" y="209149"/>
                  </a:lnTo>
                  <a:lnTo>
                    <a:pt x="2168047" y="165270"/>
                  </a:lnTo>
                  <a:lnTo>
                    <a:pt x="2143178" y="125199"/>
                  </a:lnTo>
                  <a:lnTo>
                    <a:pt x="2112613" y="89566"/>
                  </a:lnTo>
                  <a:lnTo>
                    <a:pt x="2076980" y="59001"/>
                  </a:lnTo>
                  <a:lnTo>
                    <a:pt x="2036909" y="34132"/>
                  </a:lnTo>
                  <a:lnTo>
                    <a:pt x="1993030" y="15589"/>
                  </a:lnTo>
                  <a:lnTo>
                    <a:pt x="1945971" y="4002"/>
                  </a:lnTo>
                  <a:lnTo>
                    <a:pt x="1896364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4415" y="460248"/>
              <a:ext cx="2202180" cy="1835150"/>
            </a:xfrm>
            <a:custGeom>
              <a:avLst/>
              <a:gdLst/>
              <a:ahLst/>
              <a:cxnLst/>
              <a:rect l="l" t="t" r="r" b="b"/>
              <a:pathLst>
                <a:path w="2202179" h="1835150">
                  <a:moveTo>
                    <a:pt x="0" y="305815"/>
                  </a:moveTo>
                  <a:lnTo>
                    <a:pt x="4002" y="256208"/>
                  </a:lnTo>
                  <a:lnTo>
                    <a:pt x="15589" y="209149"/>
                  </a:lnTo>
                  <a:lnTo>
                    <a:pt x="34132" y="165270"/>
                  </a:lnTo>
                  <a:lnTo>
                    <a:pt x="59001" y="125199"/>
                  </a:lnTo>
                  <a:lnTo>
                    <a:pt x="89566" y="89566"/>
                  </a:lnTo>
                  <a:lnTo>
                    <a:pt x="125199" y="59001"/>
                  </a:lnTo>
                  <a:lnTo>
                    <a:pt x="165270" y="34132"/>
                  </a:lnTo>
                  <a:lnTo>
                    <a:pt x="209149" y="15589"/>
                  </a:lnTo>
                  <a:lnTo>
                    <a:pt x="256208" y="4002"/>
                  </a:lnTo>
                  <a:lnTo>
                    <a:pt x="305816" y="0"/>
                  </a:lnTo>
                  <a:lnTo>
                    <a:pt x="1896364" y="0"/>
                  </a:lnTo>
                  <a:lnTo>
                    <a:pt x="1945971" y="4002"/>
                  </a:lnTo>
                  <a:lnTo>
                    <a:pt x="1993030" y="15589"/>
                  </a:lnTo>
                  <a:lnTo>
                    <a:pt x="2036909" y="34132"/>
                  </a:lnTo>
                  <a:lnTo>
                    <a:pt x="2076980" y="59001"/>
                  </a:lnTo>
                  <a:lnTo>
                    <a:pt x="2112613" y="89566"/>
                  </a:lnTo>
                  <a:lnTo>
                    <a:pt x="2143178" y="125199"/>
                  </a:lnTo>
                  <a:lnTo>
                    <a:pt x="2168047" y="165270"/>
                  </a:lnTo>
                  <a:lnTo>
                    <a:pt x="2186590" y="209149"/>
                  </a:lnTo>
                  <a:lnTo>
                    <a:pt x="2198177" y="256208"/>
                  </a:lnTo>
                  <a:lnTo>
                    <a:pt x="2202180" y="305815"/>
                  </a:lnTo>
                  <a:lnTo>
                    <a:pt x="2202180" y="1529079"/>
                  </a:lnTo>
                  <a:lnTo>
                    <a:pt x="2198177" y="1578687"/>
                  </a:lnTo>
                  <a:lnTo>
                    <a:pt x="2186590" y="1625746"/>
                  </a:lnTo>
                  <a:lnTo>
                    <a:pt x="2168047" y="1669625"/>
                  </a:lnTo>
                  <a:lnTo>
                    <a:pt x="2143178" y="1709696"/>
                  </a:lnTo>
                  <a:lnTo>
                    <a:pt x="2112613" y="1745329"/>
                  </a:lnTo>
                  <a:lnTo>
                    <a:pt x="2076980" y="1775894"/>
                  </a:lnTo>
                  <a:lnTo>
                    <a:pt x="2036909" y="1800763"/>
                  </a:lnTo>
                  <a:lnTo>
                    <a:pt x="1993030" y="1819306"/>
                  </a:lnTo>
                  <a:lnTo>
                    <a:pt x="1945971" y="1830893"/>
                  </a:lnTo>
                  <a:lnTo>
                    <a:pt x="1896364" y="1834896"/>
                  </a:lnTo>
                  <a:lnTo>
                    <a:pt x="305816" y="1834896"/>
                  </a:lnTo>
                  <a:lnTo>
                    <a:pt x="256208" y="1830893"/>
                  </a:lnTo>
                  <a:lnTo>
                    <a:pt x="209149" y="1819306"/>
                  </a:lnTo>
                  <a:lnTo>
                    <a:pt x="165270" y="1800763"/>
                  </a:lnTo>
                  <a:lnTo>
                    <a:pt x="125199" y="1775894"/>
                  </a:lnTo>
                  <a:lnTo>
                    <a:pt x="89566" y="1745329"/>
                  </a:lnTo>
                  <a:lnTo>
                    <a:pt x="59001" y="1709696"/>
                  </a:lnTo>
                  <a:lnTo>
                    <a:pt x="34132" y="1669625"/>
                  </a:lnTo>
                  <a:lnTo>
                    <a:pt x="15589" y="1625746"/>
                  </a:lnTo>
                  <a:lnTo>
                    <a:pt x="4002" y="1578687"/>
                  </a:lnTo>
                  <a:lnTo>
                    <a:pt x="0" y="1529079"/>
                  </a:lnTo>
                  <a:lnTo>
                    <a:pt x="0" y="3058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972683" y="978789"/>
            <a:ext cx="1484630" cy="7264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26390" marR="5080" indent="-314325">
              <a:lnSpc>
                <a:spcPts val="2640"/>
              </a:lnSpc>
              <a:spcBef>
                <a:spcPts val="385"/>
              </a:spcBef>
            </a:pP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Simple Design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10245" y="2564638"/>
            <a:ext cx="3928110" cy="1482090"/>
            <a:chOff x="7810245" y="2564638"/>
            <a:chExt cx="3928110" cy="1482090"/>
          </a:xfrm>
        </p:grpSpPr>
        <p:sp>
          <p:nvSpPr>
            <p:cNvPr id="12" name="object 12"/>
            <p:cNvSpPr/>
            <p:nvPr/>
          </p:nvSpPr>
          <p:spPr>
            <a:xfrm>
              <a:off x="7816595" y="2570988"/>
              <a:ext cx="3915410" cy="1469390"/>
            </a:xfrm>
            <a:custGeom>
              <a:avLst/>
              <a:gdLst/>
              <a:ahLst/>
              <a:cxnLst/>
              <a:rect l="l" t="t" r="r" b="b"/>
              <a:pathLst>
                <a:path w="3915409" h="1469389">
                  <a:moveTo>
                    <a:pt x="3670300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3670300" y="1469136"/>
                  </a:lnTo>
                  <a:lnTo>
                    <a:pt x="3719654" y="1464162"/>
                  </a:lnTo>
                  <a:lnTo>
                    <a:pt x="3765619" y="1449897"/>
                  </a:lnTo>
                  <a:lnTo>
                    <a:pt x="3807212" y="1427324"/>
                  </a:lnTo>
                  <a:lnTo>
                    <a:pt x="3843448" y="1397428"/>
                  </a:lnTo>
                  <a:lnTo>
                    <a:pt x="3873344" y="1361192"/>
                  </a:lnTo>
                  <a:lnTo>
                    <a:pt x="3895917" y="1319599"/>
                  </a:lnTo>
                  <a:lnTo>
                    <a:pt x="3910182" y="1273634"/>
                  </a:lnTo>
                  <a:lnTo>
                    <a:pt x="3915155" y="1224280"/>
                  </a:lnTo>
                  <a:lnTo>
                    <a:pt x="3915155" y="244856"/>
                  </a:lnTo>
                  <a:lnTo>
                    <a:pt x="3910182" y="195501"/>
                  </a:lnTo>
                  <a:lnTo>
                    <a:pt x="3895917" y="149536"/>
                  </a:lnTo>
                  <a:lnTo>
                    <a:pt x="3873344" y="107943"/>
                  </a:lnTo>
                  <a:lnTo>
                    <a:pt x="3843448" y="71707"/>
                  </a:lnTo>
                  <a:lnTo>
                    <a:pt x="3807212" y="41811"/>
                  </a:lnTo>
                  <a:lnTo>
                    <a:pt x="3765619" y="19238"/>
                  </a:lnTo>
                  <a:lnTo>
                    <a:pt x="3719654" y="4973"/>
                  </a:lnTo>
                  <a:lnTo>
                    <a:pt x="3670300" y="0"/>
                  </a:lnTo>
                  <a:close/>
                </a:path>
              </a:pathLst>
            </a:custGeom>
            <a:solidFill>
              <a:srgbClr val="D0EA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16595" y="2570988"/>
              <a:ext cx="3915410" cy="1469390"/>
            </a:xfrm>
            <a:custGeom>
              <a:avLst/>
              <a:gdLst/>
              <a:ahLst/>
              <a:cxnLst/>
              <a:rect l="l" t="t" r="r" b="b"/>
              <a:pathLst>
                <a:path w="3915409" h="1469389">
                  <a:moveTo>
                    <a:pt x="3915155" y="244856"/>
                  </a:moveTo>
                  <a:lnTo>
                    <a:pt x="3915155" y="1224280"/>
                  </a:lnTo>
                  <a:lnTo>
                    <a:pt x="3910182" y="1273634"/>
                  </a:lnTo>
                  <a:lnTo>
                    <a:pt x="3895917" y="1319599"/>
                  </a:lnTo>
                  <a:lnTo>
                    <a:pt x="3873344" y="1361192"/>
                  </a:lnTo>
                  <a:lnTo>
                    <a:pt x="3843448" y="1397428"/>
                  </a:lnTo>
                  <a:lnTo>
                    <a:pt x="3807212" y="1427324"/>
                  </a:lnTo>
                  <a:lnTo>
                    <a:pt x="3765619" y="1449897"/>
                  </a:lnTo>
                  <a:lnTo>
                    <a:pt x="3719654" y="1464162"/>
                  </a:lnTo>
                  <a:lnTo>
                    <a:pt x="3670300" y="1469136"/>
                  </a:lnTo>
                  <a:lnTo>
                    <a:pt x="0" y="1469136"/>
                  </a:lnTo>
                  <a:lnTo>
                    <a:pt x="0" y="0"/>
                  </a:lnTo>
                  <a:lnTo>
                    <a:pt x="3670300" y="0"/>
                  </a:lnTo>
                  <a:lnTo>
                    <a:pt x="3719654" y="4973"/>
                  </a:lnTo>
                  <a:lnTo>
                    <a:pt x="3765619" y="19238"/>
                  </a:lnTo>
                  <a:lnTo>
                    <a:pt x="3807212" y="41811"/>
                  </a:lnTo>
                  <a:lnTo>
                    <a:pt x="3843448" y="71707"/>
                  </a:lnTo>
                  <a:lnTo>
                    <a:pt x="3873344" y="107943"/>
                  </a:lnTo>
                  <a:lnTo>
                    <a:pt x="3895917" y="149536"/>
                  </a:lnTo>
                  <a:lnTo>
                    <a:pt x="3910182" y="195501"/>
                  </a:lnTo>
                  <a:lnTo>
                    <a:pt x="3915155" y="244856"/>
                  </a:lnTo>
                  <a:close/>
                </a:path>
              </a:pathLst>
            </a:custGeom>
            <a:ln w="12700">
              <a:solidFill>
                <a:srgbClr val="D0EA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888985" y="2632329"/>
            <a:ext cx="3518535" cy="128079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 marR="5080" indent="-228600">
              <a:lnSpc>
                <a:spcPct val="91500"/>
              </a:lnSpc>
              <a:spcBef>
                <a:spcPts val="320"/>
              </a:spcBef>
              <a:buChar char="•"/>
              <a:tabLst>
                <a:tab pos="241300" algn="l"/>
              </a:tabLst>
            </a:pPr>
            <a:r>
              <a:rPr sz="2200" spc="-25" dirty="0">
                <a:latin typeface="Calibri"/>
                <a:cs typeface="Calibri"/>
              </a:rPr>
              <a:t>Designer,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programmer, </a:t>
            </a:r>
            <a:r>
              <a:rPr sz="2200" dirty="0">
                <a:latin typeface="Calibri"/>
                <a:cs typeface="Calibri"/>
              </a:rPr>
              <a:t>developer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understand </a:t>
            </a:r>
            <a:r>
              <a:rPr sz="2200" spc="-20" dirty="0">
                <a:latin typeface="Calibri"/>
                <a:cs typeface="Calibri"/>
              </a:rPr>
              <a:t>system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very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easily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looking </a:t>
            </a:r>
            <a:r>
              <a:rPr sz="2200" dirty="0">
                <a:latin typeface="Calibri"/>
                <a:cs typeface="Calibri"/>
              </a:rPr>
              <a:t>at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constructed.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08065" y="2381757"/>
            <a:ext cx="2214880" cy="1847850"/>
            <a:chOff x="5608065" y="2381757"/>
            <a:chExt cx="2214880" cy="1847850"/>
          </a:xfrm>
        </p:grpSpPr>
        <p:sp>
          <p:nvSpPr>
            <p:cNvPr id="16" name="object 16"/>
            <p:cNvSpPr/>
            <p:nvPr/>
          </p:nvSpPr>
          <p:spPr>
            <a:xfrm>
              <a:off x="5614415" y="2388107"/>
              <a:ext cx="2202180" cy="1835150"/>
            </a:xfrm>
            <a:custGeom>
              <a:avLst/>
              <a:gdLst/>
              <a:ahLst/>
              <a:cxnLst/>
              <a:rect l="l" t="t" r="r" b="b"/>
              <a:pathLst>
                <a:path w="2202179" h="1835150">
                  <a:moveTo>
                    <a:pt x="1896364" y="0"/>
                  </a:moveTo>
                  <a:lnTo>
                    <a:pt x="305816" y="0"/>
                  </a:lnTo>
                  <a:lnTo>
                    <a:pt x="256208" y="4002"/>
                  </a:lnTo>
                  <a:lnTo>
                    <a:pt x="209149" y="15589"/>
                  </a:lnTo>
                  <a:lnTo>
                    <a:pt x="165270" y="34132"/>
                  </a:lnTo>
                  <a:lnTo>
                    <a:pt x="125199" y="59001"/>
                  </a:lnTo>
                  <a:lnTo>
                    <a:pt x="89566" y="89566"/>
                  </a:lnTo>
                  <a:lnTo>
                    <a:pt x="59001" y="125199"/>
                  </a:lnTo>
                  <a:lnTo>
                    <a:pt x="34132" y="165270"/>
                  </a:lnTo>
                  <a:lnTo>
                    <a:pt x="15589" y="209149"/>
                  </a:lnTo>
                  <a:lnTo>
                    <a:pt x="4002" y="256208"/>
                  </a:lnTo>
                  <a:lnTo>
                    <a:pt x="0" y="305815"/>
                  </a:lnTo>
                  <a:lnTo>
                    <a:pt x="0" y="1529079"/>
                  </a:lnTo>
                  <a:lnTo>
                    <a:pt x="4002" y="1578687"/>
                  </a:lnTo>
                  <a:lnTo>
                    <a:pt x="15589" y="1625746"/>
                  </a:lnTo>
                  <a:lnTo>
                    <a:pt x="34132" y="1669625"/>
                  </a:lnTo>
                  <a:lnTo>
                    <a:pt x="59001" y="1709696"/>
                  </a:lnTo>
                  <a:lnTo>
                    <a:pt x="89566" y="1745329"/>
                  </a:lnTo>
                  <a:lnTo>
                    <a:pt x="125199" y="1775894"/>
                  </a:lnTo>
                  <a:lnTo>
                    <a:pt x="165270" y="1800763"/>
                  </a:lnTo>
                  <a:lnTo>
                    <a:pt x="209149" y="1819306"/>
                  </a:lnTo>
                  <a:lnTo>
                    <a:pt x="256208" y="1830893"/>
                  </a:lnTo>
                  <a:lnTo>
                    <a:pt x="305816" y="1834895"/>
                  </a:lnTo>
                  <a:lnTo>
                    <a:pt x="1896364" y="1834895"/>
                  </a:lnTo>
                  <a:lnTo>
                    <a:pt x="1945971" y="1830893"/>
                  </a:lnTo>
                  <a:lnTo>
                    <a:pt x="1993030" y="1819306"/>
                  </a:lnTo>
                  <a:lnTo>
                    <a:pt x="2036909" y="1800763"/>
                  </a:lnTo>
                  <a:lnTo>
                    <a:pt x="2076980" y="1775894"/>
                  </a:lnTo>
                  <a:lnTo>
                    <a:pt x="2112613" y="1745329"/>
                  </a:lnTo>
                  <a:lnTo>
                    <a:pt x="2143178" y="1709696"/>
                  </a:lnTo>
                  <a:lnTo>
                    <a:pt x="2168047" y="1669625"/>
                  </a:lnTo>
                  <a:lnTo>
                    <a:pt x="2186590" y="1625746"/>
                  </a:lnTo>
                  <a:lnTo>
                    <a:pt x="2198177" y="1578687"/>
                  </a:lnTo>
                  <a:lnTo>
                    <a:pt x="2202180" y="1529079"/>
                  </a:lnTo>
                  <a:lnTo>
                    <a:pt x="2202180" y="305815"/>
                  </a:lnTo>
                  <a:lnTo>
                    <a:pt x="2198177" y="256208"/>
                  </a:lnTo>
                  <a:lnTo>
                    <a:pt x="2186590" y="209149"/>
                  </a:lnTo>
                  <a:lnTo>
                    <a:pt x="2168047" y="165270"/>
                  </a:lnTo>
                  <a:lnTo>
                    <a:pt x="2143178" y="125199"/>
                  </a:lnTo>
                  <a:lnTo>
                    <a:pt x="2112613" y="89566"/>
                  </a:lnTo>
                  <a:lnTo>
                    <a:pt x="2076980" y="59001"/>
                  </a:lnTo>
                  <a:lnTo>
                    <a:pt x="2036909" y="34132"/>
                  </a:lnTo>
                  <a:lnTo>
                    <a:pt x="1993030" y="15589"/>
                  </a:lnTo>
                  <a:lnTo>
                    <a:pt x="1945971" y="4002"/>
                  </a:lnTo>
                  <a:lnTo>
                    <a:pt x="1896364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14415" y="2388107"/>
              <a:ext cx="2202180" cy="1835150"/>
            </a:xfrm>
            <a:custGeom>
              <a:avLst/>
              <a:gdLst/>
              <a:ahLst/>
              <a:cxnLst/>
              <a:rect l="l" t="t" r="r" b="b"/>
              <a:pathLst>
                <a:path w="2202179" h="1835150">
                  <a:moveTo>
                    <a:pt x="0" y="305815"/>
                  </a:moveTo>
                  <a:lnTo>
                    <a:pt x="4002" y="256208"/>
                  </a:lnTo>
                  <a:lnTo>
                    <a:pt x="15589" y="209149"/>
                  </a:lnTo>
                  <a:lnTo>
                    <a:pt x="34132" y="165270"/>
                  </a:lnTo>
                  <a:lnTo>
                    <a:pt x="59001" y="125199"/>
                  </a:lnTo>
                  <a:lnTo>
                    <a:pt x="89566" y="89566"/>
                  </a:lnTo>
                  <a:lnTo>
                    <a:pt x="125199" y="59001"/>
                  </a:lnTo>
                  <a:lnTo>
                    <a:pt x="165270" y="34132"/>
                  </a:lnTo>
                  <a:lnTo>
                    <a:pt x="209149" y="15589"/>
                  </a:lnTo>
                  <a:lnTo>
                    <a:pt x="256208" y="4002"/>
                  </a:lnTo>
                  <a:lnTo>
                    <a:pt x="305816" y="0"/>
                  </a:lnTo>
                  <a:lnTo>
                    <a:pt x="1896364" y="0"/>
                  </a:lnTo>
                  <a:lnTo>
                    <a:pt x="1945971" y="4002"/>
                  </a:lnTo>
                  <a:lnTo>
                    <a:pt x="1993030" y="15589"/>
                  </a:lnTo>
                  <a:lnTo>
                    <a:pt x="2036909" y="34132"/>
                  </a:lnTo>
                  <a:lnTo>
                    <a:pt x="2076980" y="59001"/>
                  </a:lnTo>
                  <a:lnTo>
                    <a:pt x="2112613" y="89566"/>
                  </a:lnTo>
                  <a:lnTo>
                    <a:pt x="2143178" y="125199"/>
                  </a:lnTo>
                  <a:lnTo>
                    <a:pt x="2168047" y="165270"/>
                  </a:lnTo>
                  <a:lnTo>
                    <a:pt x="2186590" y="209149"/>
                  </a:lnTo>
                  <a:lnTo>
                    <a:pt x="2198177" y="256208"/>
                  </a:lnTo>
                  <a:lnTo>
                    <a:pt x="2202180" y="305815"/>
                  </a:lnTo>
                  <a:lnTo>
                    <a:pt x="2202180" y="1529079"/>
                  </a:lnTo>
                  <a:lnTo>
                    <a:pt x="2198177" y="1578687"/>
                  </a:lnTo>
                  <a:lnTo>
                    <a:pt x="2186590" y="1625746"/>
                  </a:lnTo>
                  <a:lnTo>
                    <a:pt x="2168047" y="1669625"/>
                  </a:lnTo>
                  <a:lnTo>
                    <a:pt x="2143178" y="1709696"/>
                  </a:lnTo>
                  <a:lnTo>
                    <a:pt x="2112613" y="1745329"/>
                  </a:lnTo>
                  <a:lnTo>
                    <a:pt x="2076980" y="1775894"/>
                  </a:lnTo>
                  <a:lnTo>
                    <a:pt x="2036909" y="1800763"/>
                  </a:lnTo>
                  <a:lnTo>
                    <a:pt x="1993030" y="1819306"/>
                  </a:lnTo>
                  <a:lnTo>
                    <a:pt x="1945971" y="1830893"/>
                  </a:lnTo>
                  <a:lnTo>
                    <a:pt x="1896364" y="1834895"/>
                  </a:lnTo>
                  <a:lnTo>
                    <a:pt x="305816" y="1834895"/>
                  </a:lnTo>
                  <a:lnTo>
                    <a:pt x="256208" y="1830893"/>
                  </a:lnTo>
                  <a:lnTo>
                    <a:pt x="209149" y="1819306"/>
                  </a:lnTo>
                  <a:lnTo>
                    <a:pt x="165270" y="1800763"/>
                  </a:lnTo>
                  <a:lnTo>
                    <a:pt x="125199" y="1775894"/>
                  </a:lnTo>
                  <a:lnTo>
                    <a:pt x="89566" y="1745329"/>
                  </a:lnTo>
                  <a:lnTo>
                    <a:pt x="59001" y="1709696"/>
                  </a:lnTo>
                  <a:lnTo>
                    <a:pt x="34132" y="1669625"/>
                  </a:lnTo>
                  <a:lnTo>
                    <a:pt x="15589" y="1625746"/>
                  </a:lnTo>
                  <a:lnTo>
                    <a:pt x="4002" y="1578687"/>
                  </a:lnTo>
                  <a:lnTo>
                    <a:pt x="0" y="1529079"/>
                  </a:lnTo>
                  <a:lnTo>
                    <a:pt x="0" y="3058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796534" y="2922270"/>
            <a:ext cx="1838960" cy="69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645"/>
              </a:lnSpc>
              <a:spcBef>
                <a:spcPts val="105"/>
              </a:spcBef>
            </a:pPr>
            <a:r>
              <a:rPr sz="2300" dirty="0">
                <a:solidFill>
                  <a:srgbClr val="FFFFFF"/>
                </a:solidFill>
                <a:latin typeface="Calibri"/>
                <a:cs typeface="Calibri"/>
              </a:rPr>
              <a:t>Ease</a:t>
            </a:r>
            <a:r>
              <a:rPr sz="23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ts val="2645"/>
              </a:lnSpc>
            </a:pPr>
            <a:r>
              <a:rPr sz="2300" spc="-10" dirty="0">
                <a:solidFill>
                  <a:srgbClr val="FFFFFF"/>
                </a:solidFill>
                <a:latin typeface="Calibri"/>
                <a:cs typeface="Calibri"/>
              </a:rPr>
              <a:t>Representation</a:t>
            </a:r>
            <a:endParaRPr sz="23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10245" y="4492497"/>
            <a:ext cx="3928110" cy="1482090"/>
            <a:chOff x="7810245" y="4492497"/>
            <a:chExt cx="3928110" cy="1482090"/>
          </a:xfrm>
        </p:grpSpPr>
        <p:sp>
          <p:nvSpPr>
            <p:cNvPr id="20" name="object 20"/>
            <p:cNvSpPr/>
            <p:nvPr/>
          </p:nvSpPr>
          <p:spPr>
            <a:xfrm>
              <a:off x="7816595" y="4498847"/>
              <a:ext cx="3915410" cy="1469390"/>
            </a:xfrm>
            <a:custGeom>
              <a:avLst/>
              <a:gdLst/>
              <a:ahLst/>
              <a:cxnLst/>
              <a:rect l="l" t="t" r="r" b="b"/>
              <a:pathLst>
                <a:path w="3915409" h="1469389">
                  <a:moveTo>
                    <a:pt x="3670300" y="0"/>
                  </a:moveTo>
                  <a:lnTo>
                    <a:pt x="0" y="0"/>
                  </a:lnTo>
                  <a:lnTo>
                    <a:pt x="0" y="1469136"/>
                  </a:lnTo>
                  <a:lnTo>
                    <a:pt x="3670300" y="1469136"/>
                  </a:lnTo>
                  <a:lnTo>
                    <a:pt x="3719654" y="1464161"/>
                  </a:lnTo>
                  <a:lnTo>
                    <a:pt x="3765619" y="1449893"/>
                  </a:lnTo>
                  <a:lnTo>
                    <a:pt x="3807212" y="1427318"/>
                  </a:lnTo>
                  <a:lnTo>
                    <a:pt x="3843448" y="1397419"/>
                  </a:lnTo>
                  <a:lnTo>
                    <a:pt x="3873344" y="1361181"/>
                  </a:lnTo>
                  <a:lnTo>
                    <a:pt x="3895917" y="1319588"/>
                  </a:lnTo>
                  <a:lnTo>
                    <a:pt x="3910182" y="1273626"/>
                  </a:lnTo>
                  <a:lnTo>
                    <a:pt x="3915155" y="1224280"/>
                  </a:lnTo>
                  <a:lnTo>
                    <a:pt x="3915155" y="244856"/>
                  </a:lnTo>
                  <a:lnTo>
                    <a:pt x="3910182" y="195501"/>
                  </a:lnTo>
                  <a:lnTo>
                    <a:pt x="3895917" y="149536"/>
                  </a:lnTo>
                  <a:lnTo>
                    <a:pt x="3873344" y="107943"/>
                  </a:lnTo>
                  <a:lnTo>
                    <a:pt x="3843448" y="71707"/>
                  </a:lnTo>
                  <a:lnTo>
                    <a:pt x="3807212" y="41811"/>
                  </a:lnTo>
                  <a:lnTo>
                    <a:pt x="3765619" y="19238"/>
                  </a:lnTo>
                  <a:lnTo>
                    <a:pt x="3719654" y="4973"/>
                  </a:lnTo>
                  <a:lnTo>
                    <a:pt x="3670300" y="0"/>
                  </a:lnTo>
                  <a:close/>
                </a:path>
              </a:pathLst>
            </a:custGeom>
            <a:solidFill>
              <a:srgbClr val="D4E2C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16595" y="4498847"/>
              <a:ext cx="3915410" cy="1469390"/>
            </a:xfrm>
            <a:custGeom>
              <a:avLst/>
              <a:gdLst/>
              <a:ahLst/>
              <a:cxnLst/>
              <a:rect l="l" t="t" r="r" b="b"/>
              <a:pathLst>
                <a:path w="3915409" h="1469389">
                  <a:moveTo>
                    <a:pt x="3915155" y="244856"/>
                  </a:moveTo>
                  <a:lnTo>
                    <a:pt x="3915155" y="1224280"/>
                  </a:lnTo>
                  <a:lnTo>
                    <a:pt x="3910182" y="1273626"/>
                  </a:lnTo>
                  <a:lnTo>
                    <a:pt x="3895917" y="1319588"/>
                  </a:lnTo>
                  <a:lnTo>
                    <a:pt x="3873344" y="1361181"/>
                  </a:lnTo>
                  <a:lnTo>
                    <a:pt x="3843448" y="1397419"/>
                  </a:lnTo>
                  <a:lnTo>
                    <a:pt x="3807212" y="1427318"/>
                  </a:lnTo>
                  <a:lnTo>
                    <a:pt x="3765619" y="1449893"/>
                  </a:lnTo>
                  <a:lnTo>
                    <a:pt x="3719654" y="1464161"/>
                  </a:lnTo>
                  <a:lnTo>
                    <a:pt x="3670300" y="1469136"/>
                  </a:lnTo>
                  <a:lnTo>
                    <a:pt x="0" y="1469136"/>
                  </a:lnTo>
                  <a:lnTo>
                    <a:pt x="0" y="0"/>
                  </a:lnTo>
                  <a:lnTo>
                    <a:pt x="3670300" y="0"/>
                  </a:lnTo>
                  <a:lnTo>
                    <a:pt x="3719654" y="4973"/>
                  </a:lnTo>
                  <a:lnTo>
                    <a:pt x="3765619" y="19238"/>
                  </a:lnTo>
                  <a:lnTo>
                    <a:pt x="3807212" y="41811"/>
                  </a:lnTo>
                  <a:lnTo>
                    <a:pt x="3843448" y="71707"/>
                  </a:lnTo>
                  <a:lnTo>
                    <a:pt x="3873344" y="107943"/>
                  </a:lnTo>
                  <a:lnTo>
                    <a:pt x="3895917" y="149536"/>
                  </a:lnTo>
                  <a:lnTo>
                    <a:pt x="3910182" y="195501"/>
                  </a:lnTo>
                  <a:lnTo>
                    <a:pt x="3915155" y="244856"/>
                  </a:lnTo>
                  <a:close/>
                </a:path>
              </a:pathLst>
            </a:custGeom>
            <a:ln w="12700">
              <a:solidFill>
                <a:srgbClr val="D4E2C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888985" y="4560189"/>
            <a:ext cx="3369945" cy="12814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241300" marR="5080" indent="-228600" algn="just">
              <a:lnSpc>
                <a:spcPct val="91500"/>
              </a:lnSpc>
              <a:spcBef>
                <a:spcPts val="320"/>
              </a:spcBef>
              <a:buChar char="•"/>
              <a:tabLst>
                <a:tab pos="241300" algn="l"/>
              </a:tabLst>
            </a:pPr>
            <a:r>
              <a:rPr sz="2200" spc="-10" dirty="0">
                <a:latin typeface="Calibri"/>
                <a:cs typeface="Calibri"/>
              </a:rPr>
              <a:t>Completely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integrated with </a:t>
            </a:r>
            <a:r>
              <a:rPr sz="2200" dirty="0">
                <a:latin typeface="Calibri"/>
                <a:cs typeface="Calibri"/>
              </a:rPr>
              <a:t>relational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can </a:t>
            </a:r>
            <a:r>
              <a:rPr sz="2200" dirty="0">
                <a:latin typeface="Calibri"/>
                <a:cs typeface="Calibri"/>
              </a:rPr>
              <a:t>offer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well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structured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design process.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08065" y="4309617"/>
            <a:ext cx="2214880" cy="1847850"/>
            <a:chOff x="5608065" y="4309617"/>
            <a:chExt cx="2214880" cy="1847850"/>
          </a:xfrm>
        </p:grpSpPr>
        <p:sp>
          <p:nvSpPr>
            <p:cNvPr id="24" name="object 24"/>
            <p:cNvSpPr/>
            <p:nvPr/>
          </p:nvSpPr>
          <p:spPr>
            <a:xfrm>
              <a:off x="5614415" y="4315967"/>
              <a:ext cx="2202180" cy="1835150"/>
            </a:xfrm>
            <a:custGeom>
              <a:avLst/>
              <a:gdLst/>
              <a:ahLst/>
              <a:cxnLst/>
              <a:rect l="l" t="t" r="r" b="b"/>
              <a:pathLst>
                <a:path w="2202179" h="1835150">
                  <a:moveTo>
                    <a:pt x="1896364" y="0"/>
                  </a:moveTo>
                  <a:lnTo>
                    <a:pt x="305816" y="0"/>
                  </a:lnTo>
                  <a:lnTo>
                    <a:pt x="256208" y="4002"/>
                  </a:lnTo>
                  <a:lnTo>
                    <a:pt x="209149" y="15589"/>
                  </a:lnTo>
                  <a:lnTo>
                    <a:pt x="165270" y="34132"/>
                  </a:lnTo>
                  <a:lnTo>
                    <a:pt x="125199" y="59001"/>
                  </a:lnTo>
                  <a:lnTo>
                    <a:pt x="89566" y="89566"/>
                  </a:lnTo>
                  <a:lnTo>
                    <a:pt x="59001" y="125199"/>
                  </a:lnTo>
                  <a:lnTo>
                    <a:pt x="34132" y="165270"/>
                  </a:lnTo>
                  <a:lnTo>
                    <a:pt x="15589" y="209149"/>
                  </a:lnTo>
                  <a:lnTo>
                    <a:pt x="4002" y="256208"/>
                  </a:lnTo>
                  <a:lnTo>
                    <a:pt x="0" y="305815"/>
                  </a:lnTo>
                  <a:lnTo>
                    <a:pt x="0" y="1529067"/>
                  </a:lnTo>
                  <a:lnTo>
                    <a:pt x="4002" y="1578675"/>
                  </a:lnTo>
                  <a:lnTo>
                    <a:pt x="15589" y="1625734"/>
                  </a:lnTo>
                  <a:lnTo>
                    <a:pt x="34132" y="1669615"/>
                  </a:lnTo>
                  <a:lnTo>
                    <a:pt x="59001" y="1709688"/>
                  </a:lnTo>
                  <a:lnTo>
                    <a:pt x="89566" y="1745322"/>
                  </a:lnTo>
                  <a:lnTo>
                    <a:pt x="125199" y="1775890"/>
                  </a:lnTo>
                  <a:lnTo>
                    <a:pt x="165270" y="1800760"/>
                  </a:lnTo>
                  <a:lnTo>
                    <a:pt x="209149" y="1819305"/>
                  </a:lnTo>
                  <a:lnTo>
                    <a:pt x="256208" y="1830893"/>
                  </a:lnTo>
                  <a:lnTo>
                    <a:pt x="305816" y="1834895"/>
                  </a:lnTo>
                  <a:lnTo>
                    <a:pt x="1896364" y="1834895"/>
                  </a:lnTo>
                  <a:lnTo>
                    <a:pt x="1945971" y="1830893"/>
                  </a:lnTo>
                  <a:lnTo>
                    <a:pt x="1993030" y="1819305"/>
                  </a:lnTo>
                  <a:lnTo>
                    <a:pt x="2036909" y="1800760"/>
                  </a:lnTo>
                  <a:lnTo>
                    <a:pt x="2076980" y="1775890"/>
                  </a:lnTo>
                  <a:lnTo>
                    <a:pt x="2112613" y="1745322"/>
                  </a:lnTo>
                  <a:lnTo>
                    <a:pt x="2143178" y="1709688"/>
                  </a:lnTo>
                  <a:lnTo>
                    <a:pt x="2168047" y="1669615"/>
                  </a:lnTo>
                  <a:lnTo>
                    <a:pt x="2186590" y="1625734"/>
                  </a:lnTo>
                  <a:lnTo>
                    <a:pt x="2198177" y="1578675"/>
                  </a:lnTo>
                  <a:lnTo>
                    <a:pt x="2202180" y="1529067"/>
                  </a:lnTo>
                  <a:lnTo>
                    <a:pt x="2202180" y="305815"/>
                  </a:lnTo>
                  <a:lnTo>
                    <a:pt x="2198177" y="256208"/>
                  </a:lnTo>
                  <a:lnTo>
                    <a:pt x="2186590" y="209149"/>
                  </a:lnTo>
                  <a:lnTo>
                    <a:pt x="2168047" y="165270"/>
                  </a:lnTo>
                  <a:lnTo>
                    <a:pt x="2143178" y="125199"/>
                  </a:lnTo>
                  <a:lnTo>
                    <a:pt x="2112613" y="89566"/>
                  </a:lnTo>
                  <a:lnTo>
                    <a:pt x="2076980" y="59001"/>
                  </a:lnTo>
                  <a:lnTo>
                    <a:pt x="2036909" y="34132"/>
                  </a:lnTo>
                  <a:lnTo>
                    <a:pt x="1993030" y="15589"/>
                  </a:lnTo>
                  <a:lnTo>
                    <a:pt x="1945971" y="4002"/>
                  </a:lnTo>
                  <a:lnTo>
                    <a:pt x="1896364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14415" y="4315967"/>
              <a:ext cx="2202180" cy="1835150"/>
            </a:xfrm>
            <a:custGeom>
              <a:avLst/>
              <a:gdLst/>
              <a:ahLst/>
              <a:cxnLst/>
              <a:rect l="l" t="t" r="r" b="b"/>
              <a:pathLst>
                <a:path w="2202179" h="1835150">
                  <a:moveTo>
                    <a:pt x="0" y="305815"/>
                  </a:moveTo>
                  <a:lnTo>
                    <a:pt x="4002" y="256208"/>
                  </a:lnTo>
                  <a:lnTo>
                    <a:pt x="15589" y="209149"/>
                  </a:lnTo>
                  <a:lnTo>
                    <a:pt x="34132" y="165270"/>
                  </a:lnTo>
                  <a:lnTo>
                    <a:pt x="59001" y="125199"/>
                  </a:lnTo>
                  <a:lnTo>
                    <a:pt x="89566" y="89566"/>
                  </a:lnTo>
                  <a:lnTo>
                    <a:pt x="125199" y="59001"/>
                  </a:lnTo>
                  <a:lnTo>
                    <a:pt x="165270" y="34132"/>
                  </a:lnTo>
                  <a:lnTo>
                    <a:pt x="209149" y="15589"/>
                  </a:lnTo>
                  <a:lnTo>
                    <a:pt x="256208" y="4002"/>
                  </a:lnTo>
                  <a:lnTo>
                    <a:pt x="305816" y="0"/>
                  </a:lnTo>
                  <a:lnTo>
                    <a:pt x="1896364" y="0"/>
                  </a:lnTo>
                  <a:lnTo>
                    <a:pt x="1945971" y="4002"/>
                  </a:lnTo>
                  <a:lnTo>
                    <a:pt x="1993030" y="15589"/>
                  </a:lnTo>
                  <a:lnTo>
                    <a:pt x="2036909" y="34132"/>
                  </a:lnTo>
                  <a:lnTo>
                    <a:pt x="2076980" y="59001"/>
                  </a:lnTo>
                  <a:lnTo>
                    <a:pt x="2112613" y="89566"/>
                  </a:lnTo>
                  <a:lnTo>
                    <a:pt x="2143178" y="125199"/>
                  </a:lnTo>
                  <a:lnTo>
                    <a:pt x="2168047" y="165270"/>
                  </a:lnTo>
                  <a:lnTo>
                    <a:pt x="2186590" y="209149"/>
                  </a:lnTo>
                  <a:lnTo>
                    <a:pt x="2198177" y="256208"/>
                  </a:lnTo>
                  <a:lnTo>
                    <a:pt x="2202180" y="305815"/>
                  </a:lnTo>
                  <a:lnTo>
                    <a:pt x="2202180" y="1529067"/>
                  </a:lnTo>
                  <a:lnTo>
                    <a:pt x="2198177" y="1578675"/>
                  </a:lnTo>
                  <a:lnTo>
                    <a:pt x="2186590" y="1625734"/>
                  </a:lnTo>
                  <a:lnTo>
                    <a:pt x="2168047" y="1669615"/>
                  </a:lnTo>
                  <a:lnTo>
                    <a:pt x="2143178" y="1709688"/>
                  </a:lnTo>
                  <a:lnTo>
                    <a:pt x="2112613" y="1745322"/>
                  </a:lnTo>
                  <a:lnTo>
                    <a:pt x="2076980" y="1775890"/>
                  </a:lnTo>
                  <a:lnTo>
                    <a:pt x="2036909" y="1800760"/>
                  </a:lnTo>
                  <a:lnTo>
                    <a:pt x="1993030" y="1819305"/>
                  </a:lnTo>
                  <a:lnTo>
                    <a:pt x="1945971" y="1830893"/>
                  </a:lnTo>
                  <a:lnTo>
                    <a:pt x="1896364" y="1834895"/>
                  </a:lnTo>
                  <a:lnTo>
                    <a:pt x="305816" y="1834895"/>
                  </a:lnTo>
                  <a:lnTo>
                    <a:pt x="256208" y="1830893"/>
                  </a:lnTo>
                  <a:lnTo>
                    <a:pt x="209149" y="1819305"/>
                  </a:lnTo>
                  <a:lnTo>
                    <a:pt x="165270" y="1800760"/>
                  </a:lnTo>
                  <a:lnTo>
                    <a:pt x="125199" y="1775890"/>
                  </a:lnTo>
                  <a:lnTo>
                    <a:pt x="89566" y="1745322"/>
                  </a:lnTo>
                  <a:lnTo>
                    <a:pt x="59001" y="1709688"/>
                  </a:lnTo>
                  <a:lnTo>
                    <a:pt x="34132" y="1669615"/>
                  </a:lnTo>
                  <a:lnTo>
                    <a:pt x="15589" y="1625734"/>
                  </a:lnTo>
                  <a:lnTo>
                    <a:pt x="4002" y="1578675"/>
                  </a:lnTo>
                  <a:lnTo>
                    <a:pt x="0" y="1529067"/>
                  </a:lnTo>
                  <a:lnTo>
                    <a:pt x="0" y="30581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61075" y="4499559"/>
            <a:ext cx="1308735" cy="139636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065" marR="5080" algn="ctr">
              <a:lnSpc>
                <a:spcPct val="91600"/>
              </a:lnSpc>
              <a:spcBef>
                <a:spcPts val="345"/>
              </a:spcBef>
            </a:pP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Integrated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Relational Databases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587879"/>
            <a:ext cx="347726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-50" dirty="0">
                <a:latin typeface="Calibri Light"/>
                <a:cs typeface="Calibri Light"/>
              </a:rPr>
              <a:t>Disadvantages</a:t>
            </a:r>
            <a:r>
              <a:rPr sz="4000" spc="-150" dirty="0">
                <a:latin typeface="Calibri Light"/>
                <a:cs typeface="Calibri Light"/>
              </a:rPr>
              <a:t> </a:t>
            </a:r>
            <a:r>
              <a:rPr sz="4000" spc="-25" dirty="0">
                <a:latin typeface="Calibri Light"/>
                <a:cs typeface="Calibri Light"/>
              </a:rPr>
              <a:t>Of </a:t>
            </a:r>
            <a:r>
              <a:rPr sz="4000" dirty="0">
                <a:latin typeface="Calibri Light"/>
                <a:cs typeface="Calibri Light"/>
              </a:rPr>
              <a:t>ER</a:t>
            </a:r>
            <a:r>
              <a:rPr sz="4000" spc="-110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Model</a:t>
            </a:r>
            <a:endParaRPr sz="4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08065" y="479805"/>
            <a:ext cx="6130290" cy="2136140"/>
            <a:chOff x="5608065" y="479805"/>
            <a:chExt cx="6130290" cy="2136140"/>
          </a:xfrm>
        </p:grpSpPr>
        <p:sp>
          <p:nvSpPr>
            <p:cNvPr id="4" name="object 4"/>
            <p:cNvSpPr/>
            <p:nvPr/>
          </p:nvSpPr>
          <p:spPr>
            <a:xfrm>
              <a:off x="5614415" y="781811"/>
              <a:ext cx="6117590" cy="1827530"/>
            </a:xfrm>
            <a:custGeom>
              <a:avLst/>
              <a:gdLst/>
              <a:ahLst/>
              <a:cxnLst/>
              <a:rect l="l" t="t" r="r" b="b"/>
              <a:pathLst>
                <a:path w="6117590" h="1827530">
                  <a:moveTo>
                    <a:pt x="0" y="1827276"/>
                  </a:moveTo>
                  <a:lnTo>
                    <a:pt x="6117336" y="1827276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1827276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20739" y="486155"/>
              <a:ext cx="5133340" cy="591820"/>
            </a:xfrm>
            <a:custGeom>
              <a:avLst/>
              <a:gdLst/>
              <a:ahLst/>
              <a:cxnLst/>
              <a:rect l="l" t="t" r="r" b="b"/>
              <a:pathLst>
                <a:path w="5133340" h="591819">
                  <a:moveTo>
                    <a:pt x="5034280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2"/>
                  </a:lnTo>
                  <a:lnTo>
                    <a:pt x="0" y="492760"/>
                  </a:lnTo>
                  <a:lnTo>
                    <a:pt x="7737" y="531143"/>
                  </a:lnTo>
                  <a:lnTo>
                    <a:pt x="28844" y="562467"/>
                  </a:lnTo>
                  <a:lnTo>
                    <a:pt x="60168" y="583574"/>
                  </a:lnTo>
                  <a:lnTo>
                    <a:pt x="98551" y="591312"/>
                  </a:lnTo>
                  <a:lnTo>
                    <a:pt x="5034280" y="591312"/>
                  </a:lnTo>
                  <a:lnTo>
                    <a:pt x="5072663" y="583574"/>
                  </a:lnTo>
                  <a:lnTo>
                    <a:pt x="5103987" y="562467"/>
                  </a:lnTo>
                  <a:lnTo>
                    <a:pt x="5125094" y="531143"/>
                  </a:lnTo>
                  <a:lnTo>
                    <a:pt x="5132832" y="492760"/>
                  </a:lnTo>
                  <a:lnTo>
                    <a:pt x="5132832" y="98552"/>
                  </a:lnTo>
                  <a:lnTo>
                    <a:pt x="5125094" y="60168"/>
                  </a:lnTo>
                  <a:lnTo>
                    <a:pt x="5103987" y="28844"/>
                  </a:lnTo>
                  <a:lnTo>
                    <a:pt x="5072663" y="7737"/>
                  </a:lnTo>
                  <a:lnTo>
                    <a:pt x="503428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20739" y="486155"/>
              <a:ext cx="5133340" cy="591820"/>
            </a:xfrm>
            <a:custGeom>
              <a:avLst/>
              <a:gdLst/>
              <a:ahLst/>
              <a:cxnLst/>
              <a:rect l="l" t="t" r="r" b="b"/>
              <a:pathLst>
                <a:path w="5133340" h="591819">
                  <a:moveTo>
                    <a:pt x="0" y="98552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5034280" y="0"/>
                  </a:lnTo>
                  <a:lnTo>
                    <a:pt x="5072663" y="7737"/>
                  </a:lnTo>
                  <a:lnTo>
                    <a:pt x="5103987" y="28844"/>
                  </a:lnTo>
                  <a:lnTo>
                    <a:pt x="5125094" y="60168"/>
                  </a:lnTo>
                  <a:lnTo>
                    <a:pt x="5132832" y="98552"/>
                  </a:lnTo>
                  <a:lnTo>
                    <a:pt x="5132832" y="492760"/>
                  </a:lnTo>
                  <a:lnTo>
                    <a:pt x="5125094" y="531143"/>
                  </a:lnTo>
                  <a:lnTo>
                    <a:pt x="5103987" y="562467"/>
                  </a:lnTo>
                  <a:lnTo>
                    <a:pt x="5072663" y="583574"/>
                  </a:lnTo>
                  <a:lnTo>
                    <a:pt x="5034280" y="591312"/>
                  </a:lnTo>
                  <a:lnTo>
                    <a:pt x="98551" y="591312"/>
                  </a:lnTo>
                  <a:lnTo>
                    <a:pt x="60168" y="583574"/>
                  </a:lnTo>
                  <a:lnTo>
                    <a:pt x="28844" y="562467"/>
                  </a:lnTo>
                  <a:lnTo>
                    <a:pt x="7737" y="531143"/>
                  </a:lnTo>
                  <a:lnTo>
                    <a:pt x="0" y="492760"/>
                  </a:lnTo>
                  <a:lnTo>
                    <a:pt x="0" y="98552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077203" y="585596"/>
            <a:ext cx="5194300" cy="183451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Limited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Constraint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Representation</a:t>
            </a:r>
            <a:endParaRPr sz="20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1600"/>
              </a:lnSpc>
              <a:spcBef>
                <a:spcPts val="2165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Model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display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those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constraint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are </a:t>
            </a:r>
            <a:r>
              <a:rPr sz="2200" dirty="0">
                <a:latin typeface="Calibri"/>
                <a:cs typeface="Calibri"/>
              </a:rPr>
              <a:t>directly</a:t>
            </a:r>
            <a:r>
              <a:rPr sz="2200" spc="3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tied</a:t>
            </a:r>
            <a:r>
              <a:rPr sz="2200" spc="3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38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relationships</a:t>
            </a:r>
            <a:r>
              <a:rPr sz="2200" spc="38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but</a:t>
            </a:r>
            <a:r>
              <a:rPr sz="2200" spc="375" dirty="0">
                <a:latin typeface="Calibri"/>
                <a:cs typeface="Calibri"/>
              </a:rPr>
              <a:t>  </a:t>
            </a:r>
            <a:r>
              <a:rPr sz="2200" spc="-25" dirty="0">
                <a:latin typeface="Calibri"/>
                <a:cs typeface="Calibri"/>
              </a:rPr>
              <a:t>not </a:t>
            </a:r>
            <a:r>
              <a:rPr sz="2200" dirty="0">
                <a:latin typeface="Calibri"/>
                <a:cs typeface="Calibri"/>
              </a:rPr>
              <a:t>possible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represent</a:t>
            </a:r>
            <a:r>
              <a:rPr sz="2200" spc="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some</a:t>
            </a:r>
            <a:r>
              <a:rPr sz="2200" spc="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constraints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like </a:t>
            </a:r>
            <a:r>
              <a:rPr sz="2200" spc="-10" dirty="0">
                <a:latin typeface="Calibri"/>
                <a:cs typeface="Calibri"/>
              </a:rPr>
              <a:t>average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marks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etc.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14415" y="3011423"/>
            <a:ext cx="6117590" cy="1198245"/>
          </a:xfrm>
          <a:custGeom>
            <a:avLst/>
            <a:gdLst/>
            <a:ahLst/>
            <a:cxnLst/>
            <a:rect l="l" t="t" r="r" b="b"/>
            <a:pathLst>
              <a:path w="6117590" h="1198245">
                <a:moveTo>
                  <a:pt x="0" y="1197864"/>
                </a:moveTo>
                <a:lnTo>
                  <a:pt x="6117336" y="1197864"/>
                </a:lnTo>
                <a:lnTo>
                  <a:pt x="6117336" y="0"/>
                </a:lnTo>
                <a:lnTo>
                  <a:pt x="0" y="0"/>
                </a:lnTo>
                <a:lnTo>
                  <a:pt x="0" y="1197864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077203" y="3369005"/>
            <a:ext cx="5191125" cy="668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ts val="2535"/>
              </a:lnSpc>
              <a:spcBef>
                <a:spcPts val="95"/>
              </a:spcBef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Do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have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language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can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35"/>
              </a:lnSpc>
            </a:pPr>
            <a:r>
              <a:rPr sz="2200" dirty="0">
                <a:latin typeface="Calibri"/>
                <a:cs typeface="Calibri"/>
              </a:rPr>
              <a:t>insert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database.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14390" y="2723133"/>
            <a:ext cx="4293870" cy="604520"/>
            <a:chOff x="5914390" y="2723133"/>
            <a:chExt cx="4293870" cy="604520"/>
          </a:xfrm>
        </p:grpSpPr>
        <p:sp>
          <p:nvSpPr>
            <p:cNvPr id="11" name="object 11"/>
            <p:cNvSpPr/>
            <p:nvPr/>
          </p:nvSpPr>
          <p:spPr>
            <a:xfrm>
              <a:off x="5920740" y="2729483"/>
              <a:ext cx="4281170" cy="591820"/>
            </a:xfrm>
            <a:custGeom>
              <a:avLst/>
              <a:gdLst/>
              <a:ahLst/>
              <a:cxnLst/>
              <a:rect l="l" t="t" r="r" b="b"/>
              <a:pathLst>
                <a:path w="4281170" h="591820">
                  <a:moveTo>
                    <a:pt x="4182364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1"/>
                  </a:lnTo>
                  <a:lnTo>
                    <a:pt x="0" y="492760"/>
                  </a:lnTo>
                  <a:lnTo>
                    <a:pt x="7737" y="531143"/>
                  </a:lnTo>
                  <a:lnTo>
                    <a:pt x="28844" y="562467"/>
                  </a:lnTo>
                  <a:lnTo>
                    <a:pt x="60168" y="583574"/>
                  </a:lnTo>
                  <a:lnTo>
                    <a:pt x="98551" y="591312"/>
                  </a:lnTo>
                  <a:lnTo>
                    <a:pt x="4182364" y="591312"/>
                  </a:lnTo>
                  <a:lnTo>
                    <a:pt x="4220747" y="583574"/>
                  </a:lnTo>
                  <a:lnTo>
                    <a:pt x="4252071" y="562467"/>
                  </a:lnTo>
                  <a:lnTo>
                    <a:pt x="4273178" y="531143"/>
                  </a:lnTo>
                  <a:lnTo>
                    <a:pt x="4280916" y="492760"/>
                  </a:lnTo>
                  <a:lnTo>
                    <a:pt x="4280916" y="98551"/>
                  </a:lnTo>
                  <a:lnTo>
                    <a:pt x="4273178" y="60168"/>
                  </a:lnTo>
                  <a:lnTo>
                    <a:pt x="4252071" y="28844"/>
                  </a:lnTo>
                  <a:lnTo>
                    <a:pt x="4220747" y="7737"/>
                  </a:lnTo>
                  <a:lnTo>
                    <a:pt x="4182364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20740" y="2729483"/>
              <a:ext cx="4281170" cy="591820"/>
            </a:xfrm>
            <a:custGeom>
              <a:avLst/>
              <a:gdLst/>
              <a:ahLst/>
              <a:cxnLst/>
              <a:rect l="l" t="t" r="r" b="b"/>
              <a:pathLst>
                <a:path w="4281170" h="591820">
                  <a:moveTo>
                    <a:pt x="0" y="98551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4182364" y="0"/>
                  </a:lnTo>
                  <a:lnTo>
                    <a:pt x="4220747" y="7737"/>
                  </a:lnTo>
                  <a:lnTo>
                    <a:pt x="4252071" y="28844"/>
                  </a:lnTo>
                  <a:lnTo>
                    <a:pt x="4273178" y="60168"/>
                  </a:lnTo>
                  <a:lnTo>
                    <a:pt x="4280916" y="98551"/>
                  </a:lnTo>
                  <a:lnTo>
                    <a:pt x="4280916" y="492760"/>
                  </a:lnTo>
                  <a:lnTo>
                    <a:pt x="4273178" y="531143"/>
                  </a:lnTo>
                  <a:lnTo>
                    <a:pt x="4252071" y="562467"/>
                  </a:lnTo>
                  <a:lnTo>
                    <a:pt x="4220747" y="583574"/>
                  </a:lnTo>
                  <a:lnTo>
                    <a:pt x="4182364" y="591312"/>
                  </a:lnTo>
                  <a:lnTo>
                    <a:pt x="98551" y="591312"/>
                  </a:lnTo>
                  <a:lnTo>
                    <a:pt x="60168" y="583574"/>
                  </a:lnTo>
                  <a:lnTo>
                    <a:pt x="28844" y="562467"/>
                  </a:lnTo>
                  <a:lnTo>
                    <a:pt x="7737" y="531143"/>
                  </a:lnTo>
                  <a:lnTo>
                    <a:pt x="0" y="492760"/>
                  </a:lnTo>
                  <a:lnTo>
                    <a:pt x="0" y="9855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99175" y="2829560"/>
            <a:ext cx="8623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DML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608065" y="4311141"/>
            <a:ext cx="6130290" cy="1820545"/>
            <a:chOff x="5608065" y="4311141"/>
            <a:chExt cx="6130290" cy="1820545"/>
          </a:xfrm>
        </p:grpSpPr>
        <p:sp>
          <p:nvSpPr>
            <p:cNvPr id="15" name="object 15"/>
            <p:cNvSpPr/>
            <p:nvPr/>
          </p:nvSpPr>
          <p:spPr>
            <a:xfrm>
              <a:off x="5614415" y="4611623"/>
              <a:ext cx="6117590" cy="1513840"/>
            </a:xfrm>
            <a:custGeom>
              <a:avLst/>
              <a:gdLst/>
              <a:ahLst/>
              <a:cxnLst/>
              <a:rect l="l" t="t" r="r" b="b"/>
              <a:pathLst>
                <a:path w="6117590" h="1513839">
                  <a:moveTo>
                    <a:pt x="0" y="1513332"/>
                  </a:moveTo>
                  <a:lnTo>
                    <a:pt x="6117336" y="1513332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1513332"/>
                  </a:lnTo>
                  <a:close/>
                </a:path>
              </a:pathLst>
            </a:custGeom>
            <a:ln w="12699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20739" y="4317491"/>
              <a:ext cx="4281170" cy="589915"/>
            </a:xfrm>
            <a:custGeom>
              <a:avLst/>
              <a:gdLst/>
              <a:ahLst/>
              <a:cxnLst/>
              <a:rect l="l" t="t" r="r" b="b"/>
              <a:pathLst>
                <a:path w="4281170" h="589914">
                  <a:moveTo>
                    <a:pt x="4182617" y="0"/>
                  </a:moveTo>
                  <a:lnTo>
                    <a:pt x="98298" y="0"/>
                  </a:lnTo>
                  <a:lnTo>
                    <a:pt x="60061" y="7733"/>
                  </a:lnTo>
                  <a:lnTo>
                    <a:pt x="28813" y="28813"/>
                  </a:lnTo>
                  <a:lnTo>
                    <a:pt x="7733" y="60061"/>
                  </a:lnTo>
                  <a:lnTo>
                    <a:pt x="0" y="98297"/>
                  </a:lnTo>
                  <a:lnTo>
                    <a:pt x="0" y="491489"/>
                  </a:lnTo>
                  <a:lnTo>
                    <a:pt x="7733" y="529726"/>
                  </a:lnTo>
                  <a:lnTo>
                    <a:pt x="28813" y="560974"/>
                  </a:lnTo>
                  <a:lnTo>
                    <a:pt x="60061" y="582054"/>
                  </a:lnTo>
                  <a:lnTo>
                    <a:pt x="98298" y="589787"/>
                  </a:lnTo>
                  <a:lnTo>
                    <a:pt x="4182617" y="589787"/>
                  </a:lnTo>
                  <a:lnTo>
                    <a:pt x="4220854" y="582054"/>
                  </a:lnTo>
                  <a:lnTo>
                    <a:pt x="4252102" y="560974"/>
                  </a:lnTo>
                  <a:lnTo>
                    <a:pt x="4273182" y="529726"/>
                  </a:lnTo>
                  <a:lnTo>
                    <a:pt x="4280916" y="491489"/>
                  </a:lnTo>
                  <a:lnTo>
                    <a:pt x="4280916" y="98297"/>
                  </a:lnTo>
                  <a:lnTo>
                    <a:pt x="4273182" y="60061"/>
                  </a:lnTo>
                  <a:lnTo>
                    <a:pt x="4252102" y="28813"/>
                  </a:lnTo>
                  <a:lnTo>
                    <a:pt x="4220854" y="7733"/>
                  </a:lnTo>
                  <a:lnTo>
                    <a:pt x="4182617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20739" y="4317491"/>
              <a:ext cx="4281170" cy="589915"/>
            </a:xfrm>
            <a:custGeom>
              <a:avLst/>
              <a:gdLst/>
              <a:ahLst/>
              <a:cxnLst/>
              <a:rect l="l" t="t" r="r" b="b"/>
              <a:pathLst>
                <a:path w="4281170" h="589914">
                  <a:moveTo>
                    <a:pt x="0" y="98297"/>
                  </a:moveTo>
                  <a:lnTo>
                    <a:pt x="7733" y="60061"/>
                  </a:lnTo>
                  <a:lnTo>
                    <a:pt x="28813" y="28813"/>
                  </a:lnTo>
                  <a:lnTo>
                    <a:pt x="60061" y="7733"/>
                  </a:lnTo>
                  <a:lnTo>
                    <a:pt x="98298" y="0"/>
                  </a:lnTo>
                  <a:lnTo>
                    <a:pt x="4182617" y="0"/>
                  </a:lnTo>
                  <a:lnTo>
                    <a:pt x="4220854" y="7733"/>
                  </a:lnTo>
                  <a:lnTo>
                    <a:pt x="4252102" y="28813"/>
                  </a:lnTo>
                  <a:lnTo>
                    <a:pt x="4273182" y="60061"/>
                  </a:lnTo>
                  <a:lnTo>
                    <a:pt x="4280916" y="98297"/>
                  </a:lnTo>
                  <a:lnTo>
                    <a:pt x="4280916" y="491489"/>
                  </a:lnTo>
                  <a:lnTo>
                    <a:pt x="4273182" y="529726"/>
                  </a:lnTo>
                  <a:lnTo>
                    <a:pt x="4252102" y="560974"/>
                  </a:lnTo>
                  <a:lnTo>
                    <a:pt x="4220854" y="582054"/>
                  </a:lnTo>
                  <a:lnTo>
                    <a:pt x="4182617" y="589787"/>
                  </a:lnTo>
                  <a:lnTo>
                    <a:pt x="98298" y="589787"/>
                  </a:lnTo>
                  <a:lnTo>
                    <a:pt x="60061" y="582054"/>
                  </a:lnTo>
                  <a:lnTo>
                    <a:pt x="28813" y="560974"/>
                  </a:lnTo>
                  <a:lnTo>
                    <a:pt x="7733" y="529726"/>
                  </a:lnTo>
                  <a:lnTo>
                    <a:pt x="0" y="491489"/>
                  </a:lnTo>
                  <a:lnTo>
                    <a:pt x="0" y="982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077203" y="4416933"/>
            <a:ext cx="5194300" cy="152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Loss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Information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Content</a:t>
            </a:r>
            <a:endParaRPr sz="20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1600"/>
              </a:lnSpc>
              <a:spcBef>
                <a:spcPts val="2170"/>
              </a:spcBef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Does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deal</a:t>
            </a:r>
            <a:r>
              <a:rPr sz="2200" spc="1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1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actual</a:t>
            </a:r>
            <a:r>
              <a:rPr sz="2200" spc="1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data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values</a:t>
            </a:r>
            <a:r>
              <a:rPr sz="2200" spc="1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1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 </a:t>
            </a:r>
            <a:r>
              <a:rPr sz="2200" dirty="0">
                <a:latin typeface="Calibri"/>
                <a:cs typeface="Calibri"/>
              </a:rPr>
              <a:t>may</a:t>
            </a:r>
            <a:r>
              <a:rPr sz="2200" spc="290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285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be</a:t>
            </a:r>
            <a:r>
              <a:rPr sz="2200" spc="290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possible</a:t>
            </a:r>
            <a:r>
              <a:rPr sz="2200" spc="295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290" dirty="0">
                <a:latin typeface="Calibri"/>
                <a:cs typeface="Calibri"/>
              </a:rPr>
              <a:t>   </a:t>
            </a:r>
            <a:r>
              <a:rPr sz="2200" spc="-10" dirty="0">
                <a:latin typeface="Calibri"/>
                <a:cs typeface="Calibri"/>
              </a:rPr>
              <a:t>represent information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content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7E7E7E"/>
                </a:solidFill>
              </a:rPr>
              <a:t>54</a:t>
            </a:fld>
            <a:endParaRPr spc="-25" dirty="0">
              <a:solidFill>
                <a:srgbClr val="7E7E7E"/>
              </a:solidFill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00531" y="3044774"/>
            <a:ext cx="2760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latin typeface="Calibri Light"/>
                <a:cs typeface="Calibri Light"/>
              </a:rPr>
              <a:t>Object</a:t>
            </a:r>
            <a:r>
              <a:rPr sz="4000" spc="-185" dirty="0">
                <a:latin typeface="Calibri Light"/>
                <a:cs typeface="Calibri Light"/>
              </a:rPr>
              <a:t> </a:t>
            </a:r>
            <a:r>
              <a:rPr sz="4000" spc="-20" dirty="0">
                <a:latin typeface="Calibri Light"/>
                <a:cs typeface="Calibri Light"/>
              </a:rPr>
              <a:t>Model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97882" y="299415"/>
            <a:ext cx="7128509" cy="258762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indent="-228600" algn="just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Data</a:t>
            </a:r>
            <a:r>
              <a:rPr sz="2600" spc="5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5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stored</a:t>
            </a:r>
            <a:r>
              <a:rPr sz="2600" spc="5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5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form</a:t>
            </a:r>
            <a:r>
              <a:rPr sz="2600" spc="5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5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objects</a:t>
            </a:r>
            <a:r>
              <a:rPr sz="2600" spc="5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5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are </a:t>
            </a:r>
            <a:r>
              <a:rPr sz="2600" dirty="0">
                <a:latin typeface="Calibri"/>
                <a:cs typeface="Calibri"/>
              </a:rPr>
              <a:t>structures</a:t>
            </a:r>
            <a:r>
              <a:rPr sz="2600" spc="21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23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22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22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display</a:t>
            </a:r>
            <a:r>
              <a:rPr sz="2600" spc="22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25" dirty="0">
                <a:latin typeface="Calibri"/>
                <a:cs typeface="Calibri"/>
              </a:rPr>
              <a:t>  </a:t>
            </a:r>
            <a:r>
              <a:rPr sz="2600" spc="-20" dirty="0">
                <a:latin typeface="Calibri"/>
                <a:cs typeface="Calibri"/>
              </a:rPr>
              <a:t>data </a:t>
            </a:r>
            <a:r>
              <a:rPr sz="2600" dirty="0">
                <a:latin typeface="Calibri"/>
                <a:cs typeface="Calibri"/>
              </a:rPr>
              <a:t>within</a:t>
            </a:r>
            <a:r>
              <a:rPr sz="2600" spc="-25" dirty="0">
                <a:latin typeface="Calibri"/>
                <a:cs typeface="Calibri"/>
              </a:rPr>
              <a:t> it.</a:t>
            </a:r>
            <a:endParaRPr sz="26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Fields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instances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these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classes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objects.</a:t>
            </a:r>
            <a:endParaRPr sz="26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Used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Management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System.</a:t>
            </a:r>
            <a:endParaRPr sz="2600">
              <a:latin typeface="Calibri"/>
              <a:cs typeface="Calibri"/>
            </a:endParaRPr>
          </a:p>
          <a:p>
            <a:pPr marL="241300" indent="-228600" algn="just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DBMS</a:t>
            </a:r>
            <a:r>
              <a:rPr sz="2600" spc="50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developed</a:t>
            </a:r>
            <a:r>
              <a:rPr sz="2600" spc="509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49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50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OODBMS</a:t>
            </a:r>
            <a:r>
              <a:rPr sz="2600" spc="500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(Object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26482" y="2821051"/>
            <a:ext cx="562673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"/>
                <a:cs typeface="Calibri"/>
              </a:rPr>
              <a:t>Oriented</a:t>
            </a:r>
            <a:r>
              <a:rPr sz="2600" spc="-1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Management</a:t>
            </a:r>
            <a:r>
              <a:rPr sz="2600" spc="-10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System).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97882" y="3303854"/>
            <a:ext cx="712787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  <a:tab pos="1083945" algn="l"/>
                <a:tab pos="1752600" algn="l"/>
                <a:tab pos="2873375" algn="l"/>
                <a:tab pos="4199255" algn="l"/>
                <a:tab pos="6011545" algn="l"/>
                <a:tab pos="6826884" algn="l"/>
              </a:tabLst>
            </a:pPr>
            <a:r>
              <a:rPr sz="2600" spc="-25" dirty="0">
                <a:latin typeface="Calibri"/>
                <a:cs typeface="Calibri"/>
              </a:rPr>
              <a:t>OOD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can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handle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complex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applications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0" dirty="0">
                <a:latin typeface="Calibri"/>
                <a:cs typeface="Calibri"/>
              </a:rPr>
              <a:t>such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as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6482" y="3661028"/>
            <a:ext cx="68986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9700" algn="l"/>
                <a:tab pos="3376295" algn="l"/>
                <a:tab pos="5300980" algn="l"/>
              </a:tabLst>
            </a:pPr>
            <a:r>
              <a:rPr sz="2600" spc="-10" dirty="0">
                <a:latin typeface="Calibri"/>
                <a:cs typeface="Calibri"/>
              </a:rPr>
              <a:t>scientific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experiments,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geographical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information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97882" y="3929862"/>
            <a:ext cx="7128509" cy="254825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795"/>
              </a:spcBef>
            </a:pPr>
            <a:r>
              <a:rPr sz="2600" spc="-10" dirty="0">
                <a:latin typeface="Calibri"/>
                <a:cs typeface="Calibri"/>
              </a:rPr>
              <a:t>system</a:t>
            </a:r>
            <a:r>
              <a:rPr sz="2600" spc="-12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>
              <a:latin typeface="Calibri"/>
              <a:cs typeface="Calibri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Draws</a:t>
            </a:r>
            <a:r>
              <a:rPr sz="2600" spc="40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4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concept</a:t>
            </a:r>
            <a:r>
              <a:rPr sz="2600" spc="4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4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real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world</a:t>
            </a:r>
            <a:r>
              <a:rPr sz="2600" spc="4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objects</a:t>
            </a:r>
            <a:r>
              <a:rPr sz="2600" spc="4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which </a:t>
            </a:r>
            <a:r>
              <a:rPr sz="2600" dirty="0">
                <a:latin typeface="Calibri"/>
                <a:cs typeface="Calibri"/>
              </a:rPr>
              <a:t>deals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6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higher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level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objects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surrounding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data.</a:t>
            </a:r>
            <a:endParaRPr sz="26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281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Represents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terms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 objects, </a:t>
            </a:r>
            <a:r>
              <a:rPr sz="2600" spc="-10" dirty="0">
                <a:latin typeface="Calibri"/>
                <a:cs typeface="Calibri"/>
              </a:rPr>
              <a:t>attributes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their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behaviors.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23894" y="214630"/>
            <a:ext cx="47504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Calibri Light"/>
                <a:cs typeface="Calibri Light"/>
              </a:rPr>
              <a:t>Object</a:t>
            </a:r>
            <a:r>
              <a:rPr sz="4400" spc="-215" dirty="0">
                <a:latin typeface="Calibri Light"/>
                <a:cs typeface="Calibri Light"/>
              </a:rPr>
              <a:t> </a:t>
            </a:r>
            <a:r>
              <a:rPr sz="4400" spc="-20" dirty="0">
                <a:latin typeface="Calibri Light"/>
                <a:cs typeface="Calibri Light"/>
              </a:rPr>
              <a:t>Model</a:t>
            </a:r>
            <a:r>
              <a:rPr sz="4400" spc="-215" dirty="0">
                <a:latin typeface="Calibri Light"/>
                <a:cs typeface="Calibri Light"/>
              </a:rPr>
              <a:t> </a:t>
            </a:r>
            <a:r>
              <a:rPr sz="4400" spc="-25" dirty="0">
                <a:latin typeface="Calibri Light"/>
                <a:cs typeface="Calibri Light"/>
              </a:rPr>
              <a:t>Contd..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4450" y="1593850"/>
            <a:ext cx="7099300" cy="44323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10554" y="1844166"/>
            <a:ext cx="4667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937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7E7E7E"/>
                </a:solidFill>
              </a:rPr>
              <a:t>55</a:t>
            </a:fld>
            <a:endParaRPr spc="-25" dirty="0">
              <a:solidFill>
                <a:srgbClr val="7E7E7E"/>
              </a:soli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15681" y="4740402"/>
            <a:ext cx="3822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  <a:latin typeface="Calibri"/>
                <a:cs typeface="Calibri"/>
              </a:rPr>
              <a:t>Z</a:t>
            </a:r>
            <a:endParaRPr sz="6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2215" y="4587316"/>
            <a:ext cx="42164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0" dirty="0">
                <a:solidFill>
                  <a:srgbClr val="FFFFFF"/>
                </a:solidFill>
                <a:latin typeface="Calibri"/>
                <a:cs typeface="Calibri"/>
              </a:rPr>
              <a:t>X</a:t>
            </a:r>
            <a:endParaRPr sz="6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093335" cy="6858000"/>
          </a:xfrm>
          <a:custGeom>
            <a:avLst/>
            <a:gdLst/>
            <a:ahLst/>
            <a:cxnLst/>
            <a:rect l="l" t="t" r="r" b="b"/>
            <a:pathLst>
              <a:path w="5093335" h="6858000">
                <a:moveTo>
                  <a:pt x="5093208" y="0"/>
                </a:moveTo>
                <a:lnTo>
                  <a:pt x="0" y="0"/>
                </a:lnTo>
                <a:lnTo>
                  <a:pt x="0" y="6858000"/>
                </a:lnTo>
                <a:lnTo>
                  <a:pt x="5093208" y="6858000"/>
                </a:lnTo>
                <a:lnTo>
                  <a:pt x="5093208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03605" y="1985594"/>
            <a:ext cx="3489960" cy="258635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819"/>
              </a:spcBef>
            </a:pPr>
            <a:r>
              <a:rPr sz="6000" spc="-80" dirty="0">
                <a:solidFill>
                  <a:srgbClr val="FFFFFF"/>
                </a:solidFill>
                <a:latin typeface="Calibri Light"/>
                <a:cs typeface="Calibri Light"/>
              </a:rPr>
              <a:t>Advantages </a:t>
            </a:r>
            <a:r>
              <a:rPr sz="60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6000" spc="-13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6000" spc="-10" dirty="0">
                <a:solidFill>
                  <a:srgbClr val="FFFFFF"/>
                </a:solidFill>
                <a:latin typeface="Calibri Light"/>
                <a:cs typeface="Calibri Light"/>
              </a:rPr>
              <a:t>Object Model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8111" y="644651"/>
            <a:ext cx="6263640" cy="2684145"/>
          </a:xfrm>
          <a:custGeom>
            <a:avLst/>
            <a:gdLst/>
            <a:ahLst/>
            <a:cxnLst/>
            <a:rect l="l" t="t" r="r" b="b"/>
            <a:pathLst>
              <a:path w="6263640" h="2684145">
                <a:moveTo>
                  <a:pt x="5816345" y="0"/>
                </a:moveTo>
                <a:lnTo>
                  <a:pt x="447293" y="0"/>
                </a:lnTo>
                <a:lnTo>
                  <a:pt x="398559" y="2624"/>
                </a:lnTo>
                <a:lnTo>
                  <a:pt x="351344" y="10317"/>
                </a:lnTo>
                <a:lnTo>
                  <a:pt x="305921" y="22805"/>
                </a:lnTo>
                <a:lnTo>
                  <a:pt x="262563" y="39814"/>
                </a:lnTo>
                <a:lnTo>
                  <a:pt x="221544" y="61072"/>
                </a:lnTo>
                <a:lnTo>
                  <a:pt x="183136" y="86307"/>
                </a:lnTo>
                <a:lnTo>
                  <a:pt x="147611" y="115244"/>
                </a:lnTo>
                <a:lnTo>
                  <a:pt x="115244" y="147611"/>
                </a:lnTo>
                <a:lnTo>
                  <a:pt x="86307" y="183136"/>
                </a:lnTo>
                <a:lnTo>
                  <a:pt x="61072" y="221544"/>
                </a:lnTo>
                <a:lnTo>
                  <a:pt x="39814" y="262563"/>
                </a:lnTo>
                <a:lnTo>
                  <a:pt x="22805" y="305921"/>
                </a:lnTo>
                <a:lnTo>
                  <a:pt x="10317" y="351344"/>
                </a:lnTo>
                <a:lnTo>
                  <a:pt x="2624" y="398559"/>
                </a:lnTo>
                <a:lnTo>
                  <a:pt x="0" y="447294"/>
                </a:lnTo>
                <a:lnTo>
                  <a:pt x="0" y="2236470"/>
                </a:lnTo>
                <a:lnTo>
                  <a:pt x="2624" y="2285204"/>
                </a:lnTo>
                <a:lnTo>
                  <a:pt x="10317" y="2332419"/>
                </a:lnTo>
                <a:lnTo>
                  <a:pt x="22805" y="2377842"/>
                </a:lnTo>
                <a:lnTo>
                  <a:pt x="39814" y="2421200"/>
                </a:lnTo>
                <a:lnTo>
                  <a:pt x="61072" y="2462219"/>
                </a:lnTo>
                <a:lnTo>
                  <a:pt x="86307" y="2500627"/>
                </a:lnTo>
                <a:lnTo>
                  <a:pt x="115244" y="2536152"/>
                </a:lnTo>
                <a:lnTo>
                  <a:pt x="147611" y="2568519"/>
                </a:lnTo>
                <a:lnTo>
                  <a:pt x="183136" y="2597456"/>
                </a:lnTo>
                <a:lnTo>
                  <a:pt x="221544" y="2622691"/>
                </a:lnTo>
                <a:lnTo>
                  <a:pt x="262563" y="2643949"/>
                </a:lnTo>
                <a:lnTo>
                  <a:pt x="305921" y="2660958"/>
                </a:lnTo>
                <a:lnTo>
                  <a:pt x="351344" y="2673446"/>
                </a:lnTo>
                <a:lnTo>
                  <a:pt x="398559" y="2681139"/>
                </a:lnTo>
                <a:lnTo>
                  <a:pt x="447293" y="2683764"/>
                </a:lnTo>
                <a:lnTo>
                  <a:pt x="5816345" y="2683764"/>
                </a:lnTo>
                <a:lnTo>
                  <a:pt x="5865080" y="2681139"/>
                </a:lnTo>
                <a:lnTo>
                  <a:pt x="5912295" y="2673446"/>
                </a:lnTo>
                <a:lnTo>
                  <a:pt x="5957718" y="2660958"/>
                </a:lnTo>
                <a:lnTo>
                  <a:pt x="6001076" y="2643949"/>
                </a:lnTo>
                <a:lnTo>
                  <a:pt x="6042095" y="2622691"/>
                </a:lnTo>
                <a:lnTo>
                  <a:pt x="6080503" y="2597456"/>
                </a:lnTo>
                <a:lnTo>
                  <a:pt x="6116028" y="2568519"/>
                </a:lnTo>
                <a:lnTo>
                  <a:pt x="6148395" y="2536152"/>
                </a:lnTo>
                <a:lnTo>
                  <a:pt x="6177332" y="2500627"/>
                </a:lnTo>
                <a:lnTo>
                  <a:pt x="6202567" y="2462219"/>
                </a:lnTo>
                <a:lnTo>
                  <a:pt x="6223825" y="2421200"/>
                </a:lnTo>
                <a:lnTo>
                  <a:pt x="6240834" y="2377842"/>
                </a:lnTo>
                <a:lnTo>
                  <a:pt x="6253322" y="2332419"/>
                </a:lnTo>
                <a:lnTo>
                  <a:pt x="6261015" y="2285204"/>
                </a:lnTo>
                <a:lnTo>
                  <a:pt x="6263640" y="2236470"/>
                </a:lnTo>
                <a:lnTo>
                  <a:pt x="6263640" y="447294"/>
                </a:lnTo>
                <a:lnTo>
                  <a:pt x="6261015" y="398559"/>
                </a:lnTo>
                <a:lnTo>
                  <a:pt x="6253322" y="351344"/>
                </a:lnTo>
                <a:lnTo>
                  <a:pt x="6240834" y="305921"/>
                </a:lnTo>
                <a:lnTo>
                  <a:pt x="6223825" y="262563"/>
                </a:lnTo>
                <a:lnTo>
                  <a:pt x="6202567" y="221544"/>
                </a:lnTo>
                <a:lnTo>
                  <a:pt x="6177332" y="183136"/>
                </a:lnTo>
                <a:lnTo>
                  <a:pt x="6148395" y="147611"/>
                </a:lnTo>
                <a:lnTo>
                  <a:pt x="6116028" y="115244"/>
                </a:lnTo>
                <a:lnTo>
                  <a:pt x="6080503" y="86307"/>
                </a:lnTo>
                <a:lnTo>
                  <a:pt x="6042095" y="61072"/>
                </a:lnTo>
                <a:lnTo>
                  <a:pt x="6001076" y="39814"/>
                </a:lnTo>
                <a:lnTo>
                  <a:pt x="5957718" y="22805"/>
                </a:lnTo>
                <a:lnTo>
                  <a:pt x="5912295" y="10317"/>
                </a:lnTo>
                <a:lnTo>
                  <a:pt x="5865080" y="2624"/>
                </a:lnTo>
                <a:lnTo>
                  <a:pt x="5816345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5705602" y="825499"/>
            <a:ext cx="5779770" cy="222885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405"/>
              </a:spcBef>
            </a:pP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OO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3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3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clear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modular</a:t>
            </a:r>
            <a:r>
              <a:rPr sz="31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31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1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designing</a:t>
            </a:r>
            <a:r>
              <a:rPr sz="31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abstract</a:t>
            </a:r>
            <a:r>
              <a:rPr sz="31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31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types</a:t>
            </a:r>
            <a:r>
              <a:rPr sz="31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where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internal</a:t>
            </a:r>
            <a:r>
              <a:rPr sz="31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implementation</a:t>
            </a:r>
            <a:r>
              <a:rPr sz="31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details</a:t>
            </a:r>
            <a:r>
              <a:rPr sz="3100" spc="-1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"/>
                <a:cs typeface="Calibri"/>
              </a:rPr>
              <a:t>are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hidden.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68111" y="3416808"/>
            <a:ext cx="6263640" cy="2685415"/>
          </a:xfrm>
          <a:custGeom>
            <a:avLst/>
            <a:gdLst/>
            <a:ahLst/>
            <a:cxnLst/>
            <a:rect l="l" t="t" r="r" b="b"/>
            <a:pathLst>
              <a:path w="6263640" h="2685415">
                <a:moveTo>
                  <a:pt x="5816092" y="0"/>
                </a:moveTo>
                <a:lnTo>
                  <a:pt x="447548" y="0"/>
                </a:lnTo>
                <a:lnTo>
                  <a:pt x="398788" y="2626"/>
                </a:lnTo>
                <a:lnTo>
                  <a:pt x="351548" y="10324"/>
                </a:lnTo>
                <a:lnTo>
                  <a:pt x="306100" y="22819"/>
                </a:lnTo>
                <a:lnTo>
                  <a:pt x="262718" y="39839"/>
                </a:lnTo>
                <a:lnTo>
                  <a:pt x="221676" y="61110"/>
                </a:lnTo>
                <a:lnTo>
                  <a:pt x="183245" y="86359"/>
                </a:lnTo>
                <a:lnTo>
                  <a:pt x="147700" y="115314"/>
                </a:lnTo>
                <a:lnTo>
                  <a:pt x="115314" y="147700"/>
                </a:lnTo>
                <a:lnTo>
                  <a:pt x="86360" y="183245"/>
                </a:lnTo>
                <a:lnTo>
                  <a:pt x="61110" y="221676"/>
                </a:lnTo>
                <a:lnTo>
                  <a:pt x="39839" y="262718"/>
                </a:lnTo>
                <a:lnTo>
                  <a:pt x="22819" y="306100"/>
                </a:lnTo>
                <a:lnTo>
                  <a:pt x="10324" y="351548"/>
                </a:lnTo>
                <a:lnTo>
                  <a:pt x="2626" y="398788"/>
                </a:lnTo>
                <a:lnTo>
                  <a:pt x="0" y="447547"/>
                </a:lnTo>
                <a:lnTo>
                  <a:pt x="0" y="2237727"/>
                </a:lnTo>
                <a:lnTo>
                  <a:pt x="2626" y="2286493"/>
                </a:lnTo>
                <a:lnTo>
                  <a:pt x="10324" y="2333739"/>
                </a:lnTo>
                <a:lnTo>
                  <a:pt x="22819" y="2379190"/>
                </a:lnTo>
                <a:lnTo>
                  <a:pt x="39839" y="2422575"/>
                </a:lnTo>
                <a:lnTo>
                  <a:pt x="61110" y="2463619"/>
                </a:lnTo>
                <a:lnTo>
                  <a:pt x="86359" y="2502050"/>
                </a:lnTo>
                <a:lnTo>
                  <a:pt x="115314" y="2537595"/>
                </a:lnTo>
                <a:lnTo>
                  <a:pt x="147700" y="2569981"/>
                </a:lnTo>
                <a:lnTo>
                  <a:pt x="183245" y="2598934"/>
                </a:lnTo>
                <a:lnTo>
                  <a:pt x="221676" y="2624182"/>
                </a:lnTo>
                <a:lnTo>
                  <a:pt x="262718" y="2645452"/>
                </a:lnTo>
                <a:lnTo>
                  <a:pt x="306100" y="2662470"/>
                </a:lnTo>
                <a:lnTo>
                  <a:pt x="351548" y="2674965"/>
                </a:lnTo>
                <a:lnTo>
                  <a:pt x="398788" y="2682661"/>
                </a:lnTo>
                <a:lnTo>
                  <a:pt x="447548" y="2685287"/>
                </a:lnTo>
                <a:lnTo>
                  <a:pt x="5816092" y="2685287"/>
                </a:lnTo>
                <a:lnTo>
                  <a:pt x="5864851" y="2682661"/>
                </a:lnTo>
                <a:lnTo>
                  <a:pt x="5912091" y="2674965"/>
                </a:lnTo>
                <a:lnTo>
                  <a:pt x="5957539" y="2662470"/>
                </a:lnTo>
                <a:lnTo>
                  <a:pt x="6000921" y="2645452"/>
                </a:lnTo>
                <a:lnTo>
                  <a:pt x="6041963" y="2624182"/>
                </a:lnTo>
                <a:lnTo>
                  <a:pt x="6080394" y="2598934"/>
                </a:lnTo>
                <a:lnTo>
                  <a:pt x="6115939" y="2569981"/>
                </a:lnTo>
                <a:lnTo>
                  <a:pt x="6148325" y="2537595"/>
                </a:lnTo>
                <a:lnTo>
                  <a:pt x="6177279" y="2502050"/>
                </a:lnTo>
                <a:lnTo>
                  <a:pt x="6202529" y="2463619"/>
                </a:lnTo>
                <a:lnTo>
                  <a:pt x="6223800" y="2422575"/>
                </a:lnTo>
                <a:lnTo>
                  <a:pt x="6240820" y="2379190"/>
                </a:lnTo>
                <a:lnTo>
                  <a:pt x="6253315" y="2333739"/>
                </a:lnTo>
                <a:lnTo>
                  <a:pt x="6261013" y="2286493"/>
                </a:lnTo>
                <a:lnTo>
                  <a:pt x="6263640" y="2237727"/>
                </a:lnTo>
                <a:lnTo>
                  <a:pt x="6263640" y="447547"/>
                </a:lnTo>
                <a:lnTo>
                  <a:pt x="6261013" y="398788"/>
                </a:lnTo>
                <a:lnTo>
                  <a:pt x="6253315" y="351548"/>
                </a:lnTo>
                <a:lnTo>
                  <a:pt x="6240820" y="306100"/>
                </a:lnTo>
                <a:lnTo>
                  <a:pt x="6223800" y="262718"/>
                </a:lnTo>
                <a:lnTo>
                  <a:pt x="6202529" y="221676"/>
                </a:lnTo>
                <a:lnTo>
                  <a:pt x="6177279" y="183245"/>
                </a:lnTo>
                <a:lnTo>
                  <a:pt x="6148325" y="147700"/>
                </a:lnTo>
                <a:lnTo>
                  <a:pt x="6115939" y="115314"/>
                </a:lnTo>
                <a:lnTo>
                  <a:pt x="6080394" y="86360"/>
                </a:lnTo>
                <a:lnTo>
                  <a:pt x="6041963" y="61110"/>
                </a:lnTo>
                <a:lnTo>
                  <a:pt x="6000921" y="39839"/>
                </a:lnTo>
                <a:lnTo>
                  <a:pt x="5957539" y="22819"/>
                </a:lnTo>
                <a:lnTo>
                  <a:pt x="5912091" y="10324"/>
                </a:lnTo>
                <a:lnTo>
                  <a:pt x="5864851" y="2626"/>
                </a:lnTo>
                <a:lnTo>
                  <a:pt x="5816092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705602" y="3815588"/>
            <a:ext cx="5608320" cy="17957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 marR="5080">
              <a:lnSpc>
                <a:spcPts val="3410"/>
              </a:lnSpc>
              <a:spcBef>
                <a:spcPts val="465"/>
              </a:spcBef>
            </a:pP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31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1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maintain</a:t>
            </a:r>
            <a:r>
              <a:rPr sz="31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3100" spc="-1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modify existing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code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31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we</a:t>
            </a:r>
            <a:r>
              <a:rPr sz="31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create</a:t>
            </a:r>
            <a:r>
              <a:rPr sz="31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"/>
                <a:cs typeface="Calibri"/>
              </a:rPr>
              <a:t>new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3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small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dirty="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sz="3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1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3100" spc="-10" dirty="0">
                <a:solidFill>
                  <a:srgbClr val="FFFFFF"/>
                </a:solidFill>
                <a:latin typeface="Calibri"/>
                <a:cs typeface="Calibri"/>
              </a:rPr>
              <a:t>existing.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094211" y="6464909"/>
            <a:ext cx="1809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10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65759" y="2432126"/>
            <a:ext cx="2969260" cy="17767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4430"/>
              </a:lnSpc>
              <a:spcBef>
                <a:spcPts val="660"/>
              </a:spcBef>
            </a:pPr>
            <a:r>
              <a:rPr sz="4100" spc="-50" dirty="0">
                <a:solidFill>
                  <a:srgbClr val="FFFFFF"/>
                </a:solidFill>
                <a:latin typeface="Calibri Light"/>
                <a:cs typeface="Calibri Light"/>
              </a:rPr>
              <a:t>Disadvantages </a:t>
            </a:r>
            <a:r>
              <a:rPr sz="4100" dirty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sz="4100" spc="-125" dirty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sz="4100" spc="-10" dirty="0">
                <a:solidFill>
                  <a:srgbClr val="FFFFFF"/>
                </a:solidFill>
                <a:latin typeface="Calibri Light"/>
                <a:cs typeface="Calibri Light"/>
              </a:rPr>
              <a:t>Object Model</a:t>
            </a:r>
            <a:endParaRPr sz="4100">
              <a:latin typeface="Calibri Light"/>
              <a:cs typeface="Calibr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83860" y="2369946"/>
            <a:ext cx="6061075" cy="14433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883919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Often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provided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through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object-oriented 	</a:t>
            </a:r>
            <a:r>
              <a:rPr sz="2400" dirty="0">
                <a:latin typeface="Calibri"/>
                <a:cs typeface="Calibri"/>
              </a:rPr>
              <a:t>languages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C++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Java.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Practically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inapplicable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many 	</a:t>
            </a:r>
            <a:r>
              <a:rPr sz="2400" spc="-10" dirty="0">
                <a:latin typeface="Calibri"/>
                <a:cs typeface="Calibri"/>
              </a:rPr>
              <a:t>times.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57</a:t>
            </a:fld>
            <a:endParaRPr spc="-25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2001520"/>
          </a:xfrm>
          <a:custGeom>
            <a:avLst/>
            <a:gdLst/>
            <a:ahLst/>
            <a:cxnLst/>
            <a:rect l="l" t="t" r="r" b="b"/>
            <a:pathLst>
              <a:path w="12192000" h="2001520">
                <a:moveTo>
                  <a:pt x="12192000" y="0"/>
                </a:moveTo>
                <a:lnTo>
                  <a:pt x="0" y="0"/>
                </a:lnTo>
                <a:lnTo>
                  <a:pt x="0" y="2001012"/>
                </a:lnTo>
                <a:lnTo>
                  <a:pt x="12192000" y="2001012"/>
                </a:lnTo>
                <a:lnTo>
                  <a:pt x="12192000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3021" y="252476"/>
            <a:ext cx="682434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45" dirty="0">
                <a:solidFill>
                  <a:srgbClr val="FFFFFF"/>
                </a:solidFill>
              </a:rPr>
              <a:t>Evolution</a:t>
            </a:r>
            <a:r>
              <a:rPr sz="5400" spc="-215" dirty="0">
                <a:solidFill>
                  <a:srgbClr val="FFFFFF"/>
                </a:solidFill>
              </a:rPr>
              <a:t> </a:t>
            </a:r>
            <a:r>
              <a:rPr sz="5400" dirty="0">
                <a:solidFill>
                  <a:srgbClr val="FFFFFF"/>
                </a:solidFill>
              </a:rPr>
              <a:t>of</a:t>
            </a:r>
            <a:r>
              <a:rPr sz="5400" spc="-175" dirty="0">
                <a:solidFill>
                  <a:srgbClr val="FFFFFF"/>
                </a:solidFill>
              </a:rPr>
              <a:t> </a:t>
            </a:r>
            <a:r>
              <a:rPr sz="5400" spc="-20" dirty="0">
                <a:solidFill>
                  <a:srgbClr val="FFFFFF"/>
                </a:solidFill>
              </a:rPr>
              <a:t>Data</a:t>
            </a:r>
            <a:r>
              <a:rPr sz="5400" spc="-215" dirty="0">
                <a:solidFill>
                  <a:srgbClr val="FFFFFF"/>
                </a:solidFill>
              </a:rPr>
              <a:t> </a:t>
            </a:r>
            <a:r>
              <a:rPr sz="5400" spc="-10" dirty="0">
                <a:solidFill>
                  <a:srgbClr val="FFFFFF"/>
                </a:solidFill>
              </a:rPr>
              <a:t>Models</a:t>
            </a:r>
            <a:endParaRPr sz="540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58</a:t>
            </a:fld>
            <a:endParaRPr spc="-25" dirty="0">
              <a:solidFill>
                <a:srgbClr val="888888"/>
              </a:solidFill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31850" y="2324100"/>
          <a:ext cx="10604500" cy="3888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78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3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0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484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GENERATION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20" dirty="0">
                          <a:latin typeface="Calibri"/>
                          <a:cs typeface="Calibri"/>
                        </a:rPr>
                        <a:t>TIME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MODEL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COMMENTS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28575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4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First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1960s-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1970s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File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System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 marR="6991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mainly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on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IBM</a:t>
                      </a:r>
                      <a:r>
                        <a:rPr sz="1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mainframe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system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Managed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records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,not</a:t>
                      </a:r>
                      <a:r>
                        <a:rPr sz="17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relationships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28575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Second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1970s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Hierarchical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network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210947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Early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database</a:t>
                      </a:r>
                      <a:r>
                        <a:rPr sz="1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systems Navigational</a:t>
                      </a:r>
                      <a:r>
                        <a:rPr sz="17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access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995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Third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Mid-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1970s</a:t>
                      </a:r>
                      <a:r>
                        <a:rPr sz="17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 present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120" marR="9899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Object-oriented Extended Relational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complex</a:t>
                      </a:r>
                      <a:r>
                        <a:rPr sz="1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data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71755" marR="85979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Extended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relational</a:t>
                      </a:r>
                      <a:r>
                        <a:rPr sz="1700" spc="-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products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support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Objects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data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warehousing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  <a:solidFill>
                      <a:srgbClr val="A4A4A4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58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Next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Generation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Present</a:t>
                      </a:r>
                      <a:r>
                        <a:rPr sz="1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future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12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XML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 marR="11944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Organization</a:t>
                      </a:r>
                      <a:r>
                        <a:rPr sz="1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management</a:t>
                      </a:r>
                      <a:r>
                        <a:rPr sz="1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unstructured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data.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Relational</a:t>
                      </a:r>
                      <a:r>
                        <a:rPr sz="17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object</a:t>
                      </a:r>
                      <a:r>
                        <a:rPr sz="17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models</a:t>
                      </a:r>
                      <a:r>
                        <a:rPr sz="17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add</a:t>
                      </a:r>
                      <a:r>
                        <a:rPr sz="17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support</a:t>
                      </a:r>
                      <a:r>
                        <a:rPr sz="17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for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XML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documents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59</a:t>
            </a:fld>
            <a:endParaRPr spc="-25" dirty="0">
              <a:solidFill>
                <a:srgbClr val="888888"/>
              </a:solidFill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4365"/>
            <a:ext cx="661352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spc="-20" dirty="0"/>
              <a:t>Goals</a:t>
            </a:r>
            <a:r>
              <a:rPr sz="5200" spc="-190" dirty="0"/>
              <a:t> </a:t>
            </a:r>
            <a:r>
              <a:rPr sz="5200" dirty="0"/>
              <a:t>of</a:t>
            </a:r>
            <a:r>
              <a:rPr sz="5200" spc="-165" dirty="0"/>
              <a:t> </a:t>
            </a:r>
            <a:r>
              <a:rPr sz="5200" spc="-65" dirty="0"/>
              <a:t>Database</a:t>
            </a:r>
            <a:r>
              <a:rPr sz="5200" spc="-195" dirty="0"/>
              <a:t> </a:t>
            </a:r>
            <a:r>
              <a:rPr sz="5200" spc="-10" dirty="0"/>
              <a:t>Design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839724" y="2005583"/>
            <a:ext cx="3327400" cy="3991610"/>
          </a:xfrm>
          <a:prstGeom prst="rect">
            <a:avLst/>
          </a:prstGeom>
          <a:solidFill>
            <a:srgbClr val="5B9BD4"/>
          </a:solidFill>
          <a:ln w="12700">
            <a:solidFill>
              <a:srgbClr val="5B9BD4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1545"/>
              </a:spcBef>
            </a:pPr>
            <a:r>
              <a:rPr sz="6600" spc="-25" dirty="0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6600">
              <a:latin typeface="Calibri"/>
              <a:cs typeface="Calibri"/>
            </a:endParaRPr>
          </a:p>
          <a:p>
            <a:pPr marL="327660" marR="627380">
              <a:lnSpc>
                <a:spcPct val="91700"/>
              </a:lnSpc>
              <a:spcBef>
                <a:spcPts val="2960"/>
              </a:spcBef>
            </a:pPr>
            <a:r>
              <a:rPr sz="2100" spc="-9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full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fill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information requirements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application.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31791" y="2005583"/>
            <a:ext cx="3328670" cy="3991610"/>
          </a:xfrm>
          <a:prstGeom prst="rect">
            <a:avLst/>
          </a:prstGeom>
          <a:solidFill>
            <a:srgbClr val="4DC58D"/>
          </a:solidFill>
          <a:ln w="12700">
            <a:solidFill>
              <a:srgbClr val="4DC58D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545"/>
              </a:spcBef>
            </a:pPr>
            <a:r>
              <a:rPr sz="6600" spc="-25" dirty="0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6600">
              <a:latin typeface="Calibri"/>
              <a:cs typeface="Calibri"/>
            </a:endParaRPr>
          </a:p>
          <a:p>
            <a:pPr marL="329565" marR="440055">
              <a:lnSpc>
                <a:spcPct val="91600"/>
              </a:lnSpc>
              <a:spcBef>
                <a:spcPts val="2960"/>
              </a:spcBef>
            </a:pPr>
            <a:r>
              <a:rPr sz="2100" spc="-9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support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all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processing requirements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performance</a:t>
            </a:r>
            <a:r>
              <a:rPr sz="2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criteria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like</a:t>
            </a:r>
            <a:r>
              <a:rPr sz="21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response</a:t>
            </a:r>
            <a:r>
              <a:rPr sz="21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time, processing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storage</a:t>
            </a:r>
            <a:r>
              <a:rPr sz="21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space.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5383" y="2005583"/>
            <a:ext cx="3327400" cy="3991610"/>
          </a:xfrm>
          <a:prstGeom prst="rect">
            <a:avLst/>
          </a:prstGeom>
          <a:solidFill>
            <a:srgbClr val="6FAC46"/>
          </a:solidFill>
          <a:ln w="12700">
            <a:solidFill>
              <a:srgbClr val="6FAC46"/>
            </a:solidFill>
          </a:ln>
        </p:spPr>
        <p:txBody>
          <a:bodyPr vert="horz" wrap="square" lIns="0" tIns="196215" rIns="0" bIns="0" rtlCol="0">
            <a:spAutoFit/>
          </a:bodyPr>
          <a:lstStyle/>
          <a:p>
            <a:pPr marL="329565">
              <a:lnSpc>
                <a:spcPct val="100000"/>
              </a:lnSpc>
              <a:spcBef>
                <a:spcPts val="1545"/>
              </a:spcBef>
            </a:pPr>
            <a:r>
              <a:rPr sz="6600" spc="-25" dirty="0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6600">
              <a:latin typeface="Calibri"/>
              <a:cs typeface="Calibri"/>
            </a:endParaRPr>
          </a:p>
          <a:p>
            <a:pPr marL="329565" marR="401320">
              <a:lnSpc>
                <a:spcPct val="91600"/>
              </a:lnSpc>
              <a:spcBef>
                <a:spcPts val="2960"/>
              </a:spcBef>
            </a:pP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2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very</a:t>
            </a:r>
            <a:r>
              <a:rPr sz="21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1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understand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structure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1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1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100" spc="-10" dirty="0">
                <a:solidFill>
                  <a:srgbClr val="FFFFFF"/>
                </a:solidFill>
                <a:latin typeface="Calibri"/>
                <a:cs typeface="Calibri"/>
              </a:rPr>
              <a:t>information.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6939" y="634365"/>
            <a:ext cx="914146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200" dirty="0"/>
              <a:t>Phases</a:t>
            </a:r>
            <a:r>
              <a:rPr sz="5200" spc="-120" dirty="0"/>
              <a:t> </a:t>
            </a:r>
            <a:r>
              <a:rPr sz="5200" dirty="0"/>
              <a:t>of</a:t>
            </a:r>
            <a:r>
              <a:rPr sz="5200" spc="-135" dirty="0"/>
              <a:t> </a:t>
            </a:r>
            <a:r>
              <a:rPr sz="5200" spc="-10" dirty="0"/>
              <a:t>database</a:t>
            </a:r>
            <a:r>
              <a:rPr sz="5200" spc="-114" dirty="0"/>
              <a:t> </a:t>
            </a:r>
            <a:r>
              <a:rPr sz="5200" dirty="0"/>
              <a:t>design</a:t>
            </a:r>
            <a:r>
              <a:rPr sz="5200" spc="-125" dirty="0"/>
              <a:t> </a:t>
            </a:r>
            <a:r>
              <a:rPr sz="5200" spc="-10" dirty="0"/>
              <a:t>process</a:t>
            </a:r>
            <a:endParaRPr sz="5200"/>
          </a:p>
        </p:txBody>
      </p:sp>
      <p:grpSp>
        <p:nvGrpSpPr>
          <p:cNvPr id="3" name="object 3"/>
          <p:cNvGrpSpPr/>
          <p:nvPr/>
        </p:nvGrpSpPr>
        <p:grpSpPr>
          <a:xfrm>
            <a:off x="839469" y="1839214"/>
            <a:ext cx="3706495" cy="1833880"/>
            <a:chOff x="839469" y="1839214"/>
            <a:chExt cx="3706495" cy="1833880"/>
          </a:xfrm>
        </p:grpSpPr>
        <p:sp>
          <p:nvSpPr>
            <p:cNvPr id="4" name="object 4"/>
            <p:cNvSpPr/>
            <p:nvPr/>
          </p:nvSpPr>
          <p:spPr>
            <a:xfrm>
              <a:off x="845820" y="1845563"/>
              <a:ext cx="3700145" cy="1821180"/>
            </a:xfrm>
            <a:custGeom>
              <a:avLst/>
              <a:gdLst/>
              <a:ahLst/>
              <a:cxnLst/>
              <a:rect l="l" t="t" r="r" b="b"/>
              <a:pathLst>
                <a:path w="3700145" h="1821179">
                  <a:moveTo>
                    <a:pt x="3700145" y="911352"/>
                  </a:moveTo>
                  <a:lnTo>
                    <a:pt x="3689248" y="905002"/>
                  </a:lnTo>
                  <a:lnTo>
                    <a:pt x="3611499" y="859663"/>
                  </a:lnTo>
                  <a:lnTo>
                    <a:pt x="3607562" y="860679"/>
                  </a:lnTo>
                  <a:lnTo>
                    <a:pt x="3605784" y="863727"/>
                  </a:lnTo>
                  <a:lnTo>
                    <a:pt x="3604133" y="866775"/>
                  </a:lnTo>
                  <a:lnTo>
                    <a:pt x="3605149" y="870585"/>
                  </a:lnTo>
                  <a:lnTo>
                    <a:pt x="3608070" y="872363"/>
                  </a:lnTo>
                  <a:lnTo>
                    <a:pt x="3664000" y="905002"/>
                  </a:lnTo>
                  <a:lnTo>
                    <a:pt x="3034284" y="905002"/>
                  </a:lnTo>
                  <a:lnTo>
                    <a:pt x="3034284" y="0"/>
                  </a:lnTo>
                  <a:lnTo>
                    <a:pt x="0" y="0"/>
                  </a:lnTo>
                  <a:lnTo>
                    <a:pt x="0" y="1821180"/>
                  </a:lnTo>
                  <a:lnTo>
                    <a:pt x="3034284" y="1821180"/>
                  </a:lnTo>
                  <a:lnTo>
                    <a:pt x="3034284" y="917702"/>
                  </a:lnTo>
                  <a:lnTo>
                    <a:pt x="3664000" y="917702"/>
                  </a:lnTo>
                  <a:lnTo>
                    <a:pt x="3608070" y="950341"/>
                  </a:lnTo>
                  <a:lnTo>
                    <a:pt x="3605149" y="952119"/>
                  </a:lnTo>
                  <a:lnTo>
                    <a:pt x="3604133" y="955929"/>
                  </a:lnTo>
                  <a:lnTo>
                    <a:pt x="3605784" y="958977"/>
                  </a:lnTo>
                  <a:lnTo>
                    <a:pt x="3607562" y="962025"/>
                  </a:lnTo>
                  <a:lnTo>
                    <a:pt x="3611499" y="963041"/>
                  </a:lnTo>
                  <a:lnTo>
                    <a:pt x="3689248" y="917702"/>
                  </a:lnTo>
                  <a:lnTo>
                    <a:pt x="3700145" y="911352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5819" y="1845564"/>
              <a:ext cx="3034665" cy="1821180"/>
            </a:xfrm>
            <a:custGeom>
              <a:avLst/>
              <a:gdLst/>
              <a:ahLst/>
              <a:cxnLst/>
              <a:rect l="l" t="t" r="r" b="b"/>
              <a:pathLst>
                <a:path w="3034665" h="1821179">
                  <a:moveTo>
                    <a:pt x="0" y="1821180"/>
                  </a:moveTo>
                  <a:lnTo>
                    <a:pt x="3034284" y="1821180"/>
                  </a:lnTo>
                  <a:lnTo>
                    <a:pt x="3034284" y="0"/>
                  </a:lnTo>
                  <a:lnTo>
                    <a:pt x="0" y="0"/>
                  </a:lnTo>
                  <a:lnTo>
                    <a:pt x="0" y="18211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45819" y="1845564"/>
            <a:ext cx="3034665" cy="182118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79705" marR="169545" indent="-1270" algn="ctr">
              <a:lnSpc>
                <a:spcPct val="91600"/>
              </a:lnSpc>
              <a:spcBef>
                <a:spcPts val="182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must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know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system,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expectations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users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uses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application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detailed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manner.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71746" y="1839214"/>
            <a:ext cx="3706495" cy="1833880"/>
            <a:chOff x="4571746" y="1839214"/>
            <a:chExt cx="3706495" cy="1833880"/>
          </a:xfrm>
        </p:grpSpPr>
        <p:sp>
          <p:nvSpPr>
            <p:cNvPr id="8" name="object 8"/>
            <p:cNvSpPr/>
            <p:nvPr/>
          </p:nvSpPr>
          <p:spPr>
            <a:xfrm>
              <a:off x="7610856" y="2705227"/>
              <a:ext cx="667385" cy="103505"/>
            </a:xfrm>
            <a:custGeom>
              <a:avLst/>
              <a:gdLst/>
              <a:ahLst/>
              <a:cxnLst/>
              <a:rect l="l" t="t" r="r" b="b"/>
              <a:pathLst>
                <a:path w="667384" h="103505">
                  <a:moveTo>
                    <a:pt x="642148" y="51688"/>
                  </a:moveTo>
                  <a:lnTo>
                    <a:pt x="575310" y="90677"/>
                  </a:lnTo>
                  <a:lnTo>
                    <a:pt x="572389" y="92456"/>
                  </a:lnTo>
                  <a:lnTo>
                    <a:pt x="571373" y="96265"/>
                  </a:lnTo>
                  <a:lnTo>
                    <a:pt x="573024" y="99313"/>
                  </a:lnTo>
                  <a:lnTo>
                    <a:pt x="574801" y="102362"/>
                  </a:lnTo>
                  <a:lnTo>
                    <a:pt x="578739" y="103377"/>
                  </a:lnTo>
                  <a:lnTo>
                    <a:pt x="656494" y="58038"/>
                  </a:lnTo>
                  <a:lnTo>
                    <a:pt x="654812" y="58038"/>
                  </a:lnTo>
                  <a:lnTo>
                    <a:pt x="654812" y="57150"/>
                  </a:lnTo>
                  <a:lnTo>
                    <a:pt x="651510" y="57150"/>
                  </a:lnTo>
                  <a:lnTo>
                    <a:pt x="642148" y="51688"/>
                  </a:lnTo>
                  <a:close/>
                </a:path>
                <a:path w="667384" h="103505">
                  <a:moveTo>
                    <a:pt x="63126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631262" y="58038"/>
                  </a:lnTo>
                  <a:lnTo>
                    <a:pt x="642148" y="51688"/>
                  </a:lnTo>
                  <a:lnTo>
                    <a:pt x="631262" y="45338"/>
                  </a:lnTo>
                  <a:close/>
                </a:path>
                <a:path w="667384" h="103505">
                  <a:moveTo>
                    <a:pt x="656494" y="45338"/>
                  </a:moveTo>
                  <a:lnTo>
                    <a:pt x="654812" y="45338"/>
                  </a:lnTo>
                  <a:lnTo>
                    <a:pt x="654812" y="58038"/>
                  </a:lnTo>
                  <a:lnTo>
                    <a:pt x="656494" y="58038"/>
                  </a:lnTo>
                  <a:lnTo>
                    <a:pt x="667385" y="51688"/>
                  </a:lnTo>
                  <a:lnTo>
                    <a:pt x="656494" y="45338"/>
                  </a:lnTo>
                  <a:close/>
                </a:path>
                <a:path w="667384" h="103505">
                  <a:moveTo>
                    <a:pt x="651510" y="46227"/>
                  </a:moveTo>
                  <a:lnTo>
                    <a:pt x="642148" y="51688"/>
                  </a:lnTo>
                  <a:lnTo>
                    <a:pt x="651510" y="57150"/>
                  </a:lnTo>
                  <a:lnTo>
                    <a:pt x="651510" y="46227"/>
                  </a:lnTo>
                  <a:close/>
                </a:path>
                <a:path w="667384" h="103505">
                  <a:moveTo>
                    <a:pt x="654812" y="46227"/>
                  </a:moveTo>
                  <a:lnTo>
                    <a:pt x="651510" y="46227"/>
                  </a:lnTo>
                  <a:lnTo>
                    <a:pt x="651510" y="57150"/>
                  </a:lnTo>
                  <a:lnTo>
                    <a:pt x="654812" y="57150"/>
                  </a:lnTo>
                  <a:lnTo>
                    <a:pt x="654812" y="46227"/>
                  </a:lnTo>
                  <a:close/>
                </a:path>
                <a:path w="667384" h="103505">
                  <a:moveTo>
                    <a:pt x="578739" y="0"/>
                  </a:moveTo>
                  <a:lnTo>
                    <a:pt x="574801" y="1015"/>
                  </a:lnTo>
                  <a:lnTo>
                    <a:pt x="573024" y="4063"/>
                  </a:lnTo>
                  <a:lnTo>
                    <a:pt x="571373" y="7112"/>
                  </a:lnTo>
                  <a:lnTo>
                    <a:pt x="572389" y="10922"/>
                  </a:lnTo>
                  <a:lnTo>
                    <a:pt x="575310" y="12700"/>
                  </a:lnTo>
                  <a:lnTo>
                    <a:pt x="642148" y="51688"/>
                  </a:lnTo>
                  <a:lnTo>
                    <a:pt x="651510" y="46227"/>
                  </a:lnTo>
                  <a:lnTo>
                    <a:pt x="654812" y="46227"/>
                  </a:lnTo>
                  <a:lnTo>
                    <a:pt x="654812" y="45338"/>
                  </a:lnTo>
                  <a:lnTo>
                    <a:pt x="656494" y="45338"/>
                  </a:lnTo>
                  <a:lnTo>
                    <a:pt x="578739" y="0"/>
                  </a:lnTo>
                  <a:close/>
                </a:path>
              </a:pathLst>
            </a:custGeom>
            <a:solidFill>
              <a:srgbClr val="D77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8096" y="1845564"/>
              <a:ext cx="3035935" cy="1821180"/>
            </a:xfrm>
            <a:custGeom>
              <a:avLst/>
              <a:gdLst/>
              <a:ahLst/>
              <a:cxnLst/>
              <a:rect l="l" t="t" r="r" b="b"/>
              <a:pathLst>
                <a:path w="3035934" h="1821179">
                  <a:moveTo>
                    <a:pt x="3035807" y="0"/>
                  </a:moveTo>
                  <a:lnTo>
                    <a:pt x="0" y="0"/>
                  </a:lnTo>
                  <a:lnTo>
                    <a:pt x="0" y="1821180"/>
                  </a:lnTo>
                  <a:lnTo>
                    <a:pt x="3035807" y="1821180"/>
                  </a:lnTo>
                  <a:lnTo>
                    <a:pt x="3035807" y="0"/>
                  </a:lnTo>
                  <a:close/>
                </a:path>
              </a:pathLst>
            </a:custGeom>
            <a:solidFill>
              <a:srgbClr val="DC7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8096" y="1845564"/>
              <a:ext cx="3035935" cy="1821180"/>
            </a:xfrm>
            <a:custGeom>
              <a:avLst/>
              <a:gdLst/>
              <a:ahLst/>
              <a:cxnLst/>
              <a:rect l="l" t="t" r="r" b="b"/>
              <a:pathLst>
                <a:path w="3035934" h="1821179">
                  <a:moveTo>
                    <a:pt x="0" y="1821180"/>
                  </a:moveTo>
                  <a:lnTo>
                    <a:pt x="3035807" y="1821180"/>
                  </a:lnTo>
                  <a:lnTo>
                    <a:pt x="3035807" y="0"/>
                  </a:lnTo>
                  <a:lnTo>
                    <a:pt x="0" y="0"/>
                  </a:lnTo>
                  <a:lnTo>
                    <a:pt x="0" y="18211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78096" y="1845564"/>
            <a:ext cx="3035935" cy="182118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151130" marR="142875" algn="ctr">
              <a:lnSpc>
                <a:spcPct val="91600"/>
              </a:lnSpc>
              <a:spcBef>
                <a:spcPts val="1820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Check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requirements produced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previous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sz="1900" spc="3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characteristics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known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transactions.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312035" y="1839214"/>
            <a:ext cx="9040495" cy="2493645"/>
            <a:chOff x="2312035" y="1839214"/>
            <a:chExt cx="9040495" cy="2493645"/>
          </a:xfrm>
        </p:grpSpPr>
        <p:sp>
          <p:nvSpPr>
            <p:cNvPr id="13" name="object 13"/>
            <p:cNvSpPr/>
            <p:nvPr/>
          </p:nvSpPr>
          <p:spPr>
            <a:xfrm>
              <a:off x="2312035" y="3665220"/>
              <a:ext cx="7523480" cy="667385"/>
            </a:xfrm>
            <a:custGeom>
              <a:avLst/>
              <a:gdLst/>
              <a:ahLst/>
              <a:cxnLst/>
              <a:rect l="l" t="t" r="r" b="b"/>
              <a:pathLst>
                <a:path w="7523480" h="667385">
                  <a:moveTo>
                    <a:pt x="7112" y="571372"/>
                  </a:moveTo>
                  <a:lnTo>
                    <a:pt x="4063" y="573023"/>
                  </a:lnTo>
                  <a:lnTo>
                    <a:pt x="1015" y="574801"/>
                  </a:lnTo>
                  <a:lnTo>
                    <a:pt x="0" y="578738"/>
                  </a:lnTo>
                  <a:lnTo>
                    <a:pt x="51688" y="667384"/>
                  </a:lnTo>
                  <a:lnTo>
                    <a:pt x="59020" y="654811"/>
                  </a:lnTo>
                  <a:lnTo>
                    <a:pt x="45338" y="654811"/>
                  </a:lnTo>
                  <a:lnTo>
                    <a:pt x="45338" y="631262"/>
                  </a:lnTo>
                  <a:lnTo>
                    <a:pt x="12700" y="575309"/>
                  </a:lnTo>
                  <a:lnTo>
                    <a:pt x="10921" y="572388"/>
                  </a:lnTo>
                  <a:lnTo>
                    <a:pt x="7112" y="571372"/>
                  </a:lnTo>
                  <a:close/>
                </a:path>
                <a:path w="7523480" h="667385">
                  <a:moveTo>
                    <a:pt x="45338" y="631262"/>
                  </a:moveTo>
                  <a:lnTo>
                    <a:pt x="45338" y="654811"/>
                  </a:lnTo>
                  <a:lnTo>
                    <a:pt x="58038" y="654811"/>
                  </a:lnTo>
                  <a:lnTo>
                    <a:pt x="58038" y="651509"/>
                  </a:lnTo>
                  <a:lnTo>
                    <a:pt x="46227" y="651509"/>
                  </a:lnTo>
                  <a:lnTo>
                    <a:pt x="51688" y="642148"/>
                  </a:lnTo>
                  <a:lnTo>
                    <a:pt x="45338" y="631262"/>
                  </a:lnTo>
                  <a:close/>
                </a:path>
                <a:path w="7523480" h="667385">
                  <a:moveTo>
                    <a:pt x="96265" y="571372"/>
                  </a:moveTo>
                  <a:lnTo>
                    <a:pt x="92456" y="572388"/>
                  </a:lnTo>
                  <a:lnTo>
                    <a:pt x="90677" y="575309"/>
                  </a:lnTo>
                  <a:lnTo>
                    <a:pt x="58038" y="631262"/>
                  </a:lnTo>
                  <a:lnTo>
                    <a:pt x="58038" y="654811"/>
                  </a:lnTo>
                  <a:lnTo>
                    <a:pt x="59020" y="654811"/>
                  </a:lnTo>
                  <a:lnTo>
                    <a:pt x="103377" y="578738"/>
                  </a:lnTo>
                  <a:lnTo>
                    <a:pt x="102362" y="574801"/>
                  </a:lnTo>
                  <a:lnTo>
                    <a:pt x="99313" y="573023"/>
                  </a:lnTo>
                  <a:lnTo>
                    <a:pt x="96265" y="571372"/>
                  </a:lnTo>
                  <a:close/>
                </a:path>
                <a:path w="7523480" h="667385">
                  <a:moveTo>
                    <a:pt x="51688" y="642148"/>
                  </a:moveTo>
                  <a:lnTo>
                    <a:pt x="46227" y="651509"/>
                  </a:lnTo>
                  <a:lnTo>
                    <a:pt x="57150" y="651509"/>
                  </a:lnTo>
                  <a:lnTo>
                    <a:pt x="51688" y="642148"/>
                  </a:lnTo>
                  <a:close/>
                </a:path>
                <a:path w="7523480" h="667385">
                  <a:moveTo>
                    <a:pt x="58038" y="631262"/>
                  </a:moveTo>
                  <a:lnTo>
                    <a:pt x="51688" y="642148"/>
                  </a:lnTo>
                  <a:lnTo>
                    <a:pt x="57150" y="651509"/>
                  </a:lnTo>
                  <a:lnTo>
                    <a:pt x="58038" y="651509"/>
                  </a:lnTo>
                  <a:lnTo>
                    <a:pt x="58038" y="631262"/>
                  </a:lnTo>
                  <a:close/>
                </a:path>
                <a:path w="7523480" h="667385">
                  <a:moveTo>
                    <a:pt x="7510271" y="344423"/>
                  </a:moveTo>
                  <a:lnTo>
                    <a:pt x="45338" y="344423"/>
                  </a:lnTo>
                  <a:lnTo>
                    <a:pt x="45338" y="631262"/>
                  </a:lnTo>
                  <a:lnTo>
                    <a:pt x="51688" y="642148"/>
                  </a:lnTo>
                  <a:lnTo>
                    <a:pt x="58038" y="631262"/>
                  </a:lnTo>
                  <a:lnTo>
                    <a:pt x="58038" y="357123"/>
                  </a:lnTo>
                  <a:lnTo>
                    <a:pt x="51688" y="357123"/>
                  </a:lnTo>
                  <a:lnTo>
                    <a:pt x="58038" y="350773"/>
                  </a:lnTo>
                  <a:lnTo>
                    <a:pt x="7510271" y="350773"/>
                  </a:lnTo>
                  <a:lnTo>
                    <a:pt x="7510271" y="344423"/>
                  </a:lnTo>
                  <a:close/>
                </a:path>
                <a:path w="7523480" h="667385">
                  <a:moveTo>
                    <a:pt x="58038" y="350773"/>
                  </a:moveTo>
                  <a:lnTo>
                    <a:pt x="51688" y="357123"/>
                  </a:lnTo>
                  <a:lnTo>
                    <a:pt x="58038" y="357123"/>
                  </a:lnTo>
                  <a:lnTo>
                    <a:pt x="58038" y="350773"/>
                  </a:lnTo>
                  <a:close/>
                </a:path>
                <a:path w="7523480" h="667385">
                  <a:moveTo>
                    <a:pt x="7522971" y="344423"/>
                  </a:moveTo>
                  <a:lnTo>
                    <a:pt x="7516621" y="344423"/>
                  </a:lnTo>
                  <a:lnTo>
                    <a:pt x="7510271" y="350773"/>
                  </a:lnTo>
                  <a:lnTo>
                    <a:pt x="58038" y="350773"/>
                  </a:lnTo>
                  <a:lnTo>
                    <a:pt x="58038" y="357123"/>
                  </a:lnTo>
                  <a:lnTo>
                    <a:pt x="7522971" y="357123"/>
                  </a:lnTo>
                  <a:lnTo>
                    <a:pt x="7522971" y="344423"/>
                  </a:lnTo>
                  <a:close/>
                </a:path>
                <a:path w="7523480" h="667385">
                  <a:moveTo>
                    <a:pt x="7522971" y="0"/>
                  </a:moveTo>
                  <a:lnTo>
                    <a:pt x="7510271" y="0"/>
                  </a:lnTo>
                  <a:lnTo>
                    <a:pt x="7510271" y="350773"/>
                  </a:lnTo>
                  <a:lnTo>
                    <a:pt x="7516621" y="344423"/>
                  </a:lnTo>
                  <a:lnTo>
                    <a:pt x="7522971" y="344423"/>
                  </a:lnTo>
                  <a:lnTo>
                    <a:pt x="7522971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11895" y="1845564"/>
              <a:ext cx="3034665" cy="1821180"/>
            </a:xfrm>
            <a:custGeom>
              <a:avLst/>
              <a:gdLst/>
              <a:ahLst/>
              <a:cxnLst/>
              <a:rect l="l" t="t" r="r" b="b"/>
              <a:pathLst>
                <a:path w="3034665" h="1821179">
                  <a:moveTo>
                    <a:pt x="3034283" y="0"/>
                  </a:moveTo>
                  <a:lnTo>
                    <a:pt x="0" y="0"/>
                  </a:lnTo>
                  <a:lnTo>
                    <a:pt x="0" y="1821180"/>
                  </a:lnTo>
                  <a:lnTo>
                    <a:pt x="3034283" y="1821180"/>
                  </a:lnTo>
                  <a:lnTo>
                    <a:pt x="3034283" y="0"/>
                  </a:lnTo>
                  <a:close/>
                </a:path>
              </a:pathLst>
            </a:custGeom>
            <a:solidFill>
              <a:srgbClr val="CC7C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11895" y="1845564"/>
              <a:ext cx="3034665" cy="1821180"/>
            </a:xfrm>
            <a:custGeom>
              <a:avLst/>
              <a:gdLst/>
              <a:ahLst/>
              <a:cxnLst/>
              <a:rect l="l" t="t" r="r" b="b"/>
              <a:pathLst>
                <a:path w="3034665" h="1821179">
                  <a:moveTo>
                    <a:pt x="0" y="1821180"/>
                  </a:moveTo>
                  <a:lnTo>
                    <a:pt x="3034283" y="1821180"/>
                  </a:lnTo>
                  <a:lnTo>
                    <a:pt x="3034283" y="0"/>
                  </a:lnTo>
                  <a:lnTo>
                    <a:pt x="0" y="0"/>
                  </a:lnTo>
                  <a:lnTo>
                    <a:pt x="0" y="182118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8311895" y="1845564"/>
            <a:ext cx="3034665" cy="1821180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55"/>
              </a:spcBef>
            </a:pPr>
            <a:endParaRPr sz="1900">
              <a:latin typeface="Times New Roman"/>
              <a:cs typeface="Times New Roman"/>
            </a:endParaRPr>
          </a:p>
          <a:p>
            <a:pPr marL="252095" marR="244475" indent="284480">
              <a:lnSpc>
                <a:spcPts val="2090"/>
              </a:lnSpc>
              <a:spcBef>
                <a:spcPts val="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choice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DBMS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depends</a:t>
            </a:r>
            <a:r>
              <a:rPr sz="19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upon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factors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like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technical,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economical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839469" y="4358385"/>
            <a:ext cx="3706495" cy="1833880"/>
            <a:chOff x="839469" y="4358385"/>
            <a:chExt cx="3706495" cy="1833880"/>
          </a:xfrm>
        </p:grpSpPr>
        <p:sp>
          <p:nvSpPr>
            <p:cNvPr id="18" name="object 18"/>
            <p:cNvSpPr/>
            <p:nvPr/>
          </p:nvSpPr>
          <p:spPr>
            <a:xfrm>
              <a:off x="3878580" y="5222874"/>
              <a:ext cx="667385" cy="103505"/>
            </a:xfrm>
            <a:custGeom>
              <a:avLst/>
              <a:gdLst/>
              <a:ahLst/>
              <a:cxnLst/>
              <a:rect l="l" t="t" r="r" b="b"/>
              <a:pathLst>
                <a:path w="667385" h="103504">
                  <a:moveTo>
                    <a:pt x="642148" y="51688"/>
                  </a:moveTo>
                  <a:lnTo>
                    <a:pt x="575310" y="90678"/>
                  </a:lnTo>
                  <a:lnTo>
                    <a:pt x="572389" y="92456"/>
                  </a:lnTo>
                  <a:lnTo>
                    <a:pt x="571373" y="96265"/>
                  </a:lnTo>
                  <a:lnTo>
                    <a:pt x="573024" y="99313"/>
                  </a:lnTo>
                  <a:lnTo>
                    <a:pt x="574802" y="102362"/>
                  </a:lnTo>
                  <a:lnTo>
                    <a:pt x="578739" y="103378"/>
                  </a:lnTo>
                  <a:lnTo>
                    <a:pt x="656494" y="58038"/>
                  </a:lnTo>
                  <a:lnTo>
                    <a:pt x="654812" y="58038"/>
                  </a:lnTo>
                  <a:lnTo>
                    <a:pt x="654812" y="57150"/>
                  </a:lnTo>
                  <a:lnTo>
                    <a:pt x="651510" y="57150"/>
                  </a:lnTo>
                  <a:lnTo>
                    <a:pt x="642148" y="51688"/>
                  </a:lnTo>
                  <a:close/>
                </a:path>
                <a:path w="667385" h="103504">
                  <a:moveTo>
                    <a:pt x="63126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631262" y="58038"/>
                  </a:lnTo>
                  <a:lnTo>
                    <a:pt x="642148" y="51688"/>
                  </a:lnTo>
                  <a:lnTo>
                    <a:pt x="631262" y="45338"/>
                  </a:lnTo>
                  <a:close/>
                </a:path>
                <a:path w="667385" h="103504">
                  <a:moveTo>
                    <a:pt x="656494" y="45338"/>
                  </a:moveTo>
                  <a:lnTo>
                    <a:pt x="654812" y="45338"/>
                  </a:lnTo>
                  <a:lnTo>
                    <a:pt x="654812" y="58038"/>
                  </a:lnTo>
                  <a:lnTo>
                    <a:pt x="656494" y="58038"/>
                  </a:lnTo>
                  <a:lnTo>
                    <a:pt x="667385" y="51688"/>
                  </a:lnTo>
                  <a:lnTo>
                    <a:pt x="656494" y="45338"/>
                  </a:lnTo>
                  <a:close/>
                </a:path>
                <a:path w="667385" h="103504">
                  <a:moveTo>
                    <a:pt x="651510" y="46228"/>
                  </a:moveTo>
                  <a:lnTo>
                    <a:pt x="642148" y="51688"/>
                  </a:lnTo>
                  <a:lnTo>
                    <a:pt x="651510" y="57150"/>
                  </a:lnTo>
                  <a:lnTo>
                    <a:pt x="651510" y="46228"/>
                  </a:lnTo>
                  <a:close/>
                </a:path>
                <a:path w="667385" h="103504">
                  <a:moveTo>
                    <a:pt x="654812" y="46228"/>
                  </a:moveTo>
                  <a:lnTo>
                    <a:pt x="651510" y="46228"/>
                  </a:lnTo>
                  <a:lnTo>
                    <a:pt x="651510" y="57150"/>
                  </a:lnTo>
                  <a:lnTo>
                    <a:pt x="654812" y="57150"/>
                  </a:lnTo>
                  <a:lnTo>
                    <a:pt x="654812" y="46228"/>
                  </a:lnTo>
                  <a:close/>
                </a:path>
                <a:path w="667385" h="103504">
                  <a:moveTo>
                    <a:pt x="578739" y="0"/>
                  </a:moveTo>
                  <a:lnTo>
                    <a:pt x="574802" y="1016"/>
                  </a:lnTo>
                  <a:lnTo>
                    <a:pt x="573024" y="4063"/>
                  </a:lnTo>
                  <a:lnTo>
                    <a:pt x="571373" y="7112"/>
                  </a:lnTo>
                  <a:lnTo>
                    <a:pt x="572389" y="10921"/>
                  </a:lnTo>
                  <a:lnTo>
                    <a:pt x="575310" y="12700"/>
                  </a:lnTo>
                  <a:lnTo>
                    <a:pt x="642148" y="51688"/>
                  </a:lnTo>
                  <a:lnTo>
                    <a:pt x="651510" y="46228"/>
                  </a:lnTo>
                  <a:lnTo>
                    <a:pt x="654812" y="46228"/>
                  </a:lnTo>
                  <a:lnTo>
                    <a:pt x="654812" y="45338"/>
                  </a:lnTo>
                  <a:lnTo>
                    <a:pt x="656494" y="45338"/>
                  </a:lnTo>
                  <a:lnTo>
                    <a:pt x="578739" y="0"/>
                  </a:lnTo>
                  <a:close/>
                </a:path>
              </a:pathLst>
            </a:custGeom>
            <a:solidFill>
              <a:srgbClr val="B49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45819" y="4364735"/>
              <a:ext cx="3034665" cy="1821180"/>
            </a:xfrm>
            <a:custGeom>
              <a:avLst/>
              <a:gdLst/>
              <a:ahLst/>
              <a:cxnLst/>
              <a:rect l="l" t="t" r="r" b="b"/>
              <a:pathLst>
                <a:path w="3034665" h="1821179">
                  <a:moveTo>
                    <a:pt x="3034284" y="0"/>
                  </a:moveTo>
                  <a:lnTo>
                    <a:pt x="0" y="0"/>
                  </a:lnTo>
                  <a:lnTo>
                    <a:pt x="0" y="1821179"/>
                  </a:lnTo>
                  <a:lnTo>
                    <a:pt x="3034284" y="1821179"/>
                  </a:lnTo>
                  <a:lnTo>
                    <a:pt x="3034284" y="0"/>
                  </a:lnTo>
                  <a:close/>
                </a:path>
              </a:pathLst>
            </a:custGeom>
            <a:solidFill>
              <a:srgbClr val="BC857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45819" y="4364735"/>
              <a:ext cx="3034665" cy="1821180"/>
            </a:xfrm>
            <a:custGeom>
              <a:avLst/>
              <a:gdLst/>
              <a:ahLst/>
              <a:cxnLst/>
              <a:rect l="l" t="t" r="r" b="b"/>
              <a:pathLst>
                <a:path w="3034665" h="1821179">
                  <a:moveTo>
                    <a:pt x="0" y="1821179"/>
                  </a:moveTo>
                  <a:lnTo>
                    <a:pt x="3034284" y="1821179"/>
                  </a:lnTo>
                  <a:lnTo>
                    <a:pt x="3034284" y="0"/>
                  </a:lnTo>
                  <a:lnTo>
                    <a:pt x="0" y="0"/>
                  </a:lnTo>
                  <a:lnTo>
                    <a:pt x="0" y="182117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45819" y="4364735"/>
            <a:ext cx="3034665" cy="18211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1900">
              <a:latin typeface="Times New Roman"/>
              <a:cs typeface="Times New Roman"/>
            </a:endParaRPr>
          </a:p>
          <a:p>
            <a:pPr marL="220979" marR="213995" algn="ctr">
              <a:lnSpc>
                <a:spcPct val="9160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abstractions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real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1900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gives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idea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will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work.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571746" y="4358385"/>
            <a:ext cx="3706495" cy="1833880"/>
            <a:chOff x="4571746" y="4358385"/>
            <a:chExt cx="3706495" cy="1833880"/>
          </a:xfrm>
        </p:grpSpPr>
        <p:sp>
          <p:nvSpPr>
            <p:cNvPr id="23" name="object 23"/>
            <p:cNvSpPr/>
            <p:nvPr/>
          </p:nvSpPr>
          <p:spPr>
            <a:xfrm>
              <a:off x="7610856" y="5222874"/>
              <a:ext cx="667385" cy="103505"/>
            </a:xfrm>
            <a:custGeom>
              <a:avLst/>
              <a:gdLst/>
              <a:ahLst/>
              <a:cxnLst/>
              <a:rect l="l" t="t" r="r" b="b"/>
              <a:pathLst>
                <a:path w="667384" h="103504">
                  <a:moveTo>
                    <a:pt x="642148" y="51688"/>
                  </a:moveTo>
                  <a:lnTo>
                    <a:pt x="575310" y="90678"/>
                  </a:lnTo>
                  <a:lnTo>
                    <a:pt x="572389" y="92456"/>
                  </a:lnTo>
                  <a:lnTo>
                    <a:pt x="571373" y="96265"/>
                  </a:lnTo>
                  <a:lnTo>
                    <a:pt x="573024" y="99313"/>
                  </a:lnTo>
                  <a:lnTo>
                    <a:pt x="574801" y="102362"/>
                  </a:lnTo>
                  <a:lnTo>
                    <a:pt x="578739" y="103378"/>
                  </a:lnTo>
                  <a:lnTo>
                    <a:pt x="656494" y="58038"/>
                  </a:lnTo>
                  <a:lnTo>
                    <a:pt x="654812" y="58038"/>
                  </a:lnTo>
                  <a:lnTo>
                    <a:pt x="654812" y="57150"/>
                  </a:lnTo>
                  <a:lnTo>
                    <a:pt x="651510" y="57150"/>
                  </a:lnTo>
                  <a:lnTo>
                    <a:pt x="642148" y="51688"/>
                  </a:lnTo>
                  <a:close/>
                </a:path>
                <a:path w="667384" h="103504">
                  <a:moveTo>
                    <a:pt x="631262" y="45338"/>
                  </a:moveTo>
                  <a:lnTo>
                    <a:pt x="0" y="45338"/>
                  </a:lnTo>
                  <a:lnTo>
                    <a:pt x="0" y="58038"/>
                  </a:lnTo>
                  <a:lnTo>
                    <a:pt x="631262" y="58038"/>
                  </a:lnTo>
                  <a:lnTo>
                    <a:pt x="642148" y="51688"/>
                  </a:lnTo>
                  <a:lnTo>
                    <a:pt x="631262" y="45338"/>
                  </a:lnTo>
                  <a:close/>
                </a:path>
                <a:path w="667384" h="103504">
                  <a:moveTo>
                    <a:pt x="656494" y="45338"/>
                  </a:moveTo>
                  <a:lnTo>
                    <a:pt x="654812" y="45338"/>
                  </a:lnTo>
                  <a:lnTo>
                    <a:pt x="654812" y="58038"/>
                  </a:lnTo>
                  <a:lnTo>
                    <a:pt x="656494" y="58038"/>
                  </a:lnTo>
                  <a:lnTo>
                    <a:pt x="667385" y="51688"/>
                  </a:lnTo>
                  <a:lnTo>
                    <a:pt x="656494" y="45338"/>
                  </a:lnTo>
                  <a:close/>
                </a:path>
                <a:path w="667384" h="103504">
                  <a:moveTo>
                    <a:pt x="651510" y="46228"/>
                  </a:moveTo>
                  <a:lnTo>
                    <a:pt x="642148" y="51688"/>
                  </a:lnTo>
                  <a:lnTo>
                    <a:pt x="651510" y="57150"/>
                  </a:lnTo>
                  <a:lnTo>
                    <a:pt x="651510" y="46228"/>
                  </a:lnTo>
                  <a:close/>
                </a:path>
                <a:path w="667384" h="103504">
                  <a:moveTo>
                    <a:pt x="654812" y="46228"/>
                  </a:moveTo>
                  <a:lnTo>
                    <a:pt x="651510" y="46228"/>
                  </a:lnTo>
                  <a:lnTo>
                    <a:pt x="651510" y="57150"/>
                  </a:lnTo>
                  <a:lnTo>
                    <a:pt x="654812" y="57150"/>
                  </a:lnTo>
                  <a:lnTo>
                    <a:pt x="654812" y="46228"/>
                  </a:lnTo>
                  <a:close/>
                </a:path>
                <a:path w="667384" h="103504">
                  <a:moveTo>
                    <a:pt x="578739" y="0"/>
                  </a:moveTo>
                  <a:lnTo>
                    <a:pt x="574801" y="1016"/>
                  </a:lnTo>
                  <a:lnTo>
                    <a:pt x="573024" y="4063"/>
                  </a:lnTo>
                  <a:lnTo>
                    <a:pt x="571373" y="7112"/>
                  </a:lnTo>
                  <a:lnTo>
                    <a:pt x="572389" y="10921"/>
                  </a:lnTo>
                  <a:lnTo>
                    <a:pt x="575310" y="12700"/>
                  </a:lnTo>
                  <a:lnTo>
                    <a:pt x="642148" y="51688"/>
                  </a:lnTo>
                  <a:lnTo>
                    <a:pt x="651510" y="46228"/>
                  </a:lnTo>
                  <a:lnTo>
                    <a:pt x="654812" y="46228"/>
                  </a:lnTo>
                  <a:lnTo>
                    <a:pt x="654812" y="45338"/>
                  </a:lnTo>
                  <a:lnTo>
                    <a:pt x="656494" y="45338"/>
                  </a:lnTo>
                  <a:lnTo>
                    <a:pt x="578739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78096" y="4364735"/>
              <a:ext cx="3035935" cy="1821180"/>
            </a:xfrm>
            <a:custGeom>
              <a:avLst/>
              <a:gdLst/>
              <a:ahLst/>
              <a:cxnLst/>
              <a:rect l="l" t="t" r="r" b="b"/>
              <a:pathLst>
                <a:path w="3035934" h="1821179">
                  <a:moveTo>
                    <a:pt x="3035807" y="0"/>
                  </a:moveTo>
                  <a:lnTo>
                    <a:pt x="0" y="0"/>
                  </a:lnTo>
                  <a:lnTo>
                    <a:pt x="0" y="1821179"/>
                  </a:lnTo>
                  <a:lnTo>
                    <a:pt x="3035807" y="1821179"/>
                  </a:lnTo>
                  <a:lnTo>
                    <a:pt x="3035807" y="0"/>
                  </a:lnTo>
                  <a:close/>
                </a:path>
              </a:pathLst>
            </a:custGeom>
            <a:solidFill>
              <a:srgbClr val="AF92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78096" y="4364735"/>
              <a:ext cx="3035935" cy="1821180"/>
            </a:xfrm>
            <a:custGeom>
              <a:avLst/>
              <a:gdLst/>
              <a:ahLst/>
              <a:cxnLst/>
              <a:rect l="l" t="t" r="r" b="b"/>
              <a:pathLst>
                <a:path w="3035934" h="1821179">
                  <a:moveTo>
                    <a:pt x="0" y="1821179"/>
                  </a:moveTo>
                  <a:lnTo>
                    <a:pt x="3035807" y="1821179"/>
                  </a:lnTo>
                  <a:lnTo>
                    <a:pt x="3035807" y="0"/>
                  </a:lnTo>
                  <a:lnTo>
                    <a:pt x="0" y="0"/>
                  </a:lnTo>
                  <a:lnTo>
                    <a:pt x="0" y="1821179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578096" y="4364735"/>
            <a:ext cx="3035935" cy="18211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1900">
              <a:latin typeface="Times New Roman"/>
              <a:cs typeface="Times New Roman"/>
            </a:endParaRPr>
          </a:p>
          <a:p>
            <a:pPr marL="314325" marR="306070" algn="ctr">
              <a:lnSpc>
                <a:spcPct val="9160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Select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structure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paths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files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9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achieve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good</a:t>
            </a:r>
            <a:r>
              <a:rPr sz="19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performance.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60</a:t>
            </a:fld>
            <a:endParaRPr spc="-25" dirty="0">
              <a:solidFill>
                <a:srgbClr val="888888"/>
              </a:solidFill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311895" y="4364735"/>
            <a:ext cx="3034665" cy="1821180"/>
          </a:xfrm>
          <a:prstGeom prst="rect">
            <a:avLst/>
          </a:prstGeom>
          <a:solidFill>
            <a:srgbClr val="A4A4A4"/>
          </a:solidFill>
        </p:spPr>
        <p:txBody>
          <a:bodyPr vert="horz" wrap="square" lIns="0" tIns="857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75"/>
              </a:spcBef>
            </a:pPr>
            <a:endParaRPr sz="1900">
              <a:latin typeface="Times New Roman"/>
              <a:cs typeface="Times New Roman"/>
            </a:endParaRPr>
          </a:p>
          <a:p>
            <a:pPr marL="232410" marR="225425" algn="ctr">
              <a:lnSpc>
                <a:spcPct val="91600"/>
              </a:lnSpc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system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9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implemented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after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logical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physical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design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implemented.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055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5B9BD4"/>
                </a:solidFill>
              </a:rPr>
              <a:t>Overview</a:t>
            </a:r>
            <a:r>
              <a:rPr sz="5400" spc="-75" dirty="0">
                <a:solidFill>
                  <a:srgbClr val="5B9BD4"/>
                </a:solidFill>
              </a:rPr>
              <a:t> </a:t>
            </a:r>
            <a:r>
              <a:rPr sz="5400" dirty="0">
                <a:solidFill>
                  <a:srgbClr val="5B9BD4"/>
                </a:solidFill>
              </a:rPr>
              <a:t>of</a:t>
            </a:r>
            <a:r>
              <a:rPr sz="5400" spc="-60" dirty="0">
                <a:solidFill>
                  <a:srgbClr val="5B9BD4"/>
                </a:solidFill>
              </a:rPr>
              <a:t> </a:t>
            </a:r>
            <a:r>
              <a:rPr sz="5400" dirty="0">
                <a:solidFill>
                  <a:srgbClr val="5B9BD4"/>
                </a:solidFill>
              </a:rPr>
              <a:t>ER</a:t>
            </a:r>
            <a:r>
              <a:rPr sz="5400" spc="-60" dirty="0">
                <a:solidFill>
                  <a:srgbClr val="5B9BD4"/>
                </a:solidFill>
              </a:rPr>
              <a:t> </a:t>
            </a:r>
            <a:r>
              <a:rPr sz="5400" spc="-10" dirty="0">
                <a:solidFill>
                  <a:srgbClr val="5B9BD4"/>
                </a:solidFill>
              </a:rPr>
              <a:t>Model</a:t>
            </a:r>
            <a:endParaRPr sz="5400"/>
          </a:p>
        </p:txBody>
      </p:sp>
      <p:sp>
        <p:nvSpPr>
          <p:cNvPr id="3" name="object 3"/>
          <p:cNvSpPr/>
          <p:nvPr/>
        </p:nvSpPr>
        <p:spPr>
          <a:xfrm>
            <a:off x="391668" y="1897379"/>
            <a:ext cx="11407140" cy="795655"/>
          </a:xfrm>
          <a:custGeom>
            <a:avLst/>
            <a:gdLst/>
            <a:ahLst/>
            <a:cxnLst/>
            <a:rect l="l" t="t" r="r" b="b"/>
            <a:pathLst>
              <a:path w="11407140" h="795655">
                <a:moveTo>
                  <a:pt x="11274552" y="0"/>
                </a:moveTo>
                <a:lnTo>
                  <a:pt x="132588" y="0"/>
                </a:lnTo>
                <a:lnTo>
                  <a:pt x="90679" y="6754"/>
                </a:lnTo>
                <a:lnTo>
                  <a:pt x="54282" y="25566"/>
                </a:lnTo>
                <a:lnTo>
                  <a:pt x="25581" y="54260"/>
                </a:lnTo>
                <a:lnTo>
                  <a:pt x="6759" y="90659"/>
                </a:lnTo>
                <a:lnTo>
                  <a:pt x="0" y="132587"/>
                </a:lnTo>
                <a:lnTo>
                  <a:pt x="0" y="662940"/>
                </a:lnTo>
                <a:lnTo>
                  <a:pt x="6759" y="704868"/>
                </a:lnTo>
                <a:lnTo>
                  <a:pt x="25581" y="741267"/>
                </a:lnTo>
                <a:lnTo>
                  <a:pt x="54282" y="769961"/>
                </a:lnTo>
                <a:lnTo>
                  <a:pt x="90679" y="788773"/>
                </a:lnTo>
                <a:lnTo>
                  <a:pt x="132588" y="795528"/>
                </a:lnTo>
                <a:lnTo>
                  <a:pt x="11274552" y="795528"/>
                </a:lnTo>
                <a:lnTo>
                  <a:pt x="11316480" y="788773"/>
                </a:lnTo>
                <a:lnTo>
                  <a:pt x="11352879" y="769961"/>
                </a:lnTo>
                <a:lnTo>
                  <a:pt x="11381573" y="741267"/>
                </a:lnTo>
                <a:lnTo>
                  <a:pt x="11400385" y="704868"/>
                </a:lnTo>
                <a:lnTo>
                  <a:pt x="11407140" y="662940"/>
                </a:lnTo>
                <a:lnTo>
                  <a:pt x="11407140" y="132587"/>
                </a:lnTo>
                <a:lnTo>
                  <a:pt x="11400385" y="90659"/>
                </a:lnTo>
                <a:lnTo>
                  <a:pt x="11381573" y="54260"/>
                </a:lnTo>
                <a:lnTo>
                  <a:pt x="11352879" y="25566"/>
                </a:lnTo>
                <a:lnTo>
                  <a:pt x="11316480" y="6754"/>
                </a:lnTo>
                <a:lnTo>
                  <a:pt x="1127455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1668" y="2750820"/>
            <a:ext cx="11407140" cy="795655"/>
          </a:xfrm>
          <a:custGeom>
            <a:avLst/>
            <a:gdLst/>
            <a:ahLst/>
            <a:cxnLst/>
            <a:rect l="l" t="t" r="r" b="b"/>
            <a:pathLst>
              <a:path w="11407140" h="795654">
                <a:moveTo>
                  <a:pt x="11274552" y="0"/>
                </a:moveTo>
                <a:lnTo>
                  <a:pt x="132588" y="0"/>
                </a:lnTo>
                <a:lnTo>
                  <a:pt x="90679" y="6754"/>
                </a:lnTo>
                <a:lnTo>
                  <a:pt x="54282" y="25566"/>
                </a:lnTo>
                <a:lnTo>
                  <a:pt x="25581" y="54260"/>
                </a:lnTo>
                <a:lnTo>
                  <a:pt x="6759" y="90659"/>
                </a:lnTo>
                <a:lnTo>
                  <a:pt x="0" y="132587"/>
                </a:lnTo>
                <a:lnTo>
                  <a:pt x="0" y="662939"/>
                </a:lnTo>
                <a:lnTo>
                  <a:pt x="6759" y="704868"/>
                </a:lnTo>
                <a:lnTo>
                  <a:pt x="25581" y="741267"/>
                </a:lnTo>
                <a:lnTo>
                  <a:pt x="54282" y="769961"/>
                </a:lnTo>
                <a:lnTo>
                  <a:pt x="90679" y="788773"/>
                </a:lnTo>
                <a:lnTo>
                  <a:pt x="132588" y="795527"/>
                </a:lnTo>
                <a:lnTo>
                  <a:pt x="11274552" y="795527"/>
                </a:lnTo>
                <a:lnTo>
                  <a:pt x="11316480" y="788773"/>
                </a:lnTo>
                <a:lnTo>
                  <a:pt x="11352879" y="769961"/>
                </a:lnTo>
                <a:lnTo>
                  <a:pt x="11381573" y="741267"/>
                </a:lnTo>
                <a:lnTo>
                  <a:pt x="11400385" y="704868"/>
                </a:lnTo>
                <a:lnTo>
                  <a:pt x="11407140" y="662939"/>
                </a:lnTo>
                <a:lnTo>
                  <a:pt x="11407140" y="132587"/>
                </a:lnTo>
                <a:lnTo>
                  <a:pt x="11400385" y="90659"/>
                </a:lnTo>
                <a:lnTo>
                  <a:pt x="11381573" y="54260"/>
                </a:lnTo>
                <a:lnTo>
                  <a:pt x="11352879" y="25566"/>
                </a:lnTo>
                <a:lnTo>
                  <a:pt x="11316480" y="6754"/>
                </a:lnTo>
                <a:lnTo>
                  <a:pt x="11274552" y="0"/>
                </a:lnTo>
                <a:close/>
              </a:path>
            </a:pathLst>
          </a:custGeom>
          <a:solidFill>
            <a:srgbClr val="53CC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1668" y="3602735"/>
            <a:ext cx="11407140" cy="797560"/>
          </a:xfrm>
          <a:custGeom>
            <a:avLst/>
            <a:gdLst/>
            <a:ahLst/>
            <a:cxnLst/>
            <a:rect l="l" t="t" r="r" b="b"/>
            <a:pathLst>
              <a:path w="11407140" h="797560">
                <a:moveTo>
                  <a:pt x="11274298" y="0"/>
                </a:moveTo>
                <a:lnTo>
                  <a:pt x="132841" y="0"/>
                </a:lnTo>
                <a:lnTo>
                  <a:pt x="90853" y="6768"/>
                </a:lnTo>
                <a:lnTo>
                  <a:pt x="54386" y="25619"/>
                </a:lnTo>
                <a:lnTo>
                  <a:pt x="25630" y="54370"/>
                </a:lnTo>
                <a:lnTo>
                  <a:pt x="6772" y="90838"/>
                </a:lnTo>
                <a:lnTo>
                  <a:pt x="0" y="132841"/>
                </a:lnTo>
                <a:lnTo>
                  <a:pt x="0" y="664209"/>
                </a:lnTo>
                <a:lnTo>
                  <a:pt x="6772" y="706213"/>
                </a:lnTo>
                <a:lnTo>
                  <a:pt x="25630" y="742681"/>
                </a:lnTo>
                <a:lnTo>
                  <a:pt x="54386" y="771432"/>
                </a:lnTo>
                <a:lnTo>
                  <a:pt x="90853" y="790283"/>
                </a:lnTo>
                <a:lnTo>
                  <a:pt x="132841" y="797051"/>
                </a:lnTo>
                <a:lnTo>
                  <a:pt x="11274298" y="797051"/>
                </a:lnTo>
                <a:lnTo>
                  <a:pt x="11316301" y="790283"/>
                </a:lnTo>
                <a:lnTo>
                  <a:pt x="11352769" y="771432"/>
                </a:lnTo>
                <a:lnTo>
                  <a:pt x="11381520" y="742681"/>
                </a:lnTo>
                <a:lnTo>
                  <a:pt x="11400371" y="706213"/>
                </a:lnTo>
                <a:lnTo>
                  <a:pt x="11407140" y="664209"/>
                </a:lnTo>
                <a:lnTo>
                  <a:pt x="11407140" y="132841"/>
                </a:lnTo>
                <a:lnTo>
                  <a:pt x="11400371" y="90838"/>
                </a:lnTo>
                <a:lnTo>
                  <a:pt x="11381520" y="54370"/>
                </a:lnTo>
                <a:lnTo>
                  <a:pt x="11352769" y="25619"/>
                </a:lnTo>
                <a:lnTo>
                  <a:pt x="11316301" y="6768"/>
                </a:lnTo>
                <a:lnTo>
                  <a:pt x="11274298" y="0"/>
                </a:lnTo>
                <a:close/>
              </a:path>
            </a:pathLst>
          </a:custGeom>
          <a:solidFill>
            <a:srgbClr val="4DC5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91668" y="4456176"/>
            <a:ext cx="11407140" cy="795655"/>
          </a:xfrm>
          <a:custGeom>
            <a:avLst/>
            <a:gdLst/>
            <a:ahLst/>
            <a:cxnLst/>
            <a:rect l="l" t="t" r="r" b="b"/>
            <a:pathLst>
              <a:path w="11407140" h="795654">
                <a:moveTo>
                  <a:pt x="11274552" y="0"/>
                </a:moveTo>
                <a:lnTo>
                  <a:pt x="132588" y="0"/>
                </a:lnTo>
                <a:lnTo>
                  <a:pt x="90679" y="6754"/>
                </a:lnTo>
                <a:lnTo>
                  <a:pt x="54282" y="25566"/>
                </a:lnTo>
                <a:lnTo>
                  <a:pt x="25581" y="54260"/>
                </a:lnTo>
                <a:lnTo>
                  <a:pt x="6759" y="90659"/>
                </a:lnTo>
                <a:lnTo>
                  <a:pt x="0" y="132587"/>
                </a:lnTo>
                <a:lnTo>
                  <a:pt x="0" y="662940"/>
                </a:lnTo>
                <a:lnTo>
                  <a:pt x="6759" y="704868"/>
                </a:lnTo>
                <a:lnTo>
                  <a:pt x="25581" y="741267"/>
                </a:lnTo>
                <a:lnTo>
                  <a:pt x="54282" y="769961"/>
                </a:lnTo>
                <a:lnTo>
                  <a:pt x="90679" y="788773"/>
                </a:lnTo>
                <a:lnTo>
                  <a:pt x="132588" y="795528"/>
                </a:lnTo>
                <a:lnTo>
                  <a:pt x="11274552" y="795528"/>
                </a:lnTo>
                <a:lnTo>
                  <a:pt x="11316480" y="788773"/>
                </a:lnTo>
                <a:lnTo>
                  <a:pt x="11352879" y="769961"/>
                </a:lnTo>
                <a:lnTo>
                  <a:pt x="11381573" y="741267"/>
                </a:lnTo>
                <a:lnTo>
                  <a:pt x="11400385" y="704868"/>
                </a:lnTo>
                <a:lnTo>
                  <a:pt x="11407140" y="662940"/>
                </a:lnTo>
                <a:lnTo>
                  <a:pt x="11407140" y="132587"/>
                </a:lnTo>
                <a:lnTo>
                  <a:pt x="11400385" y="90659"/>
                </a:lnTo>
                <a:lnTo>
                  <a:pt x="11381573" y="54260"/>
                </a:lnTo>
                <a:lnTo>
                  <a:pt x="11352879" y="25566"/>
                </a:lnTo>
                <a:lnTo>
                  <a:pt x="11316480" y="6754"/>
                </a:lnTo>
                <a:lnTo>
                  <a:pt x="11274552" y="0"/>
                </a:lnTo>
                <a:close/>
              </a:path>
            </a:pathLst>
          </a:custGeom>
          <a:solidFill>
            <a:srgbClr val="47BA4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1668" y="5309615"/>
            <a:ext cx="11407140" cy="795655"/>
          </a:xfrm>
          <a:custGeom>
            <a:avLst/>
            <a:gdLst/>
            <a:ahLst/>
            <a:cxnLst/>
            <a:rect l="l" t="t" r="r" b="b"/>
            <a:pathLst>
              <a:path w="11407140" h="795654">
                <a:moveTo>
                  <a:pt x="11274552" y="0"/>
                </a:moveTo>
                <a:lnTo>
                  <a:pt x="132588" y="0"/>
                </a:lnTo>
                <a:lnTo>
                  <a:pt x="90679" y="6754"/>
                </a:lnTo>
                <a:lnTo>
                  <a:pt x="54282" y="25566"/>
                </a:lnTo>
                <a:lnTo>
                  <a:pt x="25581" y="54260"/>
                </a:lnTo>
                <a:lnTo>
                  <a:pt x="6759" y="90659"/>
                </a:lnTo>
                <a:lnTo>
                  <a:pt x="0" y="132588"/>
                </a:lnTo>
                <a:lnTo>
                  <a:pt x="0" y="662940"/>
                </a:lnTo>
                <a:lnTo>
                  <a:pt x="6759" y="704848"/>
                </a:lnTo>
                <a:lnTo>
                  <a:pt x="25581" y="741245"/>
                </a:lnTo>
                <a:lnTo>
                  <a:pt x="54282" y="769946"/>
                </a:lnTo>
                <a:lnTo>
                  <a:pt x="90679" y="788768"/>
                </a:lnTo>
                <a:lnTo>
                  <a:pt x="132588" y="795528"/>
                </a:lnTo>
                <a:lnTo>
                  <a:pt x="11274552" y="795528"/>
                </a:lnTo>
                <a:lnTo>
                  <a:pt x="11316480" y="788768"/>
                </a:lnTo>
                <a:lnTo>
                  <a:pt x="11352879" y="769946"/>
                </a:lnTo>
                <a:lnTo>
                  <a:pt x="11381573" y="741245"/>
                </a:lnTo>
                <a:lnTo>
                  <a:pt x="11400385" y="704848"/>
                </a:lnTo>
                <a:lnTo>
                  <a:pt x="11407140" y="662940"/>
                </a:lnTo>
                <a:lnTo>
                  <a:pt x="11407140" y="132588"/>
                </a:lnTo>
                <a:lnTo>
                  <a:pt x="11400385" y="90659"/>
                </a:lnTo>
                <a:lnTo>
                  <a:pt x="11381573" y="54260"/>
                </a:lnTo>
                <a:lnTo>
                  <a:pt x="11352879" y="25566"/>
                </a:lnTo>
                <a:lnTo>
                  <a:pt x="11316480" y="6754"/>
                </a:lnTo>
                <a:lnTo>
                  <a:pt x="11274552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93877" y="1959356"/>
            <a:ext cx="11083290" cy="388429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919480">
              <a:lnSpc>
                <a:spcPts val="2210"/>
              </a:lnSpc>
              <a:spcBef>
                <a:spcPts val="33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1976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Chen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developed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Relationship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(ER)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useful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developing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conceptual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Constructing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diagram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first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step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7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defines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elements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them.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ER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perception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world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consisting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entities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(data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items)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relationships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305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among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those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entities.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high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level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conceptual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conceptual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database.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735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61</a:t>
            </a:fld>
            <a:endParaRPr spc="-25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72439" y="855675"/>
            <a:ext cx="30175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/>
              <a:t>ER</a:t>
            </a:r>
            <a:r>
              <a:rPr sz="4800" spc="-140" dirty="0"/>
              <a:t> </a:t>
            </a:r>
            <a:r>
              <a:rPr sz="4800" spc="-45" dirty="0"/>
              <a:t>Diagrams</a:t>
            </a:r>
            <a:endParaRPr sz="4800"/>
          </a:p>
        </p:txBody>
      </p:sp>
      <p:sp>
        <p:nvSpPr>
          <p:cNvPr id="3" name="object 3"/>
          <p:cNvSpPr txBox="1"/>
          <p:nvPr/>
        </p:nvSpPr>
        <p:spPr>
          <a:xfrm>
            <a:off x="636523" y="2575441"/>
            <a:ext cx="5065395" cy="18034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spc="-10" dirty="0">
                <a:latin typeface="Calibri"/>
                <a:cs typeface="Calibri"/>
              </a:rPr>
              <a:t>Diagrams/Notations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diagrams</a:t>
            </a:r>
            <a:endParaRPr sz="2000">
              <a:latin typeface="Calibri"/>
              <a:cs typeface="Calibri"/>
            </a:endParaRPr>
          </a:p>
          <a:p>
            <a:pPr marL="469900" marR="2360930">
              <a:lnSpc>
                <a:spcPct val="115900"/>
              </a:lnSpc>
              <a:spcBef>
                <a:spcPts val="35"/>
              </a:spcBef>
            </a:pPr>
            <a:r>
              <a:rPr sz="1600" spc="-10" dirty="0">
                <a:latin typeface="Calibri"/>
                <a:cs typeface="Calibri"/>
              </a:rPr>
              <a:t>Rectangle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sets </a:t>
            </a:r>
            <a:r>
              <a:rPr sz="1600" dirty="0">
                <a:latin typeface="Calibri"/>
                <a:cs typeface="Calibri"/>
              </a:rPr>
              <a:t>Ellipses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attributes </a:t>
            </a:r>
            <a:r>
              <a:rPr sz="1600" dirty="0">
                <a:latin typeface="Calibri"/>
                <a:cs typeface="Calibri"/>
              </a:rPr>
              <a:t>Diamonds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relationship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sets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10"/>
              </a:spcBef>
            </a:pPr>
            <a:r>
              <a:rPr sz="1600" dirty="0">
                <a:latin typeface="Calibri"/>
                <a:cs typeface="Calibri"/>
              </a:rPr>
              <a:t>Lines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link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entities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entities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600" dirty="0">
                <a:latin typeface="Calibri"/>
                <a:cs typeface="Calibri"/>
              </a:rPr>
              <a:t>Double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Rectangles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weak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sets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 descr="Image result for Diagrams/Notations used in ER diagrams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1596" y="2484170"/>
            <a:ext cx="5149596" cy="371386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94211" y="656275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62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7659" y="1022731"/>
            <a:ext cx="13055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0" dirty="0"/>
              <a:t>Entity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727659" y="2020062"/>
            <a:ext cx="3323590" cy="31813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260985">
              <a:lnSpc>
                <a:spcPts val="2160"/>
              </a:lnSpc>
              <a:spcBef>
                <a:spcPts val="375"/>
              </a:spcBef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fundamental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component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ts val="2160"/>
              </a:lnSpc>
              <a:spcBef>
                <a:spcPts val="994"/>
              </a:spcBef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world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its </a:t>
            </a:r>
            <a:r>
              <a:rPr sz="2000" dirty="0">
                <a:latin typeface="Calibri"/>
                <a:cs typeface="Calibri"/>
              </a:rPr>
              <a:t>own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independent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existence.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30"/>
              </a:lnSpc>
            </a:pPr>
            <a:r>
              <a:rPr sz="2000" dirty="0">
                <a:latin typeface="Calibri"/>
                <a:cs typeface="Calibri"/>
              </a:rPr>
              <a:t>E.g.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Student,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Faculty</a:t>
            </a:r>
            <a:endParaRPr sz="2000">
              <a:latin typeface="Calibri"/>
              <a:cs typeface="Calibri"/>
            </a:endParaRPr>
          </a:p>
          <a:p>
            <a:pPr marL="62865" marR="124460" indent="-50800">
              <a:lnSpc>
                <a:spcPts val="2160"/>
              </a:lnSpc>
              <a:spcBef>
                <a:spcPts val="1045"/>
              </a:spcBef>
            </a:pPr>
            <a:r>
              <a:rPr sz="2000" dirty="0">
                <a:latin typeface="Calibri"/>
                <a:cs typeface="Calibri"/>
              </a:rPr>
              <a:t>May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physical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logical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existence</a:t>
            </a:r>
            <a:endParaRPr sz="2000">
              <a:latin typeface="Calibri"/>
              <a:cs typeface="Calibri"/>
            </a:endParaRPr>
          </a:p>
          <a:p>
            <a:pPr marL="12700" marR="331470">
              <a:lnSpc>
                <a:spcPts val="2160"/>
              </a:lnSpc>
              <a:spcBef>
                <a:spcPts val="994"/>
              </a:spcBef>
            </a:pPr>
            <a:r>
              <a:rPr sz="2000" dirty="0">
                <a:latin typeface="Calibri"/>
                <a:cs typeface="Calibri"/>
              </a:rPr>
              <a:t>Has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own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properties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that </a:t>
            </a:r>
            <a:r>
              <a:rPr sz="2000" dirty="0">
                <a:latin typeface="Calibri"/>
                <a:cs typeface="Calibri"/>
              </a:rPr>
              <a:t>describe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 </a:t>
            </a:r>
            <a:r>
              <a:rPr sz="2000" spc="-10" dirty="0">
                <a:latin typeface="Calibri"/>
                <a:cs typeface="Calibri"/>
              </a:rPr>
              <a:t>attributes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See the source imag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3767" y="1650492"/>
            <a:ext cx="5590032" cy="32842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94211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2F2F2F"/>
                </a:solidFill>
                <a:latin typeface="Calibri"/>
                <a:cs typeface="Calibri"/>
              </a:rPr>
              <a:t>63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768930"/>
            <a:ext cx="237045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10" dirty="0">
                <a:latin typeface="Calibri Light"/>
                <a:cs typeface="Calibri Light"/>
              </a:rPr>
              <a:t>Entity</a:t>
            </a:r>
            <a:r>
              <a:rPr sz="5000" spc="-260" dirty="0">
                <a:latin typeface="Calibri Light"/>
                <a:cs typeface="Calibri Light"/>
              </a:rPr>
              <a:t> </a:t>
            </a:r>
            <a:r>
              <a:rPr sz="5000" spc="-25" dirty="0">
                <a:latin typeface="Calibri Light"/>
                <a:cs typeface="Calibri Light"/>
              </a:rPr>
              <a:t>set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08065" y="456945"/>
            <a:ext cx="6130290" cy="772160"/>
            <a:chOff x="5608065" y="456945"/>
            <a:chExt cx="6130290" cy="772160"/>
          </a:xfrm>
        </p:grpSpPr>
        <p:sp>
          <p:nvSpPr>
            <p:cNvPr id="4" name="object 4"/>
            <p:cNvSpPr/>
            <p:nvPr/>
          </p:nvSpPr>
          <p:spPr>
            <a:xfrm>
              <a:off x="5614415" y="743711"/>
              <a:ext cx="6117590" cy="478790"/>
            </a:xfrm>
            <a:custGeom>
              <a:avLst/>
              <a:gdLst/>
              <a:ahLst/>
              <a:cxnLst/>
              <a:rect l="l" t="t" r="r" b="b"/>
              <a:pathLst>
                <a:path w="6117590" h="478790">
                  <a:moveTo>
                    <a:pt x="0" y="478536"/>
                  </a:moveTo>
                  <a:lnTo>
                    <a:pt x="6117336" y="478536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478536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20739" y="463295"/>
              <a:ext cx="4281170" cy="561340"/>
            </a:xfrm>
            <a:custGeom>
              <a:avLst/>
              <a:gdLst/>
              <a:ahLst/>
              <a:cxnLst/>
              <a:rect l="l" t="t" r="r" b="b"/>
              <a:pathLst>
                <a:path w="4281170" h="561340">
                  <a:moveTo>
                    <a:pt x="4187443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1"/>
                  </a:lnTo>
                  <a:lnTo>
                    <a:pt x="0" y="467359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1"/>
                  </a:lnTo>
                  <a:lnTo>
                    <a:pt x="4187443" y="560831"/>
                  </a:lnTo>
                  <a:lnTo>
                    <a:pt x="4223801" y="553477"/>
                  </a:lnTo>
                  <a:lnTo>
                    <a:pt x="4253515" y="533431"/>
                  </a:lnTo>
                  <a:lnTo>
                    <a:pt x="4273561" y="503717"/>
                  </a:lnTo>
                  <a:lnTo>
                    <a:pt x="4280916" y="467359"/>
                  </a:lnTo>
                  <a:lnTo>
                    <a:pt x="4280916" y="93471"/>
                  </a:lnTo>
                  <a:lnTo>
                    <a:pt x="4273561" y="57114"/>
                  </a:lnTo>
                  <a:lnTo>
                    <a:pt x="4253515" y="27400"/>
                  </a:lnTo>
                  <a:lnTo>
                    <a:pt x="4223801" y="7354"/>
                  </a:lnTo>
                  <a:lnTo>
                    <a:pt x="418744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20739" y="463295"/>
              <a:ext cx="4281170" cy="561340"/>
            </a:xfrm>
            <a:custGeom>
              <a:avLst/>
              <a:gdLst/>
              <a:ahLst/>
              <a:cxnLst/>
              <a:rect l="l" t="t" r="r" b="b"/>
              <a:pathLst>
                <a:path w="4281170" h="561340">
                  <a:moveTo>
                    <a:pt x="0" y="93471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4187443" y="0"/>
                  </a:lnTo>
                  <a:lnTo>
                    <a:pt x="4223801" y="7354"/>
                  </a:lnTo>
                  <a:lnTo>
                    <a:pt x="4253515" y="27400"/>
                  </a:lnTo>
                  <a:lnTo>
                    <a:pt x="4273561" y="57114"/>
                  </a:lnTo>
                  <a:lnTo>
                    <a:pt x="4280916" y="93471"/>
                  </a:lnTo>
                  <a:lnTo>
                    <a:pt x="4280916" y="467359"/>
                  </a:lnTo>
                  <a:lnTo>
                    <a:pt x="4273561" y="503717"/>
                  </a:lnTo>
                  <a:lnTo>
                    <a:pt x="4253515" y="533431"/>
                  </a:lnTo>
                  <a:lnTo>
                    <a:pt x="4223801" y="553477"/>
                  </a:lnTo>
                  <a:lnTo>
                    <a:pt x="4187443" y="560831"/>
                  </a:lnTo>
                  <a:lnTo>
                    <a:pt x="93472" y="560831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59"/>
                  </a:lnTo>
                  <a:lnTo>
                    <a:pt x="0" y="93471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5614415" y="1604772"/>
            <a:ext cx="6117590" cy="1645920"/>
          </a:xfrm>
          <a:custGeom>
            <a:avLst/>
            <a:gdLst/>
            <a:ahLst/>
            <a:cxnLst/>
            <a:rect l="l" t="t" r="r" b="b"/>
            <a:pathLst>
              <a:path w="6117590" h="1645920">
                <a:moveTo>
                  <a:pt x="0" y="1645919"/>
                </a:moveTo>
                <a:lnTo>
                  <a:pt x="6117336" y="1645919"/>
                </a:lnTo>
                <a:lnTo>
                  <a:pt x="6117336" y="0"/>
                </a:lnTo>
                <a:lnTo>
                  <a:pt x="0" y="0"/>
                </a:lnTo>
                <a:lnTo>
                  <a:pt x="0" y="1645919"/>
                </a:lnTo>
                <a:close/>
              </a:path>
            </a:pathLst>
          </a:custGeom>
          <a:ln w="12700">
            <a:solidFill>
              <a:srgbClr val="C4816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077203" y="1947798"/>
            <a:ext cx="5010785" cy="11544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82880" marR="310515" indent="-170815">
              <a:lnSpc>
                <a:spcPts val="2090"/>
              </a:lnSpc>
              <a:spcBef>
                <a:spcPts val="320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Entity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type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having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own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distinct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primary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key</a:t>
            </a:r>
            <a:r>
              <a:rPr sz="1900" spc="-7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by 	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identify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specific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entity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uniquely.</a:t>
            </a:r>
            <a:endParaRPr sz="1900">
              <a:latin typeface="Calibri"/>
              <a:cs typeface="Calibri"/>
            </a:endParaRPr>
          </a:p>
          <a:p>
            <a:pPr marL="182880" marR="5080" indent="-170815">
              <a:lnSpc>
                <a:spcPts val="2090"/>
              </a:lnSpc>
              <a:spcBef>
                <a:spcPts val="345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E.g.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Empno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Emp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table,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RollNo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Student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table. 	</a:t>
            </a:r>
            <a:r>
              <a:rPr sz="1900" spc="-20" dirty="0">
                <a:latin typeface="Calibri"/>
                <a:cs typeface="Calibri"/>
              </a:rPr>
              <a:t>Represented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single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rectangle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14390" y="1318005"/>
            <a:ext cx="4293870" cy="574040"/>
            <a:chOff x="5914390" y="1318005"/>
            <a:chExt cx="4293870" cy="574040"/>
          </a:xfrm>
        </p:grpSpPr>
        <p:sp>
          <p:nvSpPr>
            <p:cNvPr id="10" name="object 10"/>
            <p:cNvSpPr/>
            <p:nvPr/>
          </p:nvSpPr>
          <p:spPr>
            <a:xfrm>
              <a:off x="5920740" y="1324355"/>
              <a:ext cx="4281170" cy="561340"/>
            </a:xfrm>
            <a:custGeom>
              <a:avLst/>
              <a:gdLst/>
              <a:ahLst/>
              <a:cxnLst/>
              <a:rect l="l" t="t" r="r" b="b"/>
              <a:pathLst>
                <a:path w="4281170" h="561339">
                  <a:moveTo>
                    <a:pt x="4187443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2"/>
                  </a:lnTo>
                  <a:lnTo>
                    <a:pt x="0" y="467360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2"/>
                  </a:lnTo>
                  <a:lnTo>
                    <a:pt x="4187443" y="560832"/>
                  </a:lnTo>
                  <a:lnTo>
                    <a:pt x="4223801" y="553477"/>
                  </a:lnTo>
                  <a:lnTo>
                    <a:pt x="4253515" y="533431"/>
                  </a:lnTo>
                  <a:lnTo>
                    <a:pt x="4273561" y="503717"/>
                  </a:lnTo>
                  <a:lnTo>
                    <a:pt x="4280916" y="467360"/>
                  </a:lnTo>
                  <a:lnTo>
                    <a:pt x="4280916" y="93472"/>
                  </a:lnTo>
                  <a:lnTo>
                    <a:pt x="4273561" y="57114"/>
                  </a:lnTo>
                  <a:lnTo>
                    <a:pt x="4253515" y="27400"/>
                  </a:lnTo>
                  <a:lnTo>
                    <a:pt x="4223801" y="7354"/>
                  </a:lnTo>
                  <a:lnTo>
                    <a:pt x="4187443" y="0"/>
                  </a:lnTo>
                  <a:close/>
                </a:path>
              </a:pathLst>
            </a:custGeom>
            <a:solidFill>
              <a:srgbClr val="C481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20740" y="1324355"/>
              <a:ext cx="4281170" cy="561340"/>
            </a:xfrm>
            <a:custGeom>
              <a:avLst/>
              <a:gdLst/>
              <a:ahLst/>
              <a:cxnLst/>
              <a:rect l="l" t="t" r="r" b="b"/>
              <a:pathLst>
                <a:path w="4281170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4187443" y="0"/>
                  </a:lnTo>
                  <a:lnTo>
                    <a:pt x="4223801" y="7354"/>
                  </a:lnTo>
                  <a:lnTo>
                    <a:pt x="4253515" y="27400"/>
                  </a:lnTo>
                  <a:lnTo>
                    <a:pt x="4273561" y="57114"/>
                  </a:lnTo>
                  <a:lnTo>
                    <a:pt x="4280916" y="93472"/>
                  </a:lnTo>
                  <a:lnTo>
                    <a:pt x="4280916" y="467360"/>
                  </a:lnTo>
                  <a:lnTo>
                    <a:pt x="4273561" y="503717"/>
                  </a:lnTo>
                  <a:lnTo>
                    <a:pt x="4253515" y="533431"/>
                  </a:lnTo>
                  <a:lnTo>
                    <a:pt x="4223801" y="553477"/>
                  </a:lnTo>
                  <a:lnTo>
                    <a:pt x="4187443" y="560832"/>
                  </a:lnTo>
                  <a:lnTo>
                    <a:pt x="93472" y="560832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60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97651" y="557275"/>
            <a:ext cx="3649345" cy="11766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Collection</a:t>
            </a:r>
            <a:r>
              <a:rPr sz="19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all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entities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9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Strong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19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608065" y="3347973"/>
            <a:ext cx="6130290" cy="2806700"/>
            <a:chOff x="5608065" y="3347973"/>
            <a:chExt cx="6130290" cy="2806700"/>
          </a:xfrm>
        </p:grpSpPr>
        <p:sp>
          <p:nvSpPr>
            <p:cNvPr id="14" name="object 14"/>
            <p:cNvSpPr/>
            <p:nvPr/>
          </p:nvSpPr>
          <p:spPr>
            <a:xfrm>
              <a:off x="5614415" y="3634739"/>
              <a:ext cx="6117590" cy="2513330"/>
            </a:xfrm>
            <a:custGeom>
              <a:avLst/>
              <a:gdLst/>
              <a:ahLst/>
              <a:cxnLst/>
              <a:rect l="l" t="t" r="r" b="b"/>
              <a:pathLst>
                <a:path w="6117590" h="2513329">
                  <a:moveTo>
                    <a:pt x="0" y="2513076"/>
                  </a:moveTo>
                  <a:lnTo>
                    <a:pt x="6117336" y="2513076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2513076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20739" y="3354323"/>
              <a:ext cx="4281170" cy="561340"/>
            </a:xfrm>
            <a:custGeom>
              <a:avLst/>
              <a:gdLst/>
              <a:ahLst/>
              <a:cxnLst/>
              <a:rect l="l" t="t" r="r" b="b"/>
              <a:pathLst>
                <a:path w="4281170" h="561339">
                  <a:moveTo>
                    <a:pt x="4187443" y="0"/>
                  </a:moveTo>
                  <a:lnTo>
                    <a:pt x="93472" y="0"/>
                  </a:lnTo>
                  <a:lnTo>
                    <a:pt x="57114" y="7354"/>
                  </a:lnTo>
                  <a:lnTo>
                    <a:pt x="27400" y="27400"/>
                  </a:lnTo>
                  <a:lnTo>
                    <a:pt x="7354" y="57114"/>
                  </a:lnTo>
                  <a:lnTo>
                    <a:pt x="0" y="93472"/>
                  </a:lnTo>
                  <a:lnTo>
                    <a:pt x="0" y="467359"/>
                  </a:lnTo>
                  <a:lnTo>
                    <a:pt x="7354" y="503717"/>
                  </a:lnTo>
                  <a:lnTo>
                    <a:pt x="27400" y="533431"/>
                  </a:lnTo>
                  <a:lnTo>
                    <a:pt x="57114" y="553477"/>
                  </a:lnTo>
                  <a:lnTo>
                    <a:pt x="93472" y="560832"/>
                  </a:lnTo>
                  <a:lnTo>
                    <a:pt x="4187443" y="560832"/>
                  </a:lnTo>
                  <a:lnTo>
                    <a:pt x="4223801" y="553477"/>
                  </a:lnTo>
                  <a:lnTo>
                    <a:pt x="4253515" y="533431"/>
                  </a:lnTo>
                  <a:lnTo>
                    <a:pt x="4273561" y="503717"/>
                  </a:lnTo>
                  <a:lnTo>
                    <a:pt x="4280916" y="467359"/>
                  </a:lnTo>
                  <a:lnTo>
                    <a:pt x="4280916" y="93472"/>
                  </a:lnTo>
                  <a:lnTo>
                    <a:pt x="4273561" y="57114"/>
                  </a:lnTo>
                  <a:lnTo>
                    <a:pt x="4253515" y="27400"/>
                  </a:lnTo>
                  <a:lnTo>
                    <a:pt x="4223801" y="7354"/>
                  </a:lnTo>
                  <a:lnTo>
                    <a:pt x="418744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920739" y="3354323"/>
              <a:ext cx="4281170" cy="561340"/>
            </a:xfrm>
            <a:custGeom>
              <a:avLst/>
              <a:gdLst/>
              <a:ahLst/>
              <a:cxnLst/>
              <a:rect l="l" t="t" r="r" b="b"/>
              <a:pathLst>
                <a:path w="4281170" h="561339">
                  <a:moveTo>
                    <a:pt x="0" y="93472"/>
                  </a:moveTo>
                  <a:lnTo>
                    <a:pt x="7354" y="57114"/>
                  </a:lnTo>
                  <a:lnTo>
                    <a:pt x="27400" y="27400"/>
                  </a:lnTo>
                  <a:lnTo>
                    <a:pt x="57114" y="7354"/>
                  </a:lnTo>
                  <a:lnTo>
                    <a:pt x="93472" y="0"/>
                  </a:lnTo>
                  <a:lnTo>
                    <a:pt x="4187443" y="0"/>
                  </a:lnTo>
                  <a:lnTo>
                    <a:pt x="4223801" y="7354"/>
                  </a:lnTo>
                  <a:lnTo>
                    <a:pt x="4253515" y="27400"/>
                  </a:lnTo>
                  <a:lnTo>
                    <a:pt x="4273561" y="57114"/>
                  </a:lnTo>
                  <a:lnTo>
                    <a:pt x="4280916" y="93472"/>
                  </a:lnTo>
                  <a:lnTo>
                    <a:pt x="4280916" y="467359"/>
                  </a:lnTo>
                  <a:lnTo>
                    <a:pt x="4273561" y="503717"/>
                  </a:lnTo>
                  <a:lnTo>
                    <a:pt x="4253515" y="533431"/>
                  </a:lnTo>
                  <a:lnTo>
                    <a:pt x="4223801" y="553477"/>
                  </a:lnTo>
                  <a:lnTo>
                    <a:pt x="4187443" y="560832"/>
                  </a:lnTo>
                  <a:lnTo>
                    <a:pt x="93472" y="560832"/>
                  </a:lnTo>
                  <a:lnTo>
                    <a:pt x="57114" y="553477"/>
                  </a:lnTo>
                  <a:lnTo>
                    <a:pt x="27400" y="533431"/>
                  </a:lnTo>
                  <a:lnTo>
                    <a:pt x="7354" y="503717"/>
                  </a:lnTo>
                  <a:lnTo>
                    <a:pt x="0" y="467359"/>
                  </a:lnTo>
                  <a:lnTo>
                    <a:pt x="0" y="93472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077203" y="3448558"/>
            <a:ext cx="5137150" cy="25228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Weak</a:t>
            </a:r>
            <a:r>
              <a:rPr sz="19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19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1900">
              <a:latin typeface="Calibri"/>
              <a:cs typeface="Calibri"/>
            </a:endParaRPr>
          </a:p>
          <a:p>
            <a:pPr marL="182880" marR="5080" indent="-170815">
              <a:lnSpc>
                <a:spcPts val="2090"/>
              </a:lnSpc>
              <a:spcBef>
                <a:spcPts val="2110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Entity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cannot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form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distinct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primary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key 	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their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attributes.</a:t>
            </a:r>
            <a:endParaRPr sz="1900">
              <a:latin typeface="Calibri"/>
              <a:cs typeface="Calibri"/>
            </a:endParaRPr>
          </a:p>
          <a:p>
            <a:pPr marL="182880" marR="353060" indent="-170815">
              <a:lnSpc>
                <a:spcPts val="2090"/>
              </a:lnSpc>
              <a:spcBef>
                <a:spcPts val="345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These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type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entities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are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dependent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strong 	</a:t>
            </a:r>
            <a:r>
              <a:rPr sz="1900" dirty="0">
                <a:latin typeface="Calibri"/>
                <a:cs typeface="Calibri"/>
              </a:rPr>
              <a:t>entity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for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primary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key.</a:t>
            </a:r>
            <a:endParaRPr sz="1900">
              <a:latin typeface="Calibri"/>
              <a:cs typeface="Calibri"/>
            </a:endParaRPr>
          </a:p>
          <a:p>
            <a:pPr marL="183515" marR="364490" indent="-171450" algn="just">
              <a:lnSpc>
                <a:spcPct val="91600"/>
              </a:lnSpc>
              <a:spcBef>
                <a:spcPts val="305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weak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entities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contain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virtual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primary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key 	</a:t>
            </a:r>
            <a:r>
              <a:rPr sz="1900" dirty="0">
                <a:latin typeface="Calibri"/>
                <a:cs typeface="Calibri"/>
              </a:rPr>
              <a:t>called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Discriminator.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Represented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double 	rectangle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3161" y="1988947"/>
            <a:ext cx="2926892" cy="28829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10132" y="2821051"/>
            <a:ext cx="1413510" cy="113601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-1905" algn="ctr">
              <a:lnSpc>
                <a:spcPct val="90000"/>
              </a:lnSpc>
              <a:spcBef>
                <a:spcPts val="415"/>
              </a:spcBef>
            </a:pPr>
            <a:r>
              <a:rPr sz="2600" spc="-10" dirty="0">
                <a:solidFill>
                  <a:srgbClr val="FFFFFF"/>
                </a:solidFill>
              </a:rPr>
              <a:t>Difference between </a:t>
            </a:r>
            <a:r>
              <a:rPr sz="2600" dirty="0">
                <a:solidFill>
                  <a:srgbClr val="FFFFFF"/>
                </a:solidFill>
              </a:rPr>
              <a:t>Entity</a:t>
            </a:r>
            <a:r>
              <a:rPr sz="2600" spc="-60" dirty="0">
                <a:solidFill>
                  <a:srgbClr val="FFFFFF"/>
                </a:solidFill>
              </a:rPr>
              <a:t> </a:t>
            </a:r>
            <a:r>
              <a:rPr sz="2600" spc="-20" dirty="0">
                <a:solidFill>
                  <a:srgbClr val="FFFFFF"/>
                </a:solidFill>
              </a:rPr>
              <a:t>Sets</a:t>
            </a:r>
            <a:endParaRPr sz="26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9175" y="28168"/>
          <a:ext cx="8587105" cy="6797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6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845">
                <a:tc>
                  <a:txBody>
                    <a:bodyPr/>
                    <a:lstStyle/>
                    <a:p>
                      <a:pPr marL="1178560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20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b="1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set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72720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0800"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2000" b="1" dirty="0">
                          <a:latin typeface="Calibri"/>
                          <a:cs typeface="Calibri"/>
                        </a:rPr>
                        <a:t>Weak</a:t>
                      </a:r>
                      <a:r>
                        <a:rPr sz="2000" b="1" spc="-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b="1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latin typeface="Calibri"/>
                          <a:cs typeface="Calibri"/>
                        </a:rPr>
                        <a:t>set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72720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2850">
                <a:tc>
                  <a:txBody>
                    <a:bodyPr/>
                    <a:lstStyle/>
                    <a:p>
                      <a:pPr marL="212725" marR="153670" algn="just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3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200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rectangle</a:t>
                      </a:r>
                      <a:r>
                        <a:rPr sz="2000" spc="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3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3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2000" spc="5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5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5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2000" spc="4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entity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set.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101600">
                        <a:lnSpc>
                          <a:spcPct val="100000"/>
                        </a:lnSpc>
                        <a:spcBef>
                          <a:spcPts val="2080"/>
                        </a:spcBef>
                        <a:tabLst>
                          <a:tab pos="487680" algn="l"/>
                          <a:tab pos="1384935" algn="l"/>
                          <a:tab pos="2526665" algn="l"/>
                          <a:tab pos="2861945" algn="l"/>
                          <a:tab pos="3535679" algn="l"/>
                          <a:tab pos="4008120" algn="l"/>
                        </a:tabLst>
                      </a:pPr>
                      <a:r>
                        <a:rPr sz="2000" spc="-5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double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rectangle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weak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set.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64160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0435">
                <a:tc>
                  <a:txBody>
                    <a:bodyPr/>
                    <a:lstStyle/>
                    <a:p>
                      <a:pPr marL="212725" marR="15875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000" spc="3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contains</a:t>
                      </a:r>
                      <a:r>
                        <a:rPr sz="2000" spc="3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sufficient</a:t>
                      </a:r>
                      <a:r>
                        <a:rPr sz="2000" spc="3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attributes</a:t>
                      </a:r>
                      <a:r>
                        <a:rPr sz="2000" spc="3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to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key.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1022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It</a:t>
                      </a:r>
                      <a:r>
                        <a:rPr sz="20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does</a:t>
                      </a:r>
                      <a:r>
                        <a:rPr sz="20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20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contain</a:t>
                      </a:r>
                      <a:r>
                        <a:rPr sz="20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sufficient</a:t>
                      </a:r>
                      <a:r>
                        <a:rPr sz="2000" spc="2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attributes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form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its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primary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key.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6860">
                <a:tc>
                  <a:txBody>
                    <a:bodyPr/>
                    <a:lstStyle/>
                    <a:p>
                      <a:pPr marL="212725" marR="154305" algn="just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diamond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symbol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2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spc="2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20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3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4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relationship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20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0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two</a:t>
                      </a:r>
                      <a:r>
                        <a:rPr sz="2000" spc="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strong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sets.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100330" algn="just">
                        <a:lnSpc>
                          <a:spcPct val="100000"/>
                        </a:lnSpc>
                        <a:spcBef>
                          <a:spcPts val="1140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4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double</a:t>
                      </a:r>
                      <a:r>
                        <a:rPr sz="2000" spc="4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diamond</a:t>
                      </a:r>
                      <a:r>
                        <a:rPr sz="2000" spc="45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symbol</a:t>
                      </a:r>
                      <a:r>
                        <a:rPr sz="2000" spc="4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45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spc="4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for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16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2000" spc="17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16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16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identifying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sz="2000" spc="204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that</a:t>
                      </a:r>
                      <a:r>
                        <a:rPr sz="2000" spc="204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2000" spc="204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000" spc="20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weak</a:t>
                      </a:r>
                      <a:r>
                        <a:rPr sz="20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set.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44780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12570">
                <a:tc>
                  <a:txBody>
                    <a:bodyPr/>
                    <a:lstStyle/>
                    <a:p>
                      <a:pPr marL="212725" marR="154305" algn="just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35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single</a:t>
                      </a:r>
                      <a:r>
                        <a:rPr sz="2000" spc="35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2000" spc="35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35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2000" spc="7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6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7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connection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strong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spc="2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00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relationship.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315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100330" algn="just">
                        <a:lnSpc>
                          <a:spcPct val="100000"/>
                        </a:lnSpc>
                        <a:spcBef>
                          <a:spcPts val="84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  <a:r>
                        <a:rPr sz="2000" spc="26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double</a:t>
                      </a:r>
                      <a:r>
                        <a:rPr sz="2000" spc="254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line</a:t>
                      </a:r>
                      <a:r>
                        <a:rPr sz="2000" spc="26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is</a:t>
                      </a:r>
                      <a:r>
                        <a:rPr sz="2000" spc="254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used</a:t>
                      </a:r>
                      <a:r>
                        <a:rPr sz="2000" spc="26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2000" spc="26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representation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spc="355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 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connection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between</a:t>
                      </a:r>
                      <a:r>
                        <a:rPr sz="2000" spc="4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459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weak</a:t>
                      </a:r>
                      <a:r>
                        <a:rPr sz="2000" spc="48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entity</a:t>
                      </a:r>
                      <a:r>
                        <a:rPr sz="2000" spc="48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set</a:t>
                      </a:r>
                      <a:r>
                        <a:rPr sz="2000" spc="4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2000" spc="4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sz="2000" spc="-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0" dirty="0">
                          <a:latin typeface="Calibri"/>
                          <a:cs typeface="Calibri"/>
                        </a:rPr>
                        <a:t>set.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7315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115">
                <a:tc>
                  <a:txBody>
                    <a:bodyPr/>
                    <a:lstStyle/>
                    <a:p>
                      <a:pPr marL="212725" marR="15430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spc="-1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20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participation</a:t>
                      </a:r>
                      <a:r>
                        <a:rPr sz="2000" spc="11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0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20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may</a:t>
                      </a:r>
                      <a:r>
                        <a:rPr sz="2000" spc="1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not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exist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0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relationship.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61290" marR="10160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Total</a:t>
                      </a:r>
                      <a:r>
                        <a:rPr sz="2000" spc="3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participation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always</a:t>
                      </a:r>
                      <a:r>
                        <a:rPr sz="2000" spc="3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exists</a:t>
                      </a:r>
                      <a:r>
                        <a:rPr sz="2000" spc="3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000" spc="3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latin typeface="Calibri"/>
                          <a:cs typeface="Calibri"/>
                        </a:rPr>
                        <a:t>the </a:t>
                      </a:r>
                      <a:r>
                        <a:rPr sz="2000" dirty="0">
                          <a:latin typeface="Calibri"/>
                          <a:cs typeface="Calibri"/>
                        </a:rPr>
                        <a:t>identifying</a:t>
                      </a:r>
                      <a:r>
                        <a:rPr sz="20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10" dirty="0">
                          <a:latin typeface="Calibri"/>
                          <a:cs typeface="Calibri"/>
                        </a:rPr>
                        <a:t>relationship.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109855" marB="0">
                    <a:solidFill>
                      <a:srgbClr val="B4BBBD">
                        <a:alpha val="34901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9988" y="338150"/>
            <a:ext cx="2222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/>
              <a:t>Attributes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092688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7E7E7E"/>
                </a:solidFill>
                <a:latin typeface="Calibri"/>
                <a:cs typeface="Calibri"/>
              </a:rPr>
              <a:t>66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8200" y="1650492"/>
            <a:ext cx="10506710" cy="1310640"/>
            <a:chOff x="838200" y="1650492"/>
            <a:chExt cx="10506710" cy="1310640"/>
          </a:xfrm>
        </p:grpSpPr>
        <p:sp>
          <p:nvSpPr>
            <p:cNvPr id="5" name="object 5"/>
            <p:cNvSpPr/>
            <p:nvPr/>
          </p:nvSpPr>
          <p:spPr>
            <a:xfrm>
              <a:off x="838200" y="1650492"/>
              <a:ext cx="10506710" cy="1310640"/>
            </a:xfrm>
            <a:custGeom>
              <a:avLst/>
              <a:gdLst/>
              <a:ahLst/>
              <a:cxnLst/>
              <a:rect l="l" t="t" r="r" b="b"/>
              <a:pathLst>
                <a:path w="10506710" h="1310639">
                  <a:moveTo>
                    <a:pt x="10375392" y="0"/>
                  </a:moveTo>
                  <a:lnTo>
                    <a:pt x="131063" y="0"/>
                  </a:lnTo>
                  <a:lnTo>
                    <a:pt x="80051" y="10298"/>
                  </a:lnTo>
                  <a:lnTo>
                    <a:pt x="38390" y="38385"/>
                  </a:lnTo>
                  <a:lnTo>
                    <a:pt x="10300" y="80045"/>
                  </a:lnTo>
                  <a:lnTo>
                    <a:pt x="0" y="131063"/>
                  </a:lnTo>
                  <a:lnTo>
                    <a:pt x="0" y="1179576"/>
                  </a:lnTo>
                  <a:lnTo>
                    <a:pt x="10300" y="1230594"/>
                  </a:lnTo>
                  <a:lnTo>
                    <a:pt x="38390" y="1272254"/>
                  </a:lnTo>
                  <a:lnTo>
                    <a:pt x="80051" y="1300341"/>
                  </a:lnTo>
                  <a:lnTo>
                    <a:pt x="131063" y="1310640"/>
                  </a:lnTo>
                  <a:lnTo>
                    <a:pt x="10375392" y="1310640"/>
                  </a:lnTo>
                  <a:lnTo>
                    <a:pt x="10426410" y="1300341"/>
                  </a:lnTo>
                  <a:lnTo>
                    <a:pt x="10468070" y="1272254"/>
                  </a:lnTo>
                  <a:lnTo>
                    <a:pt x="10496157" y="1230594"/>
                  </a:lnTo>
                  <a:lnTo>
                    <a:pt x="10506456" y="1179576"/>
                  </a:lnTo>
                  <a:lnTo>
                    <a:pt x="10506456" y="131063"/>
                  </a:lnTo>
                  <a:lnTo>
                    <a:pt x="10496157" y="80045"/>
                  </a:lnTo>
                  <a:lnTo>
                    <a:pt x="10468070" y="38385"/>
                  </a:lnTo>
                  <a:lnTo>
                    <a:pt x="10426410" y="10298"/>
                  </a:lnTo>
                  <a:lnTo>
                    <a:pt x="1037539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84236" y="2040369"/>
              <a:ext cx="624205" cy="534035"/>
            </a:xfrm>
            <a:custGeom>
              <a:avLst/>
              <a:gdLst/>
              <a:ahLst/>
              <a:cxnLst/>
              <a:rect l="l" t="t" r="r" b="b"/>
              <a:pathLst>
                <a:path w="624205" h="534035">
                  <a:moveTo>
                    <a:pt x="534530" y="313537"/>
                  </a:moveTo>
                  <a:lnTo>
                    <a:pt x="489991" y="271297"/>
                  </a:lnTo>
                  <a:lnTo>
                    <a:pt x="489991" y="348386"/>
                  </a:lnTo>
                  <a:lnTo>
                    <a:pt x="489991" y="437324"/>
                  </a:lnTo>
                  <a:lnTo>
                    <a:pt x="400900" y="437324"/>
                  </a:lnTo>
                  <a:lnTo>
                    <a:pt x="400900" y="348386"/>
                  </a:lnTo>
                  <a:lnTo>
                    <a:pt x="489991" y="348386"/>
                  </a:lnTo>
                  <a:lnTo>
                    <a:pt x="489991" y="271297"/>
                  </a:lnTo>
                  <a:lnTo>
                    <a:pt x="311810" y="102285"/>
                  </a:lnTo>
                  <a:lnTo>
                    <a:pt x="222719" y="186791"/>
                  </a:lnTo>
                  <a:lnTo>
                    <a:pt x="222719" y="348386"/>
                  </a:lnTo>
                  <a:lnTo>
                    <a:pt x="222719" y="437324"/>
                  </a:lnTo>
                  <a:lnTo>
                    <a:pt x="133629" y="437324"/>
                  </a:lnTo>
                  <a:lnTo>
                    <a:pt x="133629" y="348386"/>
                  </a:lnTo>
                  <a:lnTo>
                    <a:pt x="222719" y="348386"/>
                  </a:lnTo>
                  <a:lnTo>
                    <a:pt x="222719" y="186791"/>
                  </a:lnTo>
                  <a:lnTo>
                    <a:pt x="89090" y="313537"/>
                  </a:lnTo>
                  <a:lnTo>
                    <a:pt x="89090" y="533692"/>
                  </a:lnTo>
                  <a:lnTo>
                    <a:pt x="267258" y="533692"/>
                  </a:lnTo>
                  <a:lnTo>
                    <a:pt x="267258" y="437324"/>
                  </a:lnTo>
                  <a:lnTo>
                    <a:pt x="267258" y="348386"/>
                  </a:lnTo>
                  <a:lnTo>
                    <a:pt x="356349" y="348386"/>
                  </a:lnTo>
                  <a:lnTo>
                    <a:pt x="356349" y="533692"/>
                  </a:lnTo>
                  <a:lnTo>
                    <a:pt x="534530" y="533692"/>
                  </a:lnTo>
                  <a:lnTo>
                    <a:pt x="534530" y="437324"/>
                  </a:lnTo>
                  <a:lnTo>
                    <a:pt x="534530" y="348386"/>
                  </a:lnTo>
                  <a:lnTo>
                    <a:pt x="534530" y="313537"/>
                  </a:lnTo>
                  <a:close/>
                </a:path>
                <a:path w="624205" h="534035">
                  <a:moveTo>
                    <a:pt x="623620" y="296494"/>
                  </a:moveTo>
                  <a:lnTo>
                    <a:pt x="489991" y="168998"/>
                  </a:lnTo>
                  <a:lnTo>
                    <a:pt x="489991" y="112661"/>
                  </a:lnTo>
                  <a:lnTo>
                    <a:pt x="489991" y="44475"/>
                  </a:lnTo>
                  <a:lnTo>
                    <a:pt x="430593" y="44475"/>
                  </a:lnTo>
                  <a:lnTo>
                    <a:pt x="430593" y="112661"/>
                  </a:lnTo>
                  <a:lnTo>
                    <a:pt x="375894" y="60782"/>
                  </a:lnTo>
                  <a:lnTo>
                    <a:pt x="311810" y="0"/>
                  </a:lnTo>
                  <a:lnTo>
                    <a:pt x="0" y="296494"/>
                  </a:lnTo>
                  <a:lnTo>
                    <a:pt x="33413" y="324662"/>
                  </a:lnTo>
                  <a:lnTo>
                    <a:pt x="311810" y="60782"/>
                  </a:lnTo>
                  <a:lnTo>
                    <a:pt x="590207" y="324662"/>
                  </a:lnTo>
                  <a:lnTo>
                    <a:pt x="623620" y="296494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77261" y="2110181"/>
            <a:ext cx="47237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properties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describe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22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38200" y="3287267"/>
            <a:ext cx="10506710" cy="1310640"/>
            <a:chOff x="838200" y="3287267"/>
            <a:chExt cx="10506710" cy="1310640"/>
          </a:xfrm>
        </p:grpSpPr>
        <p:sp>
          <p:nvSpPr>
            <p:cNvPr id="9" name="object 9"/>
            <p:cNvSpPr/>
            <p:nvPr/>
          </p:nvSpPr>
          <p:spPr>
            <a:xfrm>
              <a:off x="838200" y="3287267"/>
              <a:ext cx="10506710" cy="1310640"/>
            </a:xfrm>
            <a:custGeom>
              <a:avLst/>
              <a:gdLst/>
              <a:ahLst/>
              <a:cxnLst/>
              <a:rect l="l" t="t" r="r" b="b"/>
              <a:pathLst>
                <a:path w="10506710" h="1310639">
                  <a:moveTo>
                    <a:pt x="10375392" y="0"/>
                  </a:moveTo>
                  <a:lnTo>
                    <a:pt x="131063" y="0"/>
                  </a:lnTo>
                  <a:lnTo>
                    <a:pt x="80051" y="10298"/>
                  </a:lnTo>
                  <a:lnTo>
                    <a:pt x="38390" y="38385"/>
                  </a:lnTo>
                  <a:lnTo>
                    <a:pt x="10300" y="80045"/>
                  </a:lnTo>
                  <a:lnTo>
                    <a:pt x="0" y="131064"/>
                  </a:lnTo>
                  <a:lnTo>
                    <a:pt x="0" y="1179576"/>
                  </a:lnTo>
                  <a:lnTo>
                    <a:pt x="10300" y="1230594"/>
                  </a:lnTo>
                  <a:lnTo>
                    <a:pt x="38390" y="1272254"/>
                  </a:lnTo>
                  <a:lnTo>
                    <a:pt x="80051" y="1300341"/>
                  </a:lnTo>
                  <a:lnTo>
                    <a:pt x="131063" y="1310640"/>
                  </a:lnTo>
                  <a:lnTo>
                    <a:pt x="10375392" y="1310640"/>
                  </a:lnTo>
                  <a:lnTo>
                    <a:pt x="10426410" y="1300341"/>
                  </a:lnTo>
                  <a:lnTo>
                    <a:pt x="10468070" y="1272254"/>
                  </a:lnTo>
                  <a:lnTo>
                    <a:pt x="10496157" y="1230594"/>
                  </a:lnTo>
                  <a:lnTo>
                    <a:pt x="10506456" y="1179576"/>
                  </a:lnTo>
                  <a:lnTo>
                    <a:pt x="10506456" y="131064"/>
                  </a:lnTo>
                  <a:lnTo>
                    <a:pt x="10496157" y="80045"/>
                  </a:lnTo>
                  <a:lnTo>
                    <a:pt x="10468070" y="38385"/>
                  </a:lnTo>
                  <a:lnTo>
                    <a:pt x="10426410" y="10298"/>
                  </a:lnTo>
                  <a:lnTo>
                    <a:pt x="1037539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88173" y="3662311"/>
              <a:ext cx="415925" cy="563880"/>
            </a:xfrm>
            <a:custGeom>
              <a:avLst/>
              <a:gdLst/>
              <a:ahLst/>
              <a:cxnLst/>
              <a:rect l="l" t="t" r="r" b="b"/>
              <a:pathLst>
                <a:path w="415925" h="563879">
                  <a:moveTo>
                    <a:pt x="415747" y="385457"/>
                  </a:moveTo>
                  <a:lnTo>
                    <a:pt x="405104" y="404139"/>
                  </a:lnTo>
                  <a:lnTo>
                    <a:pt x="375500" y="420420"/>
                  </a:lnTo>
                  <a:lnTo>
                    <a:pt x="371195" y="421652"/>
                  </a:lnTo>
                  <a:lnTo>
                    <a:pt x="371195" y="480326"/>
                  </a:lnTo>
                  <a:lnTo>
                    <a:pt x="371195" y="498119"/>
                  </a:lnTo>
                  <a:lnTo>
                    <a:pt x="365264" y="504050"/>
                  </a:lnTo>
                  <a:lnTo>
                    <a:pt x="347446" y="504050"/>
                  </a:lnTo>
                  <a:lnTo>
                    <a:pt x="341503" y="498119"/>
                  </a:lnTo>
                  <a:lnTo>
                    <a:pt x="341503" y="480326"/>
                  </a:lnTo>
                  <a:lnTo>
                    <a:pt x="347446" y="474395"/>
                  </a:lnTo>
                  <a:lnTo>
                    <a:pt x="365264" y="474395"/>
                  </a:lnTo>
                  <a:lnTo>
                    <a:pt x="371195" y="480326"/>
                  </a:lnTo>
                  <a:lnTo>
                    <a:pt x="371195" y="421652"/>
                  </a:lnTo>
                  <a:lnTo>
                    <a:pt x="330428" y="433273"/>
                  </a:lnTo>
                  <a:lnTo>
                    <a:pt x="273392" y="441718"/>
                  </a:lnTo>
                  <a:lnTo>
                    <a:pt x="207873" y="444754"/>
                  </a:lnTo>
                  <a:lnTo>
                    <a:pt x="142354" y="441718"/>
                  </a:lnTo>
                  <a:lnTo>
                    <a:pt x="85305" y="433273"/>
                  </a:lnTo>
                  <a:lnTo>
                    <a:pt x="40246" y="420420"/>
                  </a:lnTo>
                  <a:lnTo>
                    <a:pt x="10642" y="404139"/>
                  </a:lnTo>
                  <a:lnTo>
                    <a:pt x="0" y="385457"/>
                  </a:lnTo>
                  <a:lnTo>
                    <a:pt x="0" y="504050"/>
                  </a:lnTo>
                  <a:lnTo>
                    <a:pt x="40246" y="539013"/>
                  </a:lnTo>
                  <a:lnTo>
                    <a:pt x="85305" y="551865"/>
                  </a:lnTo>
                  <a:lnTo>
                    <a:pt x="142354" y="560311"/>
                  </a:lnTo>
                  <a:lnTo>
                    <a:pt x="207873" y="563346"/>
                  </a:lnTo>
                  <a:lnTo>
                    <a:pt x="273392" y="560311"/>
                  </a:lnTo>
                  <a:lnTo>
                    <a:pt x="330428" y="551865"/>
                  </a:lnTo>
                  <a:lnTo>
                    <a:pt x="375500" y="539013"/>
                  </a:lnTo>
                  <a:lnTo>
                    <a:pt x="405104" y="522744"/>
                  </a:lnTo>
                  <a:lnTo>
                    <a:pt x="415747" y="504050"/>
                  </a:lnTo>
                  <a:lnTo>
                    <a:pt x="415747" y="474395"/>
                  </a:lnTo>
                  <a:lnTo>
                    <a:pt x="415747" y="444754"/>
                  </a:lnTo>
                  <a:lnTo>
                    <a:pt x="415747" y="385457"/>
                  </a:lnTo>
                  <a:close/>
                </a:path>
                <a:path w="415925" h="563879">
                  <a:moveTo>
                    <a:pt x="415747" y="237197"/>
                  </a:moveTo>
                  <a:lnTo>
                    <a:pt x="405104" y="255892"/>
                  </a:lnTo>
                  <a:lnTo>
                    <a:pt x="375500" y="272161"/>
                  </a:lnTo>
                  <a:lnTo>
                    <a:pt x="371195" y="273392"/>
                  </a:lnTo>
                  <a:lnTo>
                    <a:pt x="371195" y="332079"/>
                  </a:lnTo>
                  <a:lnTo>
                    <a:pt x="371195" y="349872"/>
                  </a:lnTo>
                  <a:lnTo>
                    <a:pt x="365264" y="355803"/>
                  </a:lnTo>
                  <a:lnTo>
                    <a:pt x="347446" y="355803"/>
                  </a:lnTo>
                  <a:lnTo>
                    <a:pt x="341503" y="349872"/>
                  </a:lnTo>
                  <a:lnTo>
                    <a:pt x="341503" y="332079"/>
                  </a:lnTo>
                  <a:lnTo>
                    <a:pt x="347446" y="326148"/>
                  </a:lnTo>
                  <a:lnTo>
                    <a:pt x="365264" y="326148"/>
                  </a:lnTo>
                  <a:lnTo>
                    <a:pt x="371195" y="332079"/>
                  </a:lnTo>
                  <a:lnTo>
                    <a:pt x="371195" y="273392"/>
                  </a:lnTo>
                  <a:lnTo>
                    <a:pt x="330428" y="285026"/>
                  </a:lnTo>
                  <a:lnTo>
                    <a:pt x="273392" y="293471"/>
                  </a:lnTo>
                  <a:lnTo>
                    <a:pt x="207873" y="296506"/>
                  </a:lnTo>
                  <a:lnTo>
                    <a:pt x="142354" y="293471"/>
                  </a:lnTo>
                  <a:lnTo>
                    <a:pt x="85305" y="285026"/>
                  </a:lnTo>
                  <a:lnTo>
                    <a:pt x="40246" y="272161"/>
                  </a:lnTo>
                  <a:lnTo>
                    <a:pt x="10642" y="255892"/>
                  </a:lnTo>
                  <a:lnTo>
                    <a:pt x="0" y="237197"/>
                  </a:lnTo>
                  <a:lnTo>
                    <a:pt x="0" y="355803"/>
                  </a:lnTo>
                  <a:lnTo>
                    <a:pt x="40246" y="390766"/>
                  </a:lnTo>
                  <a:lnTo>
                    <a:pt x="85305" y="403618"/>
                  </a:lnTo>
                  <a:lnTo>
                    <a:pt x="142354" y="412064"/>
                  </a:lnTo>
                  <a:lnTo>
                    <a:pt x="207873" y="415099"/>
                  </a:lnTo>
                  <a:lnTo>
                    <a:pt x="273392" y="412064"/>
                  </a:lnTo>
                  <a:lnTo>
                    <a:pt x="330428" y="403618"/>
                  </a:lnTo>
                  <a:lnTo>
                    <a:pt x="375500" y="390766"/>
                  </a:lnTo>
                  <a:lnTo>
                    <a:pt x="405104" y="374497"/>
                  </a:lnTo>
                  <a:lnTo>
                    <a:pt x="415747" y="355803"/>
                  </a:lnTo>
                  <a:lnTo>
                    <a:pt x="415747" y="326148"/>
                  </a:lnTo>
                  <a:lnTo>
                    <a:pt x="415747" y="296506"/>
                  </a:lnTo>
                  <a:lnTo>
                    <a:pt x="415747" y="237197"/>
                  </a:lnTo>
                  <a:close/>
                </a:path>
                <a:path w="415925" h="563879">
                  <a:moveTo>
                    <a:pt x="415747" y="88950"/>
                  </a:moveTo>
                  <a:lnTo>
                    <a:pt x="405104" y="107645"/>
                  </a:lnTo>
                  <a:lnTo>
                    <a:pt x="375500" y="123913"/>
                  </a:lnTo>
                  <a:lnTo>
                    <a:pt x="371195" y="125145"/>
                  </a:lnTo>
                  <a:lnTo>
                    <a:pt x="371195" y="183832"/>
                  </a:lnTo>
                  <a:lnTo>
                    <a:pt x="371195" y="201625"/>
                  </a:lnTo>
                  <a:lnTo>
                    <a:pt x="365264" y="207556"/>
                  </a:lnTo>
                  <a:lnTo>
                    <a:pt x="347446" y="207556"/>
                  </a:lnTo>
                  <a:lnTo>
                    <a:pt x="341503" y="201625"/>
                  </a:lnTo>
                  <a:lnTo>
                    <a:pt x="341503" y="183832"/>
                  </a:lnTo>
                  <a:lnTo>
                    <a:pt x="347446" y="177901"/>
                  </a:lnTo>
                  <a:lnTo>
                    <a:pt x="365264" y="177901"/>
                  </a:lnTo>
                  <a:lnTo>
                    <a:pt x="371195" y="183832"/>
                  </a:lnTo>
                  <a:lnTo>
                    <a:pt x="371195" y="125145"/>
                  </a:lnTo>
                  <a:lnTo>
                    <a:pt x="330428" y="136766"/>
                  </a:lnTo>
                  <a:lnTo>
                    <a:pt x="273392" y="145211"/>
                  </a:lnTo>
                  <a:lnTo>
                    <a:pt x="207873" y="148247"/>
                  </a:lnTo>
                  <a:lnTo>
                    <a:pt x="142354" y="145211"/>
                  </a:lnTo>
                  <a:lnTo>
                    <a:pt x="85305" y="136766"/>
                  </a:lnTo>
                  <a:lnTo>
                    <a:pt x="40246" y="123913"/>
                  </a:lnTo>
                  <a:lnTo>
                    <a:pt x="10642" y="107645"/>
                  </a:lnTo>
                  <a:lnTo>
                    <a:pt x="0" y="88950"/>
                  </a:lnTo>
                  <a:lnTo>
                    <a:pt x="0" y="207556"/>
                  </a:lnTo>
                  <a:lnTo>
                    <a:pt x="40246" y="242519"/>
                  </a:lnTo>
                  <a:lnTo>
                    <a:pt x="85305" y="255371"/>
                  </a:lnTo>
                  <a:lnTo>
                    <a:pt x="142354" y="263817"/>
                  </a:lnTo>
                  <a:lnTo>
                    <a:pt x="207873" y="266852"/>
                  </a:lnTo>
                  <a:lnTo>
                    <a:pt x="273392" y="263817"/>
                  </a:lnTo>
                  <a:lnTo>
                    <a:pt x="330428" y="255371"/>
                  </a:lnTo>
                  <a:lnTo>
                    <a:pt x="375500" y="242519"/>
                  </a:lnTo>
                  <a:lnTo>
                    <a:pt x="405104" y="226237"/>
                  </a:lnTo>
                  <a:lnTo>
                    <a:pt x="415747" y="207556"/>
                  </a:lnTo>
                  <a:lnTo>
                    <a:pt x="415747" y="177901"/>
                  </a:lnTo>
                  <a:lnTo>
                    <a:pt x="415747" y="148247"/>
                  </a:lnTo>
                  <a:lnTo>
                    <a:pt x="415747" y="88950"/>
                  </a:lnTo>
                  <a:close/>
                </a:path>
                <a:path w="415925" h="563879">
                  <a:moveTo>
                    <a:pt x="415747" y="59309"/>
                  </a:moveTo>
                  <a:lnTo>
                    <a:pt x="375640" y="24282"/>
                  </a:lnTo>
                  <a:lnTo>
                    <a:pt x="330644" y="11442"/>
                  </a:lnTo>
                  <a:lnTo>
                    <a:pt x="273570" y="3022"/>
                  </a:lnTo>
                  <a:lnTo>
                    <a:pt x="207873" y="0"/>
                  </a:lnTo>
                  <a:lnTo>
                    <a:pt x="142163" y="3022"/>
                  </a:lnTo>
                  <a:lnTo>
                    <a:pt x="85102" y="11442"/>
                  </a:lnTo>
                  <a:lnTo>
                    <a:pt x="40106" y="24282"/>
                  </a:lnTo>
                  <a:lnTo>
                    <a:pt x="10591" y="40563"/>
                  </a:lnTo>
                  <a:lnTo>
                    <a:pt x="0" y="59309"/>
                  </a:lnTo>
                  <a:lnTo>
                    <a:pt x="10591" y="78041"/>
                  </a:lnTo>
                  <a:lnTo>
                    <a:pt x="40106" y="94322"/>
                  </a:lnTo>
                  <a:lnTo>
                    <a:pt x="85102" y="107162"/>
                  </a:lnTo>
                  <a:lnTo>
                    <a:pt x="142163" y="115582"/>
                  </a:lnTo>
                  <a:lnTo>
                    <a:pt x="207873" y="118605"/>
                  </a:lnTo>
                  <a:lnTo>
                    <a:pt x="273570" y="115582"/>
                  </a:lnTo>
                  <a:lnTo>
                    <a:pt x="330644" y="107162"/>
                  </a:lnTo>
                  <a:lnTo>
                    <a:pt x="375640" y="94322"/>
                  </a:lnTo>
                  <a:lnTo>
                    <a:pt x="405142" y="78041"/>
                  </a:lnTo>
                  <a:lnTo>
                    <a:pt x="415747" y="59309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477261" y="3406902"/>
            <a:ext cx="8108315" cy="104203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50"/>
              </a:spcBef>
            </a:pP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describes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becomes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major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2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have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some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value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its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attributes.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38200" y="4925567"/>
            <a:ext cx="10506710" cy="1309370"/>
            <a:chOff x="838200" y="4925567"/>
            <a:chExt cx="10506710" cy="1309370"/>
          </a:xfrm>
        </p:grpSpPr>
        <p:sp>
          <p:nvSpPr>
            <p:cNvPr id="13" name="object 13"/>
            <p:cNvSpPr/>
            <p:nvPr/>
          </p:nvSpPr>
          <p:spPr>
            <a:xfrm>
              <a:off x="838200" y="4925567"/>
              <a:ext cx="10506710" cy="1309370"/>
            </a:xfrm>
            <a:custGeom>
              <a:avLst/>
              <a:gdLst/>
              <a:ahLst/>
              <a:cxnLst/>
              <a:rect l="l" t="t" r="r" b="b"/>
              <a:pathLst>
                <a:path w="10506710" h="1309370">
                  <a:moveTo>
                    <a:pt x="10375519" y="0"/>
                  </a:moveTo>
                  <a:lnTo>
                    <a:pt x="130911" y="0"/>
                  </a:lnTo>
                  <a:lnTo>
                    <a:pt x="79954" y="10296"/>
                  </a:lnTo>
                  <a:lnTo>
                    <a:pt x="38342" y="38369"/>
                  </a:lnTo>
                  <a:lnTo>
                    <a:pt x="10287" y="79992"/>
                  </a:lnTo>
                  <a:lnTo>
                    <a:pt x="0" y="130936"/>
                  </a:lnTo>
                  <a:lnTo>
                    <a:pt x="0" y="1178204"/>
                  </a:lnTo>
                  <a:lnTo>
                    <a:pt x="10287" y="1229161"/>
                  </a:lnTo>
                  <a:lnTo>
                    <a:pt x="38342" y="1270773"/>
                  </a:lnTo>
                  <a:lnTo>
                    <a:pt x="79954" y="1298828"/>
                  </a:lnTo>
                  <a:lnTo>
                    <a:pt x="130911" y="1309115"/>
                  </a:lnTo>
                  <a:lnTo>
                    <a:pt x="10375519" y="1309128"/>
                  </a:lnTo>
                  <a:lnTo>
                    <a:pt x="10426463" y="1298840"/>
                  </a:lnTo>
                  <a:lnTo>
                    <a:pt x="10468086" y="1270784"/>
                  </a:lnTo>
                  <a:lnTo>
                    <a:pt x="10496159" y="1229168"/>
                  </a:lnTo>
                  <a:lnTo>
                    <a:pt x="10506456" y="1178204"/>
                  </a:lnTo>
                  <a:lnTo>
                    <a:pt x="10506456" y="130936"/>
                  </a:lnTo>
                  <a:lnTo>
                    <a:pt x="10496176" y="79992"/>
                  </a:lnTo>
                  <a:lnTo>
                    <a:pt x="10468133" y="38369"/>
                  </a:lnTo>
                  <a:lnTo>
                    <a:pt x="10426517" y="10296"/>
                  </a:lnTo>
                  <a:lnTo>
                    <a:pt x="1037551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58483" y="5606633"/>
              <a:ext cx="184150" cy="227965"/>
            </a:xfrm>
            <a:custGeom>
              <a:avLst/>
              <a:gdLst/>
              <a:ahLst/>
              <a:cxnLst/>
              <a:rect l="l" t="t" r="r" b="b"/>
              <a:pathLst>
                <a:path w="184150" h="227964">
                  <a:moveTo>
                    <a:pt x="157908" y="0"/>
                  </a:moveTo>
                  <a:lnTo>
                    <a:pt x="108900" y="14989"/>
                  </a:lnTo>
                  <a:lnTo>
                    <a:pt x="50836" y="43293"/>
                  </a:lnTo>
                  <a:lnTo>
                    <a:pt x="13919" y="70712"/>
                  </a:lnTo>
                  <a:lnTo>
                    <a:pt x="0" y="108598"/>
                  </a:lnTo>
                  <a:lnTo>
                    <a:pt x="0" y="227448"/>
                  </a:lnTo>
                  <a:lnTo>
                    <a:pt x="183893" y="227448"/>
                  </a:lnTo>
                  <a:lnTo>
                    <a:pt x="157908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7267" y="5336399"/>
              <a:ext cx="237568" cy="2376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558925" y="5596394"/>
              <a:ext cx="274955" cy="238125"/>
            </a:xfrm>
            <a:custGeom>
              <a:avLst/>
              <a:gdLst/>
              <a:ahLst/>
              <a:cxnLst/>
              <a:rect l="l" t="t" r="r" b="b"/>
              <a:pathLst>
                <a:path w="274955" h="238125">
                  <a:moveTo>
                    <a:pt x="68821" y="205981"/>
                  </a:moveTo>
                  <a:lnTo>
                    <a:pt x="58724" y="59423"/>
                  </a:lnTo>
                  <a:lnTo>
                    <a:pt x="15519" y="59423"/>
                  </a:lnTo>
                  <a:lnTo>
                    <a:pt x="5422" y="205981"/>
                  </a:lnTo>
                  <a:lnTo>
                    <a:pt x="37122" y="237693"/>
                  </a:lnTo>
                  <a:lnTo>
                    <a:pt x="68821" y="205981"/>
                  </a:lnTo>
                  <a:close/>
                </a:path>
                <a:path w="274955" h="238125">
                  <a:moveTo>
                    <a:pt x="74244" y="0"/>
                  </a:moveTo>
                  <a:lnTo>
                    <a:pt x="0" y="0"/>
                  </a:lnTo>
                  <a:lnTo>
                    <a:pt x="14401" y="44564"/>
                  </a:lnTo>
                  <a:lnTo>
                    <a:pt x="59842" y="44564"/>
                  </a:lnTo>
                  <a:lnTo>
                    <a:pt x="74244" y="0"/>
                  </a:lnTo>
                  <a:close/>
                </a:path>
                <a:path w="274955" h="238125">
                  <a:moveTo>
                    <a:pt x="274688" y="118846"/>
                  </a:moveTo>
                  <a:lnTo>
                    <a:pt x="260769" y="80962"/>
                  </a:lnTo>
                  <a:lnTo>
                    <a:pt x="224904" y="52870"/>
                  </a:lnTo>
                  <a:lnTo>
                    <a:pt x="222719" y="51701"/>
                  </a:lnTo>
                  <a:lnTo>
                    <a:pt x="222719" y="141122"/>
                  </a:lnTo>
                  <a:lnTo>
                    <a:pt x="222719" y="155981"/>
                  </a:lnTo>
                  <a:lnTo>
                    <a:pt x="148475" y="155981"/>
                  </a:lnTo>
                  <a:lnTo>
                    <a:pt x="148475" y="141122"/>
                  </a:lnTo>
                  <a:lnTo>
                    <a:pt x="222719" y="141122"/>
                  </a:lnTo>
                  <a:lnTo>
                    <a:pt x="222719" y="51701"/>
                  </a:lnTo>
                  <a:lnTo>
                    <a:pt x="166154" y="24930"/>
                  </a:lnTo>
                  <a:lnTo>
                    <a:pt x="129184" y="13068"/>
                  </a:lnTo>
                  <a:lnTo>
                    <a:pt x="116776" y="9867"/>
                  </a:lnTo>
                  <a:lnTo>
                    <a:pt x="90792" y="237693"/>
                  </a:lnTo>
                  <a:lnTo>
                    <a:pt x="274688" y="237693"/>
                  </a:lnTo>
                  <a:lnTo>
                    <a:pt x="274688" y="155981"/>
                  </a:lnTo>
                  <a:lnTo>
                    <a:pt x="274688" y="141122"/>
                  </a:lnTo>
                  <a:lnTo>
                    <a:pt x="274688" y="118846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77261" y="5385612"/>
            <a:ext cx="68484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E.g.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Employee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entity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name,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age,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phone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768930"/>
            <a:ext cx="251968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-55" dirty="0">
                <a:latin typeface="Calibri Light"/>
                <a:cs typeface="Calibri Light"/>
              </a:rPr>
              <a:t>Attributes</a:t>
            </a:r>
            <a:endParaRPr sz="50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608065" y="618490"/>
            <a:ext cx="6130290" cy="612140"/>
            <a:chOff x="5608065" y="618490"/>
            <a:chExt cx="6130290" cy="612140"/>
          </a:xfrm>
        </p:grpSpPr>
        <p:sp>
          <p:nvSpPr>
            <p:cNvPr id="4" name="object 4"/>
            <p:cNvSpPr/>
            <p:nvPr/>
          </p:nvSpPr>
          <p:spPr>
            <a:xfrm>
              <a:off x="5614415" y="845820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59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920739" y="624840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59">
                  <a:moveTo>
                    <a:pt x="4207256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90" y="21589"/>
                  </a:lnTo>
                  <a:lnTo>
                    <a:pt x="5794" y="45005"/>
                  </a:lnTo>
                  <a:lnTo>
                    <a:pt x="0" y="73660"/>
                  </a:lnTo>
                  <a:lnTo>
                    <a:pt x="0" y="368300"/>
                  </a:lnTo>
                  <a:lnTo>
                    <a:pt x="5794" y="396954"/>
                  </a:lnTo>
                  <a:lnTo>
                    <a:pt x="21589" y="420369"/>
                  </a:lnTo>
                  <a:lnTo>
                    <a:pt x="45005" y="436165"/>
                  </a:lnTo>
                  <a:lnTo>
                    <a:pt x="73660" y="441960"/>
                  </a:lnTo>
                  <a:lnTo>
                    <a:pt x="4207256" y="441960"/>
                  </a:lnTo>
                  <a:lnTo>
                    <a:pt x="4235910" y="436165"/>
                  </a:lnTo>
                  <a:lnTo>
                    <a:pt x="4259326" y="420370"/>
                  </a:lnTo>
                  <a:lnTo>
                    <a:pt x="4275121" y="396954"/>
                  </a:lnTo>
                  <a:lnTo>
                    <a:pt x="4280916" y="368300"/>
                  </a:lnTo>
                  <a:lnTo>
                    <a:pt x="4280916" y="73660"/>
                  </a:lnTo>
                  <a:lnTo>
                    <a:pt x="4275121" y="45005"/>
                  </a:lnTo>
                  <a:lnTo>
                    <a:pt x="4259325" y="21590"/>
                  </a:lnTo>
                  <a:lnTo>
                    <a:pt x="4235910" y="5794"/>
                  </a:lnTo>
                  <a:lnTo>
                    <a:pt x="420725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20739" y="624840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59">
                  <a:moveTo>
                    <a:pt x="0" y="73660"/>
                  </a:moveTo>
                  <a:lnTo>
                    <a:pt x="5794" y="45005"/>
                  </a:lnTo>
                  <a:lnTo>
                    <a:pt x="21590" y="21589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4207256" y="0"/>
                  </a:lnTo>
                  <a:lnTo>
                    <a:pt x="4235910" y="5794"/>
                  </a:lnTo>
                  <a:lnTo>
                    <a:pt x="4259325" y="21590"/>
                  </a:lnTo>
                  <a:lnTo>
                    <a:pt x="4275121" y="45005"/>
                  </a:lnTo>
                  <a:lnTo>
                    <a:pt x="4280916" y="73660"/>
                  </a:lnTo>
                  <a:lnTo>
                    <a:pt x="4280916" y="368300"/>
                  </a:lnTo>
                  <a:lnTo>
                    <a:pt x="4275121" y="396954"/>
                  </a:lnTo>
                  <a:lnTo>
                    <a:pt x="4259326" y="420370"/>
                  </a:lnTo>
                  <a:lnTo>
                    <a:pt x="4235910" y="436165"/>
                  </a:lnTo>
                  <a:lnTo>
                    <a:pt x="4207256" y="441960"/>
                  </a:lnTo>
                  <a:lnTo>
                    <a:pt x="73660" y="441960"/>
                  </a:lnTo>
                  <a:lnTo>
                    <a:pt x="45005" y="436165"/>
                  </a:lnTo>
                  <a:lnTo>
                    <a:pt x="21589" y="420369"/>
                  </a:lnTo>
                  <a:lnTo>
                    <a:pt x="5794" y="396954"/>
                  </a:lnTo>
                  <a:lnTo>
                    <a:pt x="0" y="368300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6091809" y="539572"/>
            <a:ext cx="287464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Simple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608065" y="1298194"/>
            <a:ext cx="6130290" cy="613410"/>
            <a:chOff x="5608065" y="1298194"/>
            <a:chExt cx="6130290" cy="613410"/>
          </a:xfrm>
        </p:grpSpPr>
        <p:sp>
          <p:nvSpPr>
            <p:cNvPr id="9" name="object 9"/>
            <p:cNvSpPr/>
            <p:nvPr/>
          </p:nvSpPr>
          <p:spPr>
            <a:xfrm>
              <a:off x="5614415" y="1525524"/>
              <a:ext cx="6117590" cy="379730"/>
            </a:xfrm>
            <a:custGeom>
              <a:avLst/>
              <a:gdLst/>
              <a:ahLst/>
              <a:cxnLst/>
              <a:rect l="l" t="t" r="r" b="b"/>
              <a:pathLst>
                <a:path w="6117590" h="379730">
                  <a:moveTo>
                    <a:pt x="0" y="379475"/>
                  </a:moveTo>
                  <a:lnTo>
                    <a:pt x="6117336" y="379475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9475"/>
                  </a:lnTo>
                  <a:close/>
                </a:path>
              </a:pathLst>
            </a:custGeom>
            <a:ln w="12700">
              <a:solidFill>
                <a:srgbClr val="DF79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20739" y="1304544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420700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3"/>
                  </a:lnTo>
                  <a:lnTo>
                    <a:pt x="4207002" y="443483"/>
                  </a:lnTo>
                  <a:lnTo>
                    <a:pt x="4235749" y="437667"/>
                  </a:lnTo>
                  <a:lnTo>
                    <a:pt x="4259246" y="421814"/>
                  </a:lnTo>
                  <a:lnTo>
                    <a:pt x="4275099" y="398317"/>
                  </a:lnTo>
                  <a:lnTo>
                    <a:pt x="4280916" y="369569"/>
                  </a:lnTo>
                  <a:lnTo>
                    <a:pt x="4280916" y="73913"/>
                  </a:lnTo>
                  <a:lnTo>
                    <a:pt x="4275099" y="45166"/>
                  </a:lnTo>
                  <a:lnTo>
                    <a:pt x="4259246" y="21669"/>
                  </a:lnTo>
                  <a:lnTo>
                    <a:pt x="4235749" y="5816"/>
                  </a:lnTo>
                  <a:lnTo>
                    <a:pt x="4207002" y="0"/>
                  </a:lnTo>
                  <a:close/>
                </a:path>
              </a:pathLst>
            </a:custGeom>
            <a:solidFill>
              <a:srgbClr val="DF79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920739" y="1304544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4207002" y="0"/>
                  </a:lnTo>
                  <a:lnTo>
                    <a:pt x="4235749" y="5816"/>
                  </a:lnTo>
                  <a:lnTo>
                    <a:pt x="4259246" y="21669"/>
                  </a:lnTo>
                  <a:lnTo>
                    <a:pt x="4275099" y="45166"/>
                  </a:lnTo>
                  <a:lnTo>
                    <a:pt x="4280916" y="73913"/>
                  </a:lnTo>
                  <a:lnTo>
                    <a:pt x="4280916" y="369569"/>
                  </a:lnTo>
                  <a:lnTo>
                    <a:pt x="4275099" y="398317"/>
                  </a:lnTo>
                  <a:lnTo>
                    <a:pt x="4259246" y="421814"/>
                  </a:lnTo>
                  <a:lnTo>
                    <a:pt x="4235749" y="437667"/>
                  </a:lnTo>
                  <a:lnTo>
                    <a:pt x="4207002" y="443483"/>
                  </a:lnTo>
                  <a:lnTo>
                    <a:pt x="73913" y="443483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5608065" y="1979422"/>
            <a:ext cx="6130290" cy="612140"/>
            <a:chOff x="5608065" y="1979422"/>
            <a:chExt cx="6130290" cy="612140"/>
          </a:xfrm>
        </p:grpSpPr>
        <p:sp>
          <p:nvSpPr>
            <p:cNvPr id="13" name="object 13"/>
            <p:cNvSpPr/>
            <p:nvPr/>
          </p:nvSpPr>
          <p:spPr>
            <a:xfrm>
              <a:off x="5614415" y="2206752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60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D47A5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20739" y="1985772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60">
                  <a:moveTo>
                    <a:pt x="4207256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90" y="21589"/>
                  </a:lnTo>
                  <a:lnTo>
                    <a:pt x="5794" y="45005"/>
                  </a:lnTo>
                  <a:lnTo>
                    <a:pt x="0" y="73660"/>
                  </a:lnTo>
                  <a:lnTo>
                    <a:pt x="0" y="368300"/>
                  </a:lnTo>
                  <a:lnTo>
                    <a:pt x="5794" y="396954"/>
                  </a:lnTo>
                  <a:lnTo>
                    <a:pt x="21589" y="420369"/>
                  </a:lnTo>
                  <a:lnTo>
                    <a:pt x="45005" y="436165"/>
                  </a:lnTo>
                  <a:lnTo>
                    <a:pt x="73660" y="441960"/>
                  </a:lnTo>
                  <a:lnTo>
                    <a:pt x="4207256" y="441960"/>
                  </a:lnTo>
                  <a:lnTo>
                    <a:pt x="4235910" y="436165"/>
                  </a:lnTo>
                  <a:lnTo>
                    <a:pt x="4259326" y="420370"/>
                  </a:lnTo>
                  <a:lnTo>
                    <a:pt x="4275121" y="396954"/>
                  </a:lnTo>
                  <a:lnTo>
                    <a:pt x="4280916" y="368300"/>
                  </a:lnTo>
                  <a:lnTo>
                    <a:pt x="4280916" y="73660"/>
                  </a:lnTo>
                  <a:lnTo>
                    <a:pt x="4275121" y="45005"/>
                  </a:lnTo>
                  <a:lnTo>
                    <a:pt x="4259325" y="21589"/>
                  </a:lnTo>
                  <a:lnTo>
                    <a:pt x="4235910" y="5794"/>
                  </a:lnTo>
                  <a:lnTo>
                    <a:pt x="4207256" y="0"/>
                  </a:lnTo>
                  <a:close/>
                </a:path>
              </a:pathLst>
            </a:custGeom>
            <a:solidFill>
              <a:srgbClr val="D47A5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20739" y="1985772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60">
                  <a:moveTo>
                    <a:pt x="0" y="73660"/>
                  </a:moveTo>
                  <a:lnTo>
                    <a:pt x="5794" y="45005"/>
                  </a:lnTo>
                  <a:lnTo>
                    <a:pt x="21590" y="21589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4207256" y="0"/>
                  </a:lnTo>
                  <a:lnTo>
                    <a:pt x="4235910" y="5794"/>
                  </a:lnTo>
                  <a:lnTo>
                    <a:pt x="4259325" y="21589"/>
                  </a:lnTo>
                  <a:lnTo>
                    <a:pt x="4275121" y="45005"/>
                  </a:lnTo>
                  <a:lnTo>
                    <a:pt x="4280916" y="73660"/>
                  </a:lnTo>
                  <a:lnTo>
                    <a:pt x="4280916" y="368300"/>
                  </a:lnTo>
                  <a:lnTo>
                    <a:pt x="4275121" y="396954"/>
                  </a:lnTo>
                  <a:lnTo>
                    <a:pt x="4259326" y="420370"/>
                  </a:lnTo>
                  <a:lnTo>
                    <a:pt x="4235910" y="436165"/>
                  </a:lnTo>
                  <a:lnTo>
                    <a:pt x="4207256" y="441960"/>
                  </a:lnTo>
                  <a:lnTo>
                    <a:pt x="73660" y="441960"/>
                  </a:lnTo>
                  <a:lnTo>
                    <a:pt x="45005" y="436165"/>
                  </a:lnTo>
                  <a:lnTo>
                    <a:pt x="21589" y="420369"/>
                  </a:lnTo>
                  <a:lnTo>
                    <a:pt x="5794" y="396954"/>
                  </a:lnTo>
                  <a:lnTo>
                    <a:pt x="0" y="368300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091809" y="1028040"/>
            <a:ext cx="3799204" cy="1386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9600"/>
              </a:lnSpc>
              <a:spcBef>
                <a:spcPts val="95"/>
              </a:spcBef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Composite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Attributes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Single</a:t>
            </a:r>
            <a:r>
              <a:rPr sz="32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Valued</a:t>
            </a:r>
            <a:r>
              <a:rPr sz="3200" spc="-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608065" y="2659126"/>
            <a:ext cx="6130290" cy="612140"/>
            <a:chOff x="5608065" y="2659126"/>
            <a:chExt cx="6130290" cy="612140"/>
          </a:xfrm>
        </p:grpSpPr>
        <p:sp>
          <p:nvSpPr>
            <p:cNvPr id="18" name="object 18"/>
            <p:cNvSpPr/>
            <p:nvPr/>
          </p:nvSpPr>
          <p:spPr>
            <a:xfrm>
              <a:off x="5614415" y="2886456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60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C97D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20739" y="2665476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420700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4207002" y="443484"/>
                  </a:lnTo>
                  <a:lnTo>
                    <a:pt x="4235749" y="437667"/>
                  </a:lnTo>
                  <a:lnTo>
                    <a:pt x="4259246" y="421814"/>
                  </a:lnTo>
                  <a:lnTo>
                    <a:pt x="4275099" y="398317"/>
                  </a:lnTo>
                  <a:lnTo>
                    <a:pt x="4280916" y="369570"/>
                  </a:lnTo>
                  <a:lnTo>
                    <a:pt x="4280916" y="73913"/>
                  </a:lnTo>
                  <a:lnTo>
                    <a:pt x="4275099" y="45166"/>
                  </a:lnTo>
                  <a:lnTo>
                    <a:pt x="4259246" y="21669"/>
                  </a:lnTo>
                  <a:lnTo>
                    <a:pt x="4235749" y="5816"/>
                  </a:lnTo>
                  <a:lnTo>
                    <a:pt x="4207002" y="0"/>
                  </a:lnTo>
                  <a:close/>
                </a:path>
              </a:pathLst>
            </a:custGeom>
            <a:solidFill>
              <a:srgbClr val="C97D6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20739" y="2665476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4207002" y="0"/>
                  </a:lnTo>
                  <a:lnTo>
                    <a:pt x="4235749" y="5816"/>
                  </a:lnTo>
                  <a:lnTo>
                    <a:pt x="4259246" y="21669"/>
                  </a:lnTo>
                  <a:lnTo>
                    <a:pt x="4275099" y="45166"/>
                  </a:lnTo>
                  <a:lnTo>
                    <a:pt x="4280916" y="73913"/>
                  </a:lnTo>
                  <a:lnTo>
                    <a:pt x="4280916" y="369570"/>
                  </a:lnTo>
                  <a:lnTo>
                    <a:pt x="4275099" y="398317"/>
                  </a:lnTo>
                  <a:lnTo>
                    <a:pt x="4259246" y="421814"/>
                  </a:lnTo>
                  <a:lnTo>
                    <a:pt x="4235749" y="437667"/>
                  </a:lnTo>
                  <a:lnTo>
                    <a:pt x="4207002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091809" y="2581097"/>
            <a:ext cx="37947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Multi</a:t>
            </a:r>
            <a:r>
              <a:rPr sz="3200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Valued</a:t>
            </a:r>
            <a:r>
              <a:rPr sz="3200" spc="5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608065" y="3340353"/>
            <a:ext cx="6130290" cy="612140"/>
            <a:chOff x="5608065" y="3340353"/>
            <a:chExt cx="6130290" cy="612140"/>
          </a:xfrm>
        </p:grpSpPr>
        <p:sp>
          <p:nvSpPr>
            <p:cNvPr id="23" name="object 23"/>
            <p:cNvSpPr/>
            <p:nvPr/>
          </p:nvSpPr>
          <p:spPr>
            <a:xfrm>
              <a:off x="5614415" y="3567683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60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BE84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20739" y="3346703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60">
                  <a:moveTo>
                    <a:pt x="4207256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90" y="21589"/>
                  </a:lnTo>
                  <a:lnTo>
                    <a:pt x="5794" y="45005"/>
                  </a:lnTo>
                  <a:lnTo>
                    <a:pt x="0" y="73660"/>
                  </a:lnTo>
                  <a:lnTo>
                    <a:pt x="0" y="368300"/>
                  </a:lnTo>
                  <a:lnTo>
                    <a:pt x="5794" y="396954"/>
                  </a:lnTo>
                  <a:lnTo>
                    <a:pt x="21589" y="420369"/>
                  </a:lnTo>
                  <a:lnTo>
                    <a:pt x="45005" y="436165"/>
                  </a:lnTo>
                  <a:lnTo>
                    <a:pt x="73660" y="441960"/>
                  </a:lnTo>
                  <a:lnTo>
                    <a:pt x="4207256" y="441960"/>
                  </a:lnTo>
                  <a:lnTo>
                    <a:pt x="4235910" y="436165"/>
                  </a:lnTo>
                  <a:lnTo>
                    <a:pt x="4259326" y="420370"/>
                  </a:lnTo>
                  <a:lnTo>
                    <a:pt x="4275121" y="396954"/>
                  </a:lnTo>
                  <a:lnTo>
                    <a:pt x="4280916" y="368300"/>
                  </a:lnTo>
                  <a:lnTo>
                    <a:pt x="4280916" y="73660"/>
                  </a:lnTo>
                  <a:lnTo>
                    <a:pt x="4275121" y="45005"/>
                  </a:lnTo>
                  <a:lnTo>
                    <a:pt x="4259325" y="21590"/>
                  </a:lnTo>
                  <a:lnTo>
                    <a:pt x="4235910" y="5794"/>
                  </a:lnTo>
                  <a:lnTo>
                    <a:pt x="4207256" y="0"/>
                  </a:lnTo>
                  <a:close/>
                </a:path>
              </a:pathLst>
            </a:custGeom>
            <a:solidFill>
              <a:srgbClr val="BE84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20739" y="3346703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60">
                  <a:moveTo>
                    <a:pt x="0" y="73660"/>
                  </a:moveTo>
                  <a:lnTo>
                    <a:pt x="5794" y="45005"/>
                  </a:lnTo>
                  <a:lnTo>
                    <a:pt x="21590" y="21589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4207256" y="0"/>
                  </a:lnTo>
                  <a:lnTo>
                    <a:pt x="4235910" y="5794"/>
                  </a:lnTo>
                  <a:lnTo>
                    <a:pt x="4259325" y="21590"/>
                  </a:lnTo>
                  <a:lnTo>
                    <a:pt x="4275121" y="45005"/>
                  </a:lnTo>
                  <a:lnTo>
                    <a:pt x="4280916" y="73660"/>
                  </a:lnTo>
                  <a:lnTo>
                    <a:pt x="4280916" y="368300"/>
                  </a:lnTo>
                  <a:lnTo>
                    <a:pt x="4275121" y="396954"/>
                  </a:lnTo>
                  <a:lnTo>
                    <a:pt x="4259326" y="420370"/>
                  </a:lnTo>
                  <a:lnTo>
                    <a:pt x="4235910" y="436165"/>
                  </a:lnTo>
                  <a:lnTo>
                    <a:pt x="4207256" y="441960"/>
                  </a:lnTo>
                  <a:lnTo>
                    <a:pt x="73660" y="441960"/>
                  </a:lnTo>
                  <a:lnTo>
                    <a:pt x="45005" y="436165"/>
                  </a:lnTo>
                  <a:lnTo>
                    <a:pt x="21589" y="420369"/>
                  </a:lnTo>
                  <a:lnTo>
                    <a:pt x="5794" y="396954"/>
                  </a:lnTo>
                  <a:lnTo>
                    <a:pt x="0" y="368300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091809" y="3262121"/>
            <a:ext cx="28460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Stored</a:t>
            </a:r>
            <a:r>
              <a:rPr sz="3200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Attributes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608065" y="4020058"/>
            <a:ext cx="6130290" cy="612140"/>
            <a:chOff x="5608065" y="4020058"/>
            <a:chExt cx="6130290" cy="612140"/>
          </a:xfrm>
        </p:grpSpPr>
        <p:sp>
          <p:nvSpPr>
            <p:cNvPr id="28" name="object 28"/>
            <p:cNvSpPr/>
            <p:nvPr/>
          </p:nvSpPr>
          <p:spPr>
            <a:xfrm>
              <a:off x="5614415" y="4247388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60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B68D8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920739" y="4026408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420700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4"/>
                  </a:lnTo>
                  <a:lnTo>
                    <a:pt x="0" y="369570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4"/>
                  </a:lnTo>
                  <a:lnTo>
                    <a:pt x="4207002" y="443484"/>
                  </a:lnTo>
                  <a:lnTo>
                    <a:pt x="4235749" y="437667"/>
                  </a:lnTo>
                  <a:lnTo>
                    <a:pt x="4259246" y="421814"/>
                  </a:lnTo>
                  <a:lnTo>
                    <a:pt x="4275099" y="398317"/>
                  </a:lnTo>
                  <a:lnTo>
                    <a:pt x="4280916" y="369570"/>
                  </a:lnTo>
                  <a:lnTo>
                    <a:pt x="4280916" y="73914"/>
                  </a:lnTo>
                  <a:lnTo>
                    <a:pt x="4275099" y="45166"/>
                  </a:lnTo>
                  <a:lnTo>
                    <a:pt x="4259246" y="21669"/>
                  </a:lnTo>
                  <a:lnTo>
                    <a:pt x="4235749" y="5816"/>
                  </a:lnTo>
                  <a:lnTo>
                    <a:pt x="4207002" y="0"/>
                  </a:lnTo>
                  <a:close/>
                </a:path>
              </a:pathLst>
            </a:custGeom>
            <a:solidFill>
              <a:srgbClr val="B68D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920739" y="4026408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0" y="73914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4207002" y="0"/>
                  </a:lnTo>
                  <a:lnTo>
                    <a:pt x="4235749" y="5816"/>
                  </a:lnTo>
                  <a:lnTo>
                    <a:pt x="4259246" y="21669"/>
                  </a:lnTo>
                  <a:lnTo>
                    <a:pt x="4275099" y="45166"/>
                  </a:lnTo>
                  <a:lnTo>
                    <a:pt x="4280916" y="73914"/>
                  </a:lnTo>
                  <a:lnTo>
                    <a:pt x="4280916" y="369570"/>
                  </a:lnTo>
                  <a:lnTo>
                    <a:pt x="4275099" y="398317"/>
                  </a:lnTo>
                  <a:lnTo>
                    <a:pt x="4259246" y="421814"/>
                  </a:lnTo>
                  <a:lnTo>
                    <a:pt x="4235749" y="437667"/>
                  </a:lnTo>
                  <a:lnTo>
                    <a:pt x="4207002" y="443484"/>
                  </a:lnTo>
                  <a:lnTo>
                    <a:pt x="73913" y="443484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70"/>
                  </a:lnTo>
                  <a:lnTo>
                    <a:pt x="0" y="7391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608065" y="4699761"/>
            <a:ext cx="6130290" cy="613410"/>
            <a:chOff x="5608065" y="4699761"/>
            <a:chExt cx="6130290" cy="613410"/>
          </a:xfrm>
        </p:grpSpPr>
        <p:sp>
          <p:nvSpPr>
            <p:cNvPr id="32" name="object 32"/>
            <p:cNvSpPr/>
            <p:nvPr/>
          </p:nvSpPr>
          <p:spPr>
            <a:xfrm>
              <a:off x="5614415" y="4928615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60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AC979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920739" y="4706111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4207002" y="0"/>
                  </a:moveTo>
                  <a:lnTo>
                    <a:pt x="73913" y="0"/>
                  </a:lnTo>
                  <a:lnTo>
                    <a:pt x="45166" y="5816"/>
                  </a:lnTo>
                  <a:lnTo>
                    <a:pt x="21669" y="21669"/>
                  </a:lnTo>
                  <a:lnTo>
                    <a:pt x="5816" y="45166"/>
                  </a:lnTo>
                  <a:lnTo>
                    <a:pt x="0" y="73913"/>
                  </a:lnTo>
                  <a:lnTo>
                    <a:pt x="0" y="369569"/>
                  </a:lnTo>
                  <a:lnTo>
                    <a:pt x="5816" y="398317"/>
                  </a:lnTo>
                  <a:lnTo>
                    <a:pt x="21669" y="421814"/>
                  </a:lnTo>
                  <a:lnTo>
                    <a:pt x="45166" y="437667"/>
                  </a:lnTo>
                  <a:lnTo>
                    <a:pt x="73913" y="443483"/>
                  </a:lnTo>
                  <a:lnTo>
                    <a:pt x="4207002" y="443483"/>
                  </a:lnTo>
                  <a:lnTo>
                    <a:pt x="4235749" y="437667"/>
                  </a:lnTo>
                  <a:lnTo>
                    <a:pt x="4259246" y="421814"/>
                  </a:lnTo>
                  <a:lnTo>
                    <a:pt x="4275099" y="398317"/>
                  </a:lnTo>
                  <a:lnTo>
                    <a:pt x="4280916" y="369569"/>
                  </a:lnTo>
                  <a:lnTo>
                    <a:pt x="4280916" y="73913"/>
                  </a:lnTo>
                  <a:lnTo>
                    <a:pt x="4275099" y="45166"/>
                  </a:lnTo>
                  <a:lnTo>
                    <a:pt x="4259246" y="21669"/>
                  </a:lnTo>
                  <a:lnTo>
                    <a:pt x="4235749" y="5816"/>
                  </a:lnTo>
                  <a:lnTo>
                    <a:pt x="4207002" y="0"/>
                  </a:lnTo>
                  <a:close/>
                </a:path>
              </a:pathLst>
            </a:custGeom>
            <a:solidFill>
              <a:srgbClr val="AC97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920739" y="4706111"/>
              <a:ext cx="4281170" cy="443865"/>
            </a:xfrm>
            <a:custGeom>
              <a:avLst/>
              <a:gdLst/>
              <a:ahLst/>
              <a:cxnLst/>
              <a:rect l="l" t="t" r="r" b="b"/>
              <a:pathLst>
                <a:path w="4281170" h="443864">
                  <a:moveTo>
                    <a:pt x="0" y="73913"/>
                  </a:moveTo>
                  <a:lnTo>
                    <a:pt x="5816" y="45166"/>
                  </a:lnTo>
                  <a:lnTo>
                    <a:pt x="21669" y="21669"/>
                  </a:lnTo>
                  <a:lnTo>
                    <a:pt x="45166" y="5816"/>
                  </a:lnTo>
                  <a:lnTo>
                    <a:pt x="73913" y="0"/>
                  </a:lnTo>
                  <a:lnTo>
                    <a:pt x="4207002" y="0"/>
                  </a:lnTo>
                  <a:lnTo>
                    <a:pt x="4235749" y="5816"/>
                  </a:lnTo>
                  <a:lnTo>
                    <a:pt x="4259246" y="21669"/>
                  </a:lnTo>
                  <a:lnTo>
                    <a:pt x="4275099" y="45166"/>
                  </a:lnTo>
                  <a:lnTo>
                    <a:pt x="4280916" y="73913"/>
                  </a:lnTo>
                  <a:lnTo>
                    <a:pt x="4280916" y="369569"/>
                  </a:lnTo>
                  <a:lnTo>
                    <a:pt x="4275099" y="398317"/>
                  </a:lnTo>
                  <a:lnTo>
                    <a:pt x="4259246" y="421814"/>
                  </a:lnTo>
                  <a:lnTo>
                    <a:pt x="4235749" y="437667"/>
                  </a:lnTo>
                  <a:lnTo>
                    <a:pt x="4207002" y="443483"/>
                  </a:lnTo>
                  <a:lnTo>
                    <a:pt x="73913" y="443483"/>
                  </a:lnTo>
                  <a:lnTo>
                    <a:pt x="45166" y="437667"/>
                  </a:lnTo>
                  <a:lnTo>
                    <a:pt x="21669" y="421814"/>
                  </a:lnTo>
                  <a:lnTo>
                    <a:pt x="5816" y="398317"/>
                  </a:lnTo>
                  <a:lnTo>
                    <a:pt x="0" y="369569"/>
                  </a:lnTo>
                  <a:lnTo>
                    <a:pt x="0" y="7391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5" name="object 35"/>
          <p:cNvGrpSpPr/>
          <p:nvPr/>
        </p:nvGrpSpPr>
        <p:grpSpPr>
          <a:xfrm>
            <a:off x="5608065" y="5380990"/>
            <a:ext cx="6130290" cy="612140"/>
            <a:chOff x="5608065" y="5380990"/>
            <a:chExt cx="6130290" cy="612140"/>
          </a:xfrm>
        </p:grpSpPr>
        <p:sp>
          <p:nvSpPr>
            <p:cNvPr id="36" name="object 36"/>
            <p:cNvSpPr/>
            <p:nvPr/>
          </p:nvSpPr>
          <p:spPr>
            <a:xfrm>
              <a:off x="5614415" y="5608320"/>
              <a:ext cx="6117590" cy="378460"/>
            </a:xfrm>
            <a:custGeom>
              <a:avLst/>
              <a:gdLst/>
              <a:ahLst/>
              <a:cxnLst/>
              <a:rect l="l" t="t" r="r" b="b"/>
              <a:pathLst>
                <a:path w="6117590" h="378460">
                  <a:moveTo>
                    <a:pt x="0" y="377951"/>
                  </a:moveTo>
                  <a:lnTo>
                    <a:pt x="6117336" y="377951"/>
                  </a:lnTo>
                  <a:lnTo>
                    <a:pt x="6117336" y="0"/>
                  </a:lnTo>
                  <a:lnTo>
                    <a:pt x="0" y="0"/>
                  </a:lnTo>
                  <a:lnTo>
                    <a:pt x="0" y="377951"/>
                  </a:lnTo>
                  <a:close/>
                </a:path>
              </a:pathLst>
            </a:custGeom>
            <a:ln w="1270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20739" y="5387340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60">
                  <a:moveTo>
                    <a:pt x="4207256" y="0"/>
                  </a:moveTo>
                  <a:lnTo>
                    <a:pt x="73660" y="0"/>
                  </a:lnTo>
                  <a:lnTo>
                    <a:pt x="45005" y="5794"/>
                  </a:lnTo>
                  <a:lnTo>
                    <a:pt x="21590" y="21590"/>
                  </a:lnTo>
                  <a:lnTo>
                    <a:pt x="5794" y="45005"/>
                  </a:lnTo>
                  <a:lnTo>
                    <a:pt x="0" y="73660"/>
                  </a:lnTo>
                  <a:lnTo>
                    <a:pt x="0" y="368300"/>
                  </a:lnTo>
                  <a:lnTo>
                    <a:pt x="5794" y="396970"/>
                  </a:lnTo>
                  <a:lnTo>
                    <a:pt x="21589" y="420384"/>
                  </a:lnTo>
                  <a:lnTo>
                    <a:pt x="45005" y="436170"/>
                  </a:lnTo>
                  <a:lnTo>
                    <a:pt x="73660" y="441960"/>
                  </a:lnTo>
                  <a:lnTo>
                    <a:pt x="4207256" y="441960"/>
                  </a:lnTo>
                  <a:lnTo>
                    <a:pt x="4235910" y="436170"/>
                  </a:lnTo>
                  <a:lnTo>
                    <a:pt x="4259326" y="420384"/>
                  </a:lnTo>
                  <a:lnTo>
                    <a:pt x="4275121" y="396970"/>
                  </a:lnTo>
                  <a:lnTo>
                    <a:pt x="4280916" y="368300"/>
                  </a:lnTo>
                  <a:lnTo>
                    <a:pt x="4280916" y="73660"/>
                  </a:lnTo>
                  <a:lnTo>
                    <a:pt x="4275121" y="45005"/>
                  </a:lnTo>
                  <a:lnTo>
                    <a:pt x="4259325" y="21590"/>
                  </a:lnTo>
                  <a:lnTo>
                    <a:pt x="4235910" y="5794"/>
                  </a:lnTo>
                  <a:lnTo>
                    <a:pt x="420725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920739" y="5387340"/>
              <a:ext cx="4281170" cy="441959"/>
            </a:xfrm>
            <a:custGeom>
              <a:avLst/>
              <a:gdLst/>
              <a:ahLst/>
              <a:cxnLst/>
              <a:rect l="l" t="t" r="r" b="b"/>
              <a:pathLst>
                <a:path w="4281170" h="441960">
                  <a:moveTo>
                    <a:pt x="0" y="73660"/>
                  </a:moveTo>
                  <a:lnTo>
                    <a:pt x="5794" y="45005"/>
                  </a:lnTo>
                  <a:lnTo>
                    <a:pt x="21590" y="21590"/>
                  </a:lnTo>
                  <a:lnTo>
                    <a:pt x="45005" y="5794"/>
                  </a:lnTo>
                  <a:lnTo>
                    <a:pt x="73660" y="0"/>
                  </a:lnTo>
                  <a:lnTo>
                    <a:pt x="4207256" y="0"/>
                  </a:lnTo>
                  <a:lnTo>
                    <a:pt x="4235910" y="5794"/>
                  </a:lnTo>
                  <a:lnTo>
                    <a:pt x="4259325" y="21590"/>
                  </a:lnTo>
                  <a:lnTo>
                    <a:pt x="4275121" y="45005"/>
                  </a:lnTo>
                  <a:lnTo>
                    <a:pt x="4280916" y="73660"/>
                  </a:lnTo>
                  <a:lnTo>
                    <a:pt x="4280916" y="368300"/>
                  </a:lnTo>
                  <a:lnTo>
                    <a:pt x="4275121" y="396970"/>
                  </a:lnTo>
                  <a:lnTo>
                    <a:pt x="4259326" y="420384"/>
                  </a:lnTo>
                  <a:lnTo>
                    <a:pt x="4235910" y="436170"/>
                  </a:lnTo>
                  <a:lnTo>
                    <a:pt x="4207256" y="441960"/>
                  </a:lnTo>
                  <a:lnTo>
                    <a:pt x="73660" y="441960"/>
                  </a:lnTo>
                  <a:lnTo>
                    <a:pt x="45005" y="436170"/>
                  </a:lnTo>
                  <a:lnTo>
                    <a:pt x="21589" y="420384"/>
                  </a:lnTo>
                  <a:lnTo>
                    <a:pt x="5794" y="396970"/>
                  </a:lnTo>
                  <a:lnTo>
                    <a:pt x="0" y="368300"/>
                  </a:lnTo>
                  <a:lnTo>
                    <a:pt x="0" y="7366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091809" y="3750411"/>
            <a:ext cx="3044190" cy="2067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9600"/>
              </a:lnSpc>
              <a:spcBef>
                <a:spcPts val="9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Derived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Attributes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Null</a:t>
            </a:r>
            <a:r>
              <a:rPr sz="32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32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Attribute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659" y="724357"/>
            <a:ext cx="2222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>
                <a:latin typeface="Calibri Light"/>
                <a:cs typeface="Calibri Light"/>
              </a:rPr>
              <a:t>Attributes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6490" y="350646"/>
            <a:ext cx="8327390" cy="15055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  <a:tab pos="1254125" algn="l"/>
                <a:tab pos="2747010" algn="l"/>
                <a:tab pos="3712845" algn="l"/>
                <a:tab pos="4744720" algn="l"/>
                <a:tab pos="5234305" algn="l"/>
                <a:tab pos="6322060" algn="l"/>
                <a:tab pos="6985634" algn="l"/>
                <a:tab pos="7602855" algn="l"/>
              </a:tabLst>
            </a:pPr>
            <a:r>
              <a:rPr sz="2400" spc="-10" dirty="0">
                <a:latin typeface="Calibri"/>
                <a:cs typeface="Calibri"/>
              </a:rPr>
              <a:t>Simple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Attributes: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Which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cannot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be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divided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into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sub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parts. 	Example: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Salary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employee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Composite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Attributes: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E.g. 	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divided</a:t>
            </a:r>
            <a:r>
              <a:rPr sz="2400" spc="4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FirstName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LastName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44" y="2729483"/>
            <a:ext cx="5358383" cy="33329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50508" y="2729483"/>
            <a:ext cx="5431536" cy="34899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352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585858"/>
                </a:solidFill>
              </a:rPr>
              <a:t>68</a:t>
            </a:fld>
            <a:endParaRPr spc="-25" dirty="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659" y="724357"/>
            <a:ext cx="2222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0" dirty="0">
                <a:latin typeface="Calibri Light"/>
                <a:cs typeface="Calibri Light"/>
              </a:rPr>
              <a:t>Attributes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66490" y="354279"/>
            <a:ext cx="812609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59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Valued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Attribute:</a:t>
            </a:r>
            <a:r>
              <a:rPr sz="2400" spc="5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Having</a:t>
            </a:r>
            <a:r>
              <a:rPr sz="2400" spc="5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atomic</a:t>
            </a:r>
            <a:r>
              <a:rPr sz="2400" spc="5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(only</a:t>
            </a:r>
            <a:r>
              <a:rPr sz="2400" spc="5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one)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5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entity.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Student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roll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no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30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Multi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Valued</a:t>
            </a:r>
            <a:r>
              <a:rPr sz="2400" spc="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Attribute: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Many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E.g. 	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mobile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numbers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604" y="2574035"/>
            <a:ext cx="4974336" cy="36301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76059" y="2574035"/>
            <a:ext cx="4974336" cy="353110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352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585858"/>
                </a:solidFill>
              </a:rPr>
              <a:t>69</a:t>
            </a:fld>
            <a:endParaRPr spc="-25" dirty="0">
              <a:solidFill>
                <a:srgbClr val="585858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907" y="808431"/>
            <a:ext cx="201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latin typeface="Calibri Light"/>
                <a:cs typeface="Calibri Light"/>
              </a:rPr>
              <a:t>Attributes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28796" y="222249"/>
            <a:ext cx="8439785" cy="1177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ts val="2855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Attributes: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database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2855"/>
              </a:lnSpc>
            </a:pPr>
            <a:r>
              <a:rPr sz="2800" dirty="0">
                <a:latin typeface="Calibri"/>
                <a:cs typeface="Calibri"/>
              </a:rPr>
              <a:t>E.g.</a:t>
            </a:r>
            <a:r>
              <a:rPr sz="2800" spc="5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DateOfJoin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Employee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Derived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Attributes: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Value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derived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7396" y="1246759"/>
            <a:ext cx="8209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5700" algn="l"/>
                <a:tab pos="2373630" algn="l"/>
                <a:tab pos="3117215" algn="l"/>
                <a:tab pos="4586605" algn="l"/>
                <a:tab pos="5953760" algn="l"/>
                <a:tab pos="7672705" algn="l"/>
              </a:tabLst>
            </a:pPr>
            <a:r>
              <a:rPr sz="2800" spc="-20" dirty="0">
                <a:latin typeface="Calibri"/>
                <a:cs typeface="Calibri"/>
              </a:rPr>
              <a:t>from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value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related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stored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attribute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E.g.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57396" y="1545462"/>
            <a:ext cx="7457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30" dirty="0">
                <a:latin typeface="Calibri"/>
                <a:cs typeface="Calibri"/>
              </a:rPr>
              <a:t>EmployeeTenure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calculated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DateOfJoin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 descr="A drawing of a face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8379" y="2822448"/>
            <a:ext cx="7639811" cy="317296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908792" y="6464909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70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7659" y="808431"/>
            <a:ext cx="20180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latin typeface="Calibri Light"/>
                <a:cs typeface="Calibri Light"/>
              </a:rPr>
              <a:t>Attributes</a:t>
            </a:r>
            <a:endParaRPr sz="4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2304" y="319278"/>
            <a:ext cx="8721090" cy="1799589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239395" marR="5080" indent="-227329" algn="just">
              <a:lnSpc>
                <a:spcPct val="70000"/>
              </a:lnSpc>
              <a:spcBef>
                <a:spcPts val="96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Null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Attribute: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null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	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unknown.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Commission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	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Employee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commission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or 	not</a:t>
            </a:r>
            <a:endParaRPr sz="2400">
              <a:latin typeface="Calibri"/>
              <a:cs typeface="Calibri"/>
            </a:endParaRPr>
          </a:p>
          <a:p>
            <a:pPr marL="239395" marR="6350" indent="-227329" algn="just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Key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Attribute: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unique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row</a:t>
            </a:r>
            <a:r>
              <a:rPr sz="2400" spc="1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1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spc="-10" dirty="0">
                <a:latin typeface="Calibri"/>
                <a:cs typeface="Calibri"/>
              </a:rPr>
              <a:t>identified.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E.g.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Deptno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department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table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8923" y="2633472"/>
            <a:ext cx="8074152" cy="35509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908792" y="6464909"/>
            <a:ext cx="24447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z="1200" spc="-25" dirty="0">
                <a:solidFill>
                  <a:srgbClr val="585858"/>
                </a:solidFill>
                <a:latin typeface="Calibri"/>
                <a:cs typeface="Calibri"/>
              </a:rPr>
              <a:t>71</a:t>
            </a:fld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22375" y="800481"/>
            <a:ext cx="3745229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30" dirty="0"/>
              <a:t>Constraints</a:t>
            </a:r>
            <a:r>
              <a:rPr sz="2600" spc="-80" dirty="0"/>
              <a:t> </a:t>
            </a:r>
            <a:r>
              <a:rPr sz="2600" dirty="0"/>
              <a:t>On</a:t>
            </a:r>
            <a:r>
              <a:rPr sz="2600" spc="-60" dirty="0"/>
              <a:t> </a:t>
            </a:r>
            <a:r>
              <a:rPr sz="2600" spc="-10" dirty="0"/>
              <a:t>Relationships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1122375" y="1513408"/>
            <a:ext cx="459994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Calibri Light"/>
                <a:cs typeface="Calibri Light"/>
              </a:rPr>
              <a:t>Mapping</a:t>
            </a:r>
            <a:r>
              <a:rPr sz="2600" spc="-20" dirty="0">
                <a:latin typeface="Calibri Light"/>
                <a:cs typeface="Calibri Light"/>
              </a:rPr>
              <a:t> </a:t>
            </a:r>
            <a:r>
              <a:rPr sz="2600" spc="-10" dirty="0">
                <a:latin typeface="Calibri Light"/>
                <a:cs typeface="Calibri Light"/>
              </a:rPr>
              <a:t>Constraints/</a:t>
            </a:r>
            <a:r>
              <a:rPr sz="2600" spc="-50" dirty="0">
                <a:latin typeface="Calibri Light"/>
                <a:cs typeface="Calibri Light"/>
              </a:rPr>
              <a:t> </a:t>
            </a:r>
            <a:r>
              <a:rPr sz="2600" spc="-10" dirty="0">
                <a:latin typeface="Calibri Light"/>
                <a:cs typeface="Calibri Light"/>
              </a:rPr>
              <a:t>Cardinalities</a:t>
            </a:r>
            <a:endParaRPr sz="26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94211" y="6562750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72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05255" y="3541776"/>
            <a:ext cx="3249930" cy="2167890"/>
            <a:chOff x="905255" y="3541776"/>
            <a:chExt cx="3249930" cy="2167890"/>
          </a:xfrm>
        </p:grpSpPr>
        <p:sp>
          <p:nvSpPr>
            <p:cNvPr id="6" name="object 6"/>
            <p:cNvSpPr/>
            <p:nvPr/>
          </p:nvSpPr>
          <p:spPr>
            <a:xfrm>
              <a:off x="905255" y="3541776"/>
              <a:ext cx="2918460" cy="1853564"/>
            </a:xfrm>
            <a:custGeom>
              <a:avLst/>
              <a:gdLst/>
              <a:ahLst/>
              <a:cxnLst/>
              <a:rect l="l" t="t" r="r" b="b"/>
              <a:pathLst>
                <a:path w="2918460" h="1853564">
                  <a:moveTo>
                    <a:pt x="2733167" y="0"/>
                  </a:moveTo>
                  <a:lnTo>
                    <a:pt x="185318" y="0"/>
                  </a:lnTo>
                  <a:lnTo>
                    <a:pt x="136053" y="6616"/>
                  </a:lnTo>
                  <a:lnTo>
                    <a:pt x="91784" y="25291"/>
                  </a:lnTo>
                  <a:lnTo>
                    <a:pt x="54278" y="54260"/>
                  </a:lnTo>
                  <a:lnTo>
                    <a:pt x="25301" y="91759"/>
                  </a:lnTo>
                  <a:lnTo>
                    <a:pt x="6619" y="136025"/>
                  </a:lnTo>
                  <a:lnTo>
                    <a:pt x="0" y="185293"/>
                  </a:lnTo>
                  <a:lnTo>
                    <a:pt x="0" y="1667891"/>
                  </a:lnTo>
                  <a:lnTo>
                    <a:pt x="6619" y="1717158"/>
                  </a:lnTo>
                  <a:lnTo>
                    <a:pt x="25301" y="1761424"/>
                  </a:lnTo>
                  <a:lnTo>
                    <a:pt x="54278" y="1798923"/>
                  </a:lnTo>
                  <a:lnTo>
                    <a:pt x="91784" y="1827892"/>
                  </a:lnTo>
                  <a:lnTo>
                    <a:pt x="136053" y="1846567"/>
                  </a:lnTo>
                  <a:lnTo>
                    <a:pt x="185318" y="1853184"/>
                  </a:lnTo>
                  <a:lnTo>
                    <a:pt x="2733167" y="1853184"/>
                  </a:lnTo>
                  <a:lnTo>
                    <a:pt x="2782434" y="1846567"/>
                  </a:lnTo>
                  <a:lnTo>
                    <a:pt x="2826700" y="1827892"/>
                  </a:lnTo>
                  <a:lnTo>
                    <a:pt x="2864199" y="1798923"/>
                  </a:lnTo>
                  <a:lnTo>
                    <a:pt x="2893168" y="1761424"/>
                  </a:lnTo>
                  <a:lnTo>
                    <a:pt x="2911843" y="1717158"/>
                  </a:lnTo>
                  <a:lnTo>
                    <a:pt x="2918460" y="1667891"/>
                  </a:lnTo>
                  <a:lnTo>
                    <a:pt x="2918460" y="185293"/>
                  </a:lnTo>
                  <a:lnTo>
                    <a:pt x="2911843" y="136025"/>
                  </a:lnTo>
                  <a:lnTo>
                    <a:pt x="2893168" y="91759"/>
                  </a:lnTo>
                  <a:lnTo>
                    <a:pt x="2864199" y="54260"/>
                  </a:lnTo>
                  <a:lnTo>
                    <a:pt x="2826700" y="25291"/>
                  </a:lnTo>
                  <a:lnTo>
                    <a:pt x="2782434" y="6616"/>
                  </a:lnTo>
                  <a:lnTo>
                    <a:pt x="273316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28343" y="3849624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2734691" y="0"/>
                  </a:moveTo>
                  <a:lnTo>
                    <a:pt x="185293" y="0"/>
                  </a:lnTo>
                  <a:lnTo>
                    <a:pt x="136025" y="6616"/>
                  </a:lnTo>
                  <a:lnTo>
                    <a:pt x="91759" y="25291"/>
                  </a:lnTo>
                  <a:lnTo>
                    <a:pt x="54260" y="54260"/>
                  </a:lnTo>
                  <a:lnTo>
                    <a:pt x="25291" y="91759"/>
                  </a:lnTo>
                  <a:lnTo>
                    <a:pt x="6616" y="136025"/>
                  </a:lnTo>
                  <a:lnTo>
                    <a:pt x="0" y="185293"/>
                  </a:lnTo>
                  <a:lnTo>
                    <a:pt x="0" y="1667890"/>
                  </a:lnTo>
                  <a:lnTo>
                    <a:pt x="6616" y="1717145"/>
                  </a:lnTo>
                  <a:lnTo>
                    <a:pt x="25291" y="1761407"/>
                  </a:lnTo>
                  <a:lnTo>
                    <a:pt x="54260" y="1798908"/>
                  </a:lnTo>
                  <a:lnTo>
                    <a:pt x="91759" y="1827883"/>
                  </a:lnTo>
                  <a:lnTo>
                    <a:pt x="136025" y="1846564"/>
                  </a:lnTo>
                  <a:lnTo>
                    <a:pt x="185293" y="1853184"/>
                  </a:lnTo>
                  <a:lnTo>
                    <a:pt x="2734691" y="1853184"/>
                  </a:lnTo>
                  <a:lnTo>
                    <a:pt x="2783958" y="1846564"/>
                  </a:lnTo>
                  <a:lnTo>
                    <a:pt x="2828224" y="1827883"/>
                  </a:lnTo>
                  <a:lnTo>
                    <a:pt x="2865723" y="1798908"/>
                  </a:lnTo>
                  <a:lnTo>
                    <a:pt x="2894692" y="1761407"/>
                  </a:lnTo>
                  <a:lnTo>
                    <a:pt x="2913367" y="1717145"/>
                  </a:lnTo>
                  <a:lnTo>
                    <a:pt x="2919984" y="1667890"/>
                  </a:lnTo>
                  <a:lnTo>
                    <a:pt x="2919984" y="185293"/>
                  </a:lnTo>
                  <a:lnTo>
                    <a:pt x="2913367" y="136025"/>
                  </a:lnTo>
                  <a:lnTo>
                    <a:pt x="2894692" y="91759"/>
                  </a:lnTo>
                  <a:lnTo>
                    <a:pt x="2865723" y="54260"/>
                  </a:lnTo>
                  <a:lnTo>
                    <a:pt x="2828224" y="25291"/>
                  </a:lnTo>
                  <a:lnTo>
                    <a:pt x="2783958" y="6616"/>
                  </a:lnTo>
                  <a:lnTo>
                    <a:pt x="273469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28343" y="3849624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0" y="185293"/>
                  </a:moveTo>
                  <a:lnTo>
                    <a:pt x="6616" y="136025"/>
                  </a:lnTo>
                  <a:lnTo>
                    <a:pt x="25291" y="91759"/>
                  </a:lnTo>
                  <a:lnTo>
                    <a:pt x="54260" y="54260"/>
                  </a:lnTo>
                  <a:lnTo>
                    <a:pt x="91759" y="25291"/>
                  </a:lnTo>
                  <a:lnTo>
                    <a:pt x="136025" y="6616"/>
                  </a:lnTo>
                  <a:lnTo>
                    <a:pt x="185293" y="0"/>
                  </a:lnTo>
                  <a:lnTo>
                    <a:pt x="2734691" y="0"/>
                  </a:lnTo>
                  <a:lnTo>
                    <a:pt x="2783958" y="6616"/>
                  </a:lnTo>
                  <a:lnTo>
                    <a:pt x="2828224" y="25291"/>
                  </a:lnTo>
                  <a:lnTo>
                    <a:pt x="2865723" y="54260"/>
                  </a:lnTo>
                  <a:lnTo>
                    <a:pt x="2894692" y="91759"/>
                  </a:lnTo>
                  <a:lnTo>
                    <a:pt x="2913367" y="136025"/>
                  </a:lnTo>
                  <a:lnTo>
                    <a:pt x="2919984" y="185293"/>
                  </a:lnTo>
                  <a:lnTo>
                    <a:pt x="2919984" y="1667890"/>
                  </a:lnTo>
                  <a:lnTo>
                    <a:pt x="2913367" y="1717145"/>
                  </a:lnTo>
                  <a:lnTo>
                    <a:pt x="2894692" y="1761407"/>
                  </a:lnTo>
                  <a:lnTo>
                    <a:pt x="2865723" y="1798908"/>
                  </a:lnTo>
                  <a:lnTo>
                    <a:pt x="2828224" y="1827883"/>
                  </a:lnTo>
                  <a:lnTo>
                    <a:pt x="2783958" y="1846564"/>
                  </a:lnTo>
                  <a:lnTo>
                    <a:pt x="2734691" y="1853184"/>
                  </a:lnTo>
                  <a:lnTo>
                    <a:pt x="185293" y="1853184"/>
                  </a:lnTo>
                  <a:lnTo>
                    <a:pt x="136025" y="1846564"/>
                  </a:lnTo>
                  <a:lnTo>
                    <a:pt x="91759" y="1827883"/>
                  </a:lnTo>
                  <a:lnTo>
                    <a:pt x="54260" y="1798908"/>
                  </a:lnTo>
                  <a:lnTo>
                    <a:pt x="25291" y="1761407"/>
                  </a:lnTo>
                  <a:lnTo>
                    <a:pt x="6616" y="1717145"/>
                  </a:lnTo>
                  <a:lnTo>
                    <a:pt x="0" y="1667890"/>
                  </a:lnTo>
                  <a:lnTo>
                    <a:pt x="0" y="185293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46961" y="3883278"/>
            <a:ext cx="26854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34365" algn="l"/>
                <a:tab pos="954405" algn="l"/>
                <a:tab pos="1333500" algn="l"/>
                <a:tab pos="1953895" algn="l"/>
                <a:tab pos="2244090" algn="l"/>
              </a:tabLst>
            </a:pPr>
            <a:r>
              <a:rPr sz="2000" spc="-2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	–	</a:t>
            </a:r>
            <a:r>
              <a:rPr sz="2000" spc="-25" dirty="0">
                <a:latin typeface="Calibri"/>
                <a:cs typeface="Calibri"/>
              </a:rPr>
              <a:t>One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46961" y="4163695"/>
            <a:ext cx="26816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tuple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entity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related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6961" y="4442586"/>
            <a:ext cx="26841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4045" algn="l"/>
                <a:tab pos="1231265" algn="l"/>
                <a:tab pos="1783080" algn="l"/>
                <a:tab pos="2480310" algn="l"/>
              </a:tabLst>
            </a:pPr>
            <a:r>
              <a:rPr sz="2000" spc="-20" dirty="0">
                <a:latin typeface="Calibri"/>
                <a:cs typeface="Calibri"/>
              </a:rPr>
              <a:t>only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with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tuple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6961" y="5000625"/>
            <a:ext cx="1907539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33525" algn="l"/>
              </a:tabLst>
            </a:pPr>
            <a:r>
              <a:rPr sz="2000" spc="-10" dirty="0">
                <a:latin typeface="Calibri"/>
                <a:cs typeface="Calibri"/>
              </a:rPr>
              <a:t>department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can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46961" y="4721478"/>
            <a:ext cx="2686685" cy="61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300"/>
              </a:lnSpc>
              <a:spcBef>
                <a:spcPts val="100"/>
              </a:spcBef>
              <a:tabLst>
                <a:tab pos="1203325" algn="l"/>
                <a:tab pos="2231390" algn="l"/>
              </a:tabLst>
            </a:pPr>
            <a:r>
              <a:rPr sz="2000" spc="-10" dirty="0">
                <a:latin typeface="Calibri"/>
                <a:cs typeface="Calibri"/>
              </a:rPr>
              <a:t>another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entity.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One</a:t>
            </a:r>
            <a:endParaRPr sz="2000">
              <a:latin typeface="Calibri"/>
              <a:cs typeface="Calibri"/>
            </a:endParaRPr>
          </a:p>
          <a:p>
            <a:pPr marR="6985" algn="r">
              <a:lnSpc>
                <a:spcPts val="2300"/>
              </a:lnSpc>
            </a:pPr>
            <a:r>
              <a:rPr sz="2000" spc="-20" dirty="0">
                <a:latin typeface="Calibri"/>
                <a:cs typeface="Calibri"/>
              </a:rPr>
              <a:t>have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6961" y="5279516"/>
            <a:ext cx="18910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only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10" dirty="0">
                <a:latin typeface="Calibri"/>
                <a:cs typeface="Calibri"/>
              </a:rPr>
              <a:t> manager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472940" y="3541776"/>
            <a:ext cx="3249930" cy="2167890"/>
            <a:chOff x="4472940" y="3541776"/>
            <a:chExt cx="3249930" cy="2167890"/>
          </a:xfrm>
        </p:grpSpPr>
        <p:sp>
          <p:nvSpPr>
            <p:cNvPr id="16" name="object 16"/>
            <p:cNvSpPr/>
            <p:nvPr/>
          </p:nvSpPr>
          <p:spPr>
            <a:xfrm>
              <a:off x="4472940" y="3541776"/>
              <a:ext cx="2918460" cy="1853564"/>
            </a:xfrm>
            <a:custGeom>
              <a:avLst/>
              <a:gdLst/>
              <a:ahLst/>
              <a:cxnLst/>
              <a:rect l="l" t="t" r="r" b="b"/>
              <a:pathLst>
                <a:path w="2918459" h="1853564">
                  <a:moveTo>
                    <a:pt x="2733166" y="0"/>
                  </a:moveTo>
                  <a:lnTo>
                    <a:pt x="185293" y="0"/>
                  </a:lnTo>
                  <a:lnTo>
                    <a:pt x="136025" y="6616"/>
                  </a:lnTo>
                  <a:lnTo>
                    <a:pt x="91759" y="25291"/>
                  </a:lnTo>
                  <a:lnTo>
                    <a:pt x="54260" y="54260"/>
                  </a:lnTo>
                  <a:lnTo>
                    <a:pt x="25291" y="91759"/>
                  </a:lnTo>
                  <a:lnTo>
                    <a:pt x="6616" y="136025"/>
                  </a:lnTo>
                  <a:lnTo>
                    <a:pt x="0" y="185293"/>
                  </a:lnTo>
                  <a:lnTo>
                    <a:pt x="0" y="1667891"/>
                  </a:lnTo>
                  <a:lnTo>
                    <a:pt x="6616" y="1717158"/>
                  </a:lnTo>
                  <a:lnTo>
                    <a:pt x="25291" y="1761424"/>
                  </a:lnTo>
                  <a:lnTo>
                    <a:pt x="54260" y="1798923"/>
                  </a:lnTo>
                  <a:lnTo>
                    <a:pt x="91759" y="1827892"/>
                  </a:lnTo>
                  <a:lnTo>
                    <a:pt x="136025" y="1846567"/>
                  </a:lnTo>
                  <a:lnTo>
                    <a:pt x="185293" y="1853184"/>
                  </a:lnTo>
                  <a:lnTo>
                    <a:pt x="2733166" y="1853184"/>
                  </a:lnTo>
                  <a:lnTo>
                    <a:pt x="2782434" y="1846567"/>
                  </a:lnTo>
                  <a:lnTo>
                    <a:pt x="2826700" y="1827892"/>
                  </a:lnTo>
                  <a:lnTo>
                    <a:pt x="2864199" y="1798923"/>
                  </a:lnTo>
                  <a:lnTo>
                    <a:pt x="2893168" y="1761424"/>
                  </a:lnTo>
                  <a:lnTo>
                    <a:pt x="2911843" y="1717158"/>
                  </a:lnTo>
                  <a:lnTo>
                    <a:pt x="2918460" y="1667891"/>
                  </a:lnTo>
                  <a:lnTo>
                    <a:pt x="2918460" y="185293"/>
                  </a:lnTo>
                  <a:lnTo>
                    <a:pt x="2911843" y="136025"/>
                  </a:lnTo>
                  <a:lnTo>
                    <a:pt x="2893168" y="91759"/>
                  </a:lnTo>
                  <a:lnTo>
                    <a:pt x="2864199" y="54260"/>
                  </a:lnTo>
                  <a:lnTo>
                    <a:pt x="2826700" y="25291"/>
                  </a:lnTo>
                  <a:lnTo>
                    <a:pt x="2782434" y="6616"/>
                  </a:lnTo>
                  <a:lnTo>
                    <a:pt x="273316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96028" y="3849624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2734691" y="0"/>
                  </a:moveTo>
                  <a:lnTo>
                    <a:pt x="185293" y="0"/>
                  </a:lnTo>
                  <a:lnTo>
                    <a:pt x="136025" y="6616"/>
                  </a:lnTo>
                  <a:lnTo>
                    <a:pt x="91759" y="25291"/>
                  </a:lnTo>
                  <a:lnTo>
                    <a:pt x="54260" y="54260"/>
                  </a:lnTo>
                  <a:lnTo>
                    <a:pt x="25291" y="91759"/>
                  </a:lnTo>
                  <a:lnTo>
                    <a:pt x="6616" y="136025"/>
                  </a:lnTo>
                  <a:lnTo>
                    <a:pt x="0" y="185293"/>
                  </a:lnTo>
                  <a:lnTo>
                    <a:pt x="0" y="1667890"/>
                  </a:lnTo>
                  <a:lnTo>
                    <a:pt x="6616" y="1717145"/>
                  </a:lnTo>
                  <a:lnTo>
                    <a:pt x="25291" y="1761407"/>
                  </a:lnTo>
                  <a:lnTo>
                    <a:pt x="54260" y="1798908"/>
                  </a:lnTo>
                  <a:lnTo>
                    <a:pt x="91759" y="1827883"/>
                  </a:lnTo>
                  <a:lnTo>
                    <a:pt x="136025" y="1846564"/>
                  </a:lnTo>
                  <a:lnTo>
                    <a:pt x="185293" y="1853184"/>
                  </a:lnTo>
                  <a:lnTo>
                    <a:pt x="2734691" y="1853184"/>
                  </a:lnTo>
                  <a:lnTo>
                    <a:pt x="2783958" y="1846564"/>
                  </a:lnTo>
                  <a:lnTo>
                    <a:pt x="2828224" y="1827883"/>
                  </a:lnTo>
                  <a:lnTo>
                    <a:pt x="2865723" y="1798908"/>
                  </a:lnTo>
                  <a:lnTo>
                    <a:pt x="2894692" y="1761407"/>
                  </a:lnTo>
                  <a:lnTo>
                    <a:pt x="2913367" y="1717145"/>
                  </a:lnTo>
                  <a:lnTo>
                    <a:pt x="2919983" y="1667890"/>
                  </a:lnTo>
                  <a:lnTo>
                    <a:pt x="2919983" y="185293"/>
                  </a:lnTo>
                  <a:lnTo>
                    <a:pt x="2913367" y="136025"/>
                  </a:lnTo>
                  <a:lnTo>
                    <a:pt x="2894692" y="91759"/>
                  </a:lnTo>
                  <a:lnTo>
                    <a:pt x="2865723" y="54260"/>
                  </a:lnTo>
                  <a:lnTo>
                    <a:pt x="2828224" y="25291"/>
                  </a:lnTo>
                  <a:lnTo>
                    <a:pt x="2783958" y="6616"/>
                  </a:lnTo>
                  <a:lnTo>
                    <a:pt x="273469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96028" y="3849624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0" y="185293"/>
                  </a:moveTo>
                  <a:lnTo>
                    <a:pt x="6616" y="136025"/>
                  </a:lnTo>
                  <a:lnTo>
                    <a:pt x="25291" y="91759"/>
                  </a:lnTo>
                  <a:lnTo>
                    <a:pt x="54260" y="54260"/>
                  </a:lnTo>
                  <a:lnTo>
                    <a:pt x="91759" y="25291"/>
                  </a:lnTo>
                  <a:lnTo>
                    <a:pt x="136025" y="6616"/>
                  </a:lnTo>
                  <a:lnTo>
                    <a:pt x="185293" y="0"/>
                  </a:lnTo>
                  <a:lnTo>
                    <a:pt x="2734691" y="0"/>
                  </a:lnTo>
                  <a:lnTo>
                    <a:pt x="2783958" y="6616"/>
                  </a:lnTo>
                  <a:lnTo>
                    <a:pt x="2828224" y="25291"/>
                  </a:lnTo>
                  <a:lnTo>
                    <a:pt x="2865723" y="54260"/>
                  </a:lnTo>
                  <a:lnTo>
                    <a:pt x="2894692" y="91759"/>
                  </a:lnTo>
                  <a:lnTo>
                    <a:pt x="2913367" y="136025"/>
                  </a:lnTo>
                  <a:lnTo>
                    <a:pt x="2919983" y="185293"/>
                  </a:lnTo>
                  <a:lnTo>
                    <a:pt x="2919983" y="1667890"/>
                  </a:lnTo>
                  <a:lnTo>
                    <a:pt x="2913367" y="1717145"/>
                  </a:lnTo>
                  <a:lnTo>
                    <a:pt x="2894692" y="1761407"/>
                  </a:lnTo>
                  <a:lnTo>
                    <a:pt x="2865723" y="1798908"/>
                  </a:lnTo>
                  <a:lnTo>
                    <a:pt x="2828224" y="1827883"/>
                  </a:lnTo>
                  <a:lnTo>
                    <a:pt x="2783958" y="1846564"/>
                  </a:lnTo>
                  <a:lnTo>
                    <a:pt x="2734691" y="1853184"/>
                  </a:lnTo>
                  <a:lnTo>
                    <a:pt x="185293" y="1853184"/>
                  </a:lnTo>
                  <a:lnTo>
                    <a:pt x="136025" y="1846564"/>
                  </a:lnTo>
                  <a:lnTo>
                    <a:pt x="91759" y="1827883"/>
                  </a:lnTo>
                  <a:lnTo>
                    <a:pt x="54260" y="1798908"/>
                  </a:lnTo>
                  <a:lnTo>
                    <a:pt x="25291" y="1761407"/>
                  </a:lnTo>
                  <a:lnTo>
                    <a:pt x="6616" y="1717145"/>
                  </a:lnTo>
                  <a:lnTo>
                    <a:pt x="0" y="1667890"/>
                  </a:lnTo>
                  <a:lnTo>
                    <a:pt x="0" y="185293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490464" y="3928109"/>
            <a:ext cx="2112645" cy="580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82550" marR="5080" indent="-70485">
              <a:lnSpc>
                <a:spcPts val="2090"/>
              </a:lnSpc>
              <a:spcBef>
                <a:spcPts val="325"/>
              </a:spcBef>
              <a:tabLst>
                <a:tab pos="307975" algn="l"/>
                <a:tab pos="403860" algn="l"/>
                <a:tab pos="659765" algn="l"/>
                <a:tab pos="1115695" algn="l"/>
                <a:tab pos="1405255" algn="l"/>
                <a:tab pos="1424940" algn="l"/>
                <a:tab pos="1691639" algn="l"/>
              </a:tabLst>
            </a:pPr>
            <a:r>
              <a:rPr sz="1900" spc="-25" dirty="0">
                <a:latin typeface="Calibri"/>
                <a:cs typeface="Calibri"/>
              </a:rPr>
              <a:t>is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to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0" dirty="0">
                <a:latin typeface="Calibri"/>
                <a:cs typeface="Calibri"/>
              </a:rPr>
              <a:t>MANY</a:t>
            </a:r>
            <a:r>
              <a:rPr sz="1900" dirty="0">
                <a:latin typeface="Calibri"/>
                <a:cs typeface="Calibri"/>
              </a:rPr>
              <a:t>		–	</a:t>
            </a:r>
            <a:r>
              <a:rPr sz="1900" spc="-25" dirty="0">
                <a:latin typeface="Calibri"/>
                <a:cs typeface="Calibri"/>
              </a:rPr>
              <a:t>One in</a:t>
            </a:r>
            <a:r>
              <a:rPr sz="1900" dirty="0">
                <a:latin typeface="Calibri"/>
                <a:cs typeface="Calibri"/>
              </a:rPr>
              <a:t>		</a:t>
            </a:r>
            <a:r>
              <a:rPr sz="1900" spc="-10" dirty="0">
                <a:latin typeface="Calibri"/>
                <a:cs typeface="Calibri"/>
              </a:rPr>
              <a:t>entity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is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related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911090" y="3928109"/>
            <a:ext cx="534670" cy="84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85"/>
              </a:lnSpc>
              <a:spcBef>
                <a:spcPts val="95"/>
              </a:spcBef>
            </a:pPr>
            <a:r>
              <a:rPr sz="1900" spc="-25" dirty="0">
                <a:latin typeface="Calibri"/>
                <a:cs typeface="Calibri"/>
              </a:rPr>
              <a:t>ONE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ts val="2090"/>
              </a:lnSpc>
              <a:spcBef>
                <a:spcPts val="135"/>
              </a:spcBef>
            </a:pPr>
            <a:r>
              <a:rPr sz="1900" spc="-20" dirty="0">
                <a:latin typeface="Calibri"/>
                <a:cs typeface="Calibri"/>
              </a:rPr>
              <a:t>tuple with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7435" y="4458715"/>
            <a:ext cx="195453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5344" algn="l"/>
                <a:tab pos="1760220" algn="l"/>
              </a:tabLst>
            </a:pPr>
            <a:r>
              <a:rPr sz="1900" spc="-20" dirty="0">
                <a:latin typeface="Calibri"/>
                <a:cs typeface="Calibri"/>
              </a:rPr>
              <a:t>many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tuples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in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11090" y="4723891"/>
            <a:ext cx="1196975" cy="57975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sz="1900" spc="-10" dirty="0">
                <a:latin typeface="Calibri"/>
                <a:cs typeface="Calibri"/>
              </a:rPr>
              <a:t>another department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122923" y="4723891"/>
            <a:ext cx="1480185" cy="57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185"/>
              </a:lnSpc>
              <a:spcBef>
                <a:spcPts val="95"/>
              </a:spcBef>
              <a:tabLst>
                <a:tab pos="1048385" algn="l"/>
              </a:tabLst>
            </a:pPr>
            <a:r>
              <a:rPr sz="1900" spc="-10" dirty="0">
                <a:latin typeface="Calibri"/>
                <a:cs typeface="Calibri"/>
              </a:rPr>
              <a:t>entity.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One</a:t>
            </a:r>
            <a:endParaRPr sz="1900">
              <a:latin typeface="Calibri"/>
              <a:cs typeface="Calibri"/>
            </a:endParaRPr>
          </a:p>
          <a:p>
            <a:pPr marR="7620" algn="r">
              <a:lnSpc>
                <a:spcPts val="2185"/>
              </a:lnSpc>
              <a:tabLst>
                <a:tab pos="685165" algn="l"/>
              </a:tabLst>
            </a:pPr>
            <a:r>
              <a:rPr sz="1900" spc="-25" dirty="0">
                <a:latin typeface="Calibri"/>
                <a:cs typeface="Calibri"/>
              </a:rPr>
              <a:t>can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0" dirty="0">
                <a:latin typeface="Calibri"/>
                <a:cs typeface="Calibri"/>
              </a:rPr>
              <a:t>have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911090" y="5254244"/>
            <a:ext cx="168021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many</a:t>
            </a:r>
            <a:r>
              <a:rPr sz="1900" spc="-8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employees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039100" y="3541776"/>
            <a:ext cx="3251200" cy="2167890"/>
            <a:chOff x="8039100" y="3541776"/>
            <a:chExt cx="3251200" cy="2167890"/>
          </a:xfrm>
        </p:grpSpPr>
        <p:sp>
          <p:nvSpPr>
            <p:cNvPr id="26" name="object 26"/>
            <p:cNvSpPr/>
            <p:nvPr/>
          </p:nvSpPr>
          <p:spPr>
            <a:xfrm>
              <a:off x="8039100" y="3541776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2734691" y="0"/>
                  </a:moveTo>
                  <a:lnTo>
                    <a:pt x="185293" y="0"/>
                  </a:lnTo>
                  <a:lnTo>
                    <a:pt x="136025" y="6616"/>
                  </a:lnTo>
                  <a:lnTo>
                    <a:pt x="91759" y="25291"/>
                  </a:lnTo>
                  <a:lnTo>
                    <a:pt x="54260" y="54260"/>
                  </a:lnTo>
                  <a:lnTo>
                    <a:pt x="25291" y="91759"/>
                  </a:lnTo>
                  <a:lnTo>
                    <a:pt x="6616" y="136025"/>
                  </a:lnTo>
                  <a:lnTo>
                    <a:pt x="0" y="185293"/>
                  </a:lnTo>
                  <a:lnTo>
                    <a:pt x="0" y="1667891"/>
                  </a:lnTo>
                  <a:lnTo>
                    <a:pt x="6616" y="1717158"/>
                  </a:lnTo>
                  <a:lnTo>
                    <a:pt x="25291" y="1761424"/>
                  </a:lnTo>
                  <a:lnTo>
                    <a:pt x="54260" y="1798923"/>
                  </a:lnTo>
                  <a:lnTo>
                    <a:pt x="91759" y="1827892"/>
                  </a:lnTo>
                  <a:lnTo>
                    <a:pt x="136025" y="1846567"/>
                  </a:lnTo>
                  <a:lnTo>
                    <a:pt x="185293" y="1853184"/>
                  </a:lnTo>
                  <a:lnTo>
                    <a:pt x="2734691" y="1853184"/>
                  </a:lnTo>
                  <a:lnTo>
                    <a:pt x="2783958" y="1846567"/>
                  </a:lnTo>
                  <a:lnTo>
                    <a:pt x="2828224" y="1827892"/>
                  </a:lnTo>
                  <a:lnTo>
                    <a:pt x="2865723" y="1798923"/>
                  </a:lnTo>
                  <a:lnTo>
                    <a:pt x="2894692" y="1761424"/>
                  </a:lnTo>
                  <a:lnTo>
                    <a:pt x="2913367" y="1717158"/>
                  </a:lnTo>
                  <a:lnTo>
                    <a:pt x="2919983" y="1667891"/>
                  </a:lnTo>
                  <a:lnTo>
                    <a:pt x="2919983" y="185293"/>
                  </a:lnTo>
                  <a:lnTo>
                    <a:pt x="2913367" y="136025"/>
                  </a:lnTo>
                  <a:lnTo>
                    <a:pt x="2894692" y="91759"/>
                  </a:lnTo>
                  <a:lnTo>
                    <a:pt x="2865723" y="54260"/>
                  </a:lnTo>
                  <a:lnTo>
                    <a:pt x="2828224" y="25291"/>
                  </a:lnTo>
                  <a:lnTo>
                    <a:pt x="2783958" y="6616"/>
                  </a:lnTo>
                  <a:lnTo>
                    <a:pt x="273469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363711" y="3849624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2734691" y="0"/>
                  </a:moveTo>
                  <a:lnTo>
                    <a:pt x="185293" y="0"/>
                  </a:lnTo>
                  <a:lnTo>
                    <a:pt x="136025" y="6616"/>
                  </a:lnTo>
                  <a:lnTo>
                    <a:pt x="91759" y="25291"/>
                  </a:lnTo>
                  <a:lnTo>
                    <a:pt x="54260" y="54260"/>
                  </a:lnTo>
                  <a:lnTo>
                    <a:pt x="25291" y="91759"/>
                  </a:lnTo>
                  <a:lnTo>
                    <a:pt x="6616" y="136025"/>
                  </a:lnTo>
                  <a:lnTo>
                    <a:pt x="0" y="185293"/>
                  </a:lnTo>
                  <a:lnTo>
                    <a:pt x="0" y="1667890"/>
                  </a:lnTo>
                  <a:lnTo>
                    <a:pt x="6616" y="1717145"/>
                  </a:lnTo>
                  <a:lnTo>
                    <a:pt x="25291" y="1761407"/>
                  </a:lnTo>
                  <a:lnTo>
                    <a:pt x="54260" y="1798908"/>
                  </a:lnTo>
                  <a:lnTo>
                    <a:pt x="91759" y="1827883"/>
                  </a:lnTo>
                  <a:lnTo>
                    <a:pt x="136025" y="1846564"/>
                  </a:lnTo>
                  <a:lnTo>
                    <a:pt x="185293" y="1853184"/>
                  </a:lnTo>
                  <a:lnTo>
                    <a:pt x="2734691" y="1853184"/>
                  </a:lnTo>
                  <a:lnTo>
                    <a:pt x="2783958" y="1846564"/>
                  </a:lnTo>
                  <a:lnTo>
                    <a:pt x="2828224" y="1827883"/>
                  </a:lnTo>
                  <a:lnTo>
                    <a:pt x="2865723" y="1798908"/>
                  </a:lnTo>
                  <a:lnTo>
                    <a:pt x="2894692" y="1761407"/>
                  </a:lnTo>
                  <a:lnTo>
                    <a:pt x="2913367" y="1717145"/>
                  </a:lnTo>
                  <a:lnTo>
                    <a:pt x="2919984" y="1667890"/>
                  </a:lnTo>
                  <a:lnTo>
                    <a:pt x="2919984" y="185293"/>
                  </a:lnTo>
                  <a:lnTo>
                    <a:pt x="2913367" y="136025"/>
                  </a:lnTo>
                  <a:lnTo>
                    <a:pt x="2894692" y="91759"/>
                  </a:lnTo>
                  <a:lnTo>
                    <a:pt x="2865723" y="54260"/>
                  </a:lnTo>
                  <a:lnTo>
                    <a:pt x="2828224" y="25291"/>
                  </a:lnTo>
                  <a:lnTo>
                    <a:pt x="2783958" y="6616"/>
                  </a:lnTo>
                  <a:lnTo>
                    <a:pt x="2734691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363711" y="3849624"/>
              <a:ext cx="2920365" cy="1853564"/>
            </a:xfrm>
            <a:custGeom>
              <a:avLst/>
              <a:gdLst/>
              <a:ahLst/>
              <a:cxnLst/>
              <a:rect l="l" t="t" r="r" b="b"/>
              <a:pathLst>
                <a:path w="2920365" h="1853564">
                  <a:moveTo>
                    <a:pt x="0" y="185293"/>
                  </a:moveTo>
                  <a:lnTo>
                    <a:pt x="6616" y="136025"/>
                  </a:lnTo>
                  <a:lnTo>
                    <a:pt x="25291" y="91759"/>
                  </a:lnTo>
                  <a:lnTo>
                    <a:pt x="54260" y="54260"/>
                  </a:lnTo>
                  <a:lnTo>
                    <a:pt x="91759" y="25291"/>
                  </a:lnTo>
                  <a:lnTo>
                    <a:pt x="136025" y="6616"/>
                  </a:lnTo>
                  <a:lnTo>
                    <a:pt x="185293" y="0"/>
                  </a:lnTo>
                  <a:lnTo>
                    <a:pt x="2734691" y="0"/>
                  </a:lnTo>
                  <a:lnTo>
                    <a:pt x="2783958" y="6616"/>
                  </a:lnTo>
                  <a:lnTo>
                    <a:pt x="2828224" y="25291"/>
                  </a:lnTo>
                  <a:lnTo>
                    <a:pt x="2865723" y="54260"/>
                  </a:lnTo>
                  <a:lnTo>
                    <a:pt x="2894692" y="91759"/>
                  </a:lnTo>
                  <a:lnTo>
                    <a:pt x="2913367" y="136025"/>
                  </a:lnTo>
                  <a:lnTo>
                    <a:pt x="2919984" y="185293"/>
                  </a:lnTo>
                  <a:lnTo>
                    <a:pt x="2919984" y="1667890"/>
                  </a:lnTo>
                  <a:lnTo>
                    <a:pt x="2913367" y="1717145"/>
                  </a:lnTo>
                  <a:lnTo>
                    <a:pt x="2894692" y="1761407"/>
                  </a:lnTo>
                  <a:lnTo>
                    <a:pt x="2865723" y="1798908"/>
                  </a:lnTo>
                  <a:lnTo>
                    <a:pt x="2828224" y="1827883"/>
                  </a:lnTo>
                  <a:lnTo>
                    <a:pt x="2783958" y="1846564"/>
                  </a:lnTo>
                  <a:lnTo>
                    <a:pt x="2734691" y="1853184"/>
                  </a:lnTo>
                  <a:lnTo>
                    <a:pt x="185293" y="1853184"/>
                  </a:lnTo>
                  <a:lnTo>
                    <a:pt x="136025" y="1846564"/>
                  </a:lnTo>
                  <a:lnTo>
                    <a:pt x="91759" y="1827883"/>
                  </a:lnTo>
                  <a:lnTo>
                    <a:pt x="54260" y="1798908"/>
                  </a:lnTo>
                  <a:lnTo>
                    <a:pt x="25291" y="1761407"/>
                  </a:lnTo>
                  <a:lnTo>
                    <a:pt x="6616" y="1717145"/>
                  </a:lnTo>
                  <a:lnTo>
                    <a:pt x="0" y="1667890"/>
                  </a:lnTo>
                  <a:lnTo>
                    <a:pt x="0" y="185293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479281" y="4060697"/>
            <a:ext cx="2690495" cy="58039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325"/>
              </a:spcBef>
            </a:pPr>
            <a:r>
              <a:rPr sz="1900" dirty="0">
                <a:latin typeface="Calibri"/>
                <a:cs typeface="Calibri"/>
              </a:rPr>
              <a:t>MANY</a:t>
            </a:r>
            <a:r>
              <a:rPr sz="1900" spc="1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17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1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MANY</a:t>
            </a:r>
            <a:r>
              <a:rPr sz="1900" spc="1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–</a:t>
            </a:r>
            <a:r>
              <a:rPr sz="1900" spc="160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Many </a:t>
            </a:r>
            <a:r>
              <a:rPr sz="1900" dirty="0">
                <a:latin typeface="Calibri"/>
                <a:cs typeface="Calibri"/>
              </a:rPr>
              <a:t>tuples</a:t>
            </a:r>
            <a:r>
              <a:rPr sz="1900" spc="4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</a:t>
            </a:r>
            <a:r>
              <a:rPr sz="1900" spc="434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entity</a:t>
            </a:r>
            <a:r>
              <a:rPr sz="1900" spc="4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4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related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79281" y="4856479"/>
            <a:ext cx="18459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47725" algn="l"/>
                <a:tab pos="1652270" algn="l"/>
              </a:tabLst>
            </a:pPr>
            <a:r>
              <a:rPr sz="1900" spc="-10" dirty="0">
                <a:latin typeface="Calibri"/>
                <a:cs typeface="Calibri"/>
              </a:rPr>
              <a:t>entity.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0" dirty="0">
                <a:latin typeface="Calibri"/>
                <a:cs typeface="Calibri"/>
              </a:rPr>
              <a:t>Books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in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479281" y="4591303"/>
            <a:ext cx="2690495" cy="579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ts val="2185"/>
              </a:lnSpc>
              <a:spcBef>
                <a:spcPts val="95"/>
              </a:spcBef>
              <a:tabLst>
                <a:tab pos="725170" algn="l"/>
                <a:tab pos="1515745" algn="l"/>
                <a:tab pos="1883410" algn="l"/>
              </a:tabLst>
            </a:pPr>
            <a:r>
              <a:rPr sz="1900" spc="-20" dirty="0">
                <a:latin typeface="Calibri"/>
                <a:cs typeface="Calibri"/>
              </a:rPr>
              <a:t>many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tuples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25" dirty="0">
                <a:latin typeface="Calibri"/>
                <a:cs typeface="Calibri"/>
              </a:rPr>
              <a:t>in</a:t>
            </a:r>
            <a:r>
              <a:rPr sz="1900" dirty="0">
                <a:latin typeface="Calibri"/>
                <a:cs typeface="Calibri"/>
              </a:rPr>
              <a:t>	</a:t>
            </a:r>
            <a:r>
              <a:rPr sz="1900" spc="-10" dirty="0">
                <a:latin typeface="Calibri"/>
                <a:cs typeface="Calibri"/>
              </a:rPr>
              <a:t>another</a:t>
            </a:r>
            <a:endParaRPr sz="1900">
              <a:latin typeface="Calibri"/>
              <a:cs typeface="Calibri"/>
            </a:endParaRPr>
          </a:p>
          <a:p>
            <a:pPr marR="5080" algn="r">
              <a:lnSpc>
                <a:spcPts val="2185"/>
              </a:lnSpc>
            </a:pPr>
            <a:r>
              <a:rPr sz="1900" spc="-10" dirty="0">
                <a:latin typeface="Calibri"/>
                <a:cs typeface="Calibri"/>
              </a:rPr>
              <a:t>library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79281" y="5121655"/>
            <a:ext cx="1833245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latin typeface="Calibri"/>
                <a:cs typeface="Calibri"/>
              </a:rPr>
              <a:t>issued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students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060190" cy="6858000"/>
          </a:xfrm>
          <a:custGeom>
            <a:avLst/>
            <a:gdLst/>
            <a:ahLst/>
            <a:cxnLst/>
            <a:rect l="l" t="t" r="r" b="b"/>
            <a:pathLst>
              <a:path w="4060190" h="6858000">
                <a:moveTo>
                  <a:pt x="0" y="6857999"/>
                </a:moveTo>
                <a:lnTo>
                  <a:pt x="4059935" y="6858000"/>
                </a:lnTo>
                <a:lnTo>
                  <a:pt x="4059936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22172" y="1218133"/>
            <a:ext cx="2944495" cy="190436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Constraints </a:t>
            </a:r>
            <a:r>
              <a:rPr sz="4400" spc="-25" dirty="0">
                <a:solidFill>
                  <a:srgbClr val="FFFFFF"/>
                </a:solidFill>
                <a:latin typeface="Calibri Light"/>
                <a:cs typeface="Calibri Light"/>
              </a:rPr>
              <a:t>On </a:t>
            </a:r>
            <a:r>
              <a:rPr sz="4400" spc="-50" dirty="0">
                <a:solidFill>
                  <a:srgbClr val="FFFFFF"/>
                </a:solidFill>
                <a:latin typeface="Calibri Light"/>
                <a:cs typeface="Calibri Light"/>
              </a:rPr>
              <a:t>Relationships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2172" y="3632961"/>
            <a:ext cx="286448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spc="-20" dirty="0">
                <a:solidFill>
                  <a:srgbClr val="FFFFFF"/>
                </a:solidFill>
                <a:latin typeface="Calibri Light"/>
                <a:cs typeface="Calibri Light"/>
              </a:rPr>
              <a:t>Participation </a:t>
            </a:r>
            <a:r>
              <a:rPr sz="4400" spc="-10" dirty="0">
                <a:solidFill>
                  <a:srgbClr val="FFFFFF"/>
                </a:solidFill>
                <a:latin typeface="Calibri Light"/>
                <a:cs typeface="Calibri Light"/>
              </a:rPr>
              <a:t>Constraints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5" name="object 5" descr="ER Diagram Representation - Tutorialspoint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4296" y="3730752"/>
            <a:ext cx="6882108" cy="19202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1094846" y="6426809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73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00015" y="640080"/>
            <a:ext cx="3200400" cy="489584"/>
          </a:xfrm>
          <a:custGeom>
            <a:avLst/>
            <a:gdLst/>
            <a:ahLst/>
            <a:cxnLst/>
            <a:rect l="l" t="t" r="r" b="b"/>
            <a:pathLst>
              <a:path w="3200400" h="489584">
                <a:moveTo>
                  <a:pt x="0" y="489203"/>
                </a:moveTo>
                <a:lnTo>
                  <a:pt x="3200399" y="489203"/>
                </a:lnTo>
                <a:lnTo>
                  <a:pt x="3200399" y="0"/>
                </a:lnTo>
                <a:lnTo>
                  <a:pt x="0" y="0"/>
                </a:lnTo>
                <a:lnTo>
                  <a:pt x="0" y="489203"/>
                </a:lnTo>
                <a:close/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700015" y="640080"/>
            <a:ext cx="3200400" cy="489584"/>
          </a:xfrm>
          <a:prstGeom prst="rect">
            <a:avLst/>
          </a:prstGeom>
          <a:solidFill>
            <a:srgbClr val="5B9BD4"/>
          </a:solidFill>
        </p:spPr>
        <p:txBody>
          <a:bodyPr vert="horz" wrap="square" lIns="0" tIns="90170" rIns="0" bIns="0" rtlCol="0">
            <a:spAutoFit/>
          </a:bodyPr>
          <a:lstStyle/>
          <a:p>
            <a:pPr marL="805815">
              <a:lnSpc>
                <a:spcPct val="100000"/>
              </a:lnSpc>
              <a:spcBef>
                <a:spcPts val="710"/>
              </a:spcBef>
            </a:pPr>
            <a:r>
              <a:rPr sz="1700" spc="-3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7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Participation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0015" y="1129283"/>
            <a:ext cx="3200400" cy="1995170"/>
          </a:xfrm>
          <a:prstGeom prst="rect">
            <a:avLst/>
          </a:prstGeom>
          <a:solidFill>
            <a:srgbClr val="D2DEEE">
              <a:alpha val="90194"/>
            </a:srgbClr>
          </a:solidFill>
          <a:ln w="12700">
            <a:solidFill>
              <a:srgbClr val="D2DEEE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262890" indent="-172085">
              <a:lnSpc>
                <a:spcPts val="1950"/>
              </a:lnSpc>
              <a:spcBef>
                <a:spcPts val="434"/>
              </a:spcBef>
              <a:buChar char="•"/>
              <a:tabLst>
                <a:tab pos="262890" algn="l"/>
              </a:tabLst>
            </a:pPr>
            <a:r>
              <a:rPr sz="1700" dirty="0">
                <a:latin typeface="Calibri"/>
                <a:cs typeface="Calibri"/>
              </a:rPr>
              <a:t>Every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object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entity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must</a:t>
            </a:r>
            <a:endParaRPr sz="1700">
              <a:latin typeface="Calibri"/>
              <a:cs typeface="Calibri"/>
            </a:endParaRPr>
          </a:p>
          <a:p>
            <a:pPr marL="262890">
              <a:lnSpc>
                <a:spcPts val="1950"/>
              </a:lnSpc>
            </a:pPr>
            <a:r>
              <a:rPr sz="1700" spc="-10" dirty="0">
                <a:latin typeface="Calibri"/>
                <a:cs typeface="Calibri"/>
              </a:rPr>
              <a:t>participate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relationship</a:t>
            </a:r>
            <a:endParaRPr sz="1700">
              <a:latin typeface="Calibri"/>
              <a:cs typeface="Calibri"/>
            </a:endParaRPr>
          </a:p>
          <a:p>
            <a:pPr marL="262890" marR="126364" indent="-172720">
              <a:lnSpc>
                <a:spcPts val="1860"/>
              </a:lnSpc>
              <a:spcBef>
                <a:spcPts val="355"/>
              </a:spcBef>
              <a:buChar char="•"/>
              <a:tabLst>
                <a:tab pos="262890" algn="l"/>
              </a:tabLst>
            </a:pPr>
            <a:r>
              <a:rPr sz="1700" spc="-10" dirty="0">
                <a:latin typeface="Calibri"/>
                <a:cs typeface="Calibri"/>
              </a:rPr>
              <a:t>Indicated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 dark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double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line </a:t>
            </a:r>
            <a:r>
              <a:rPr sz="1700" dirty="0">
                <a:latin typeface="Calibri"/>
                <a:cs typeface="Calibri"/>
              </a:rPr>
              <a:t>between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entity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relationship</a:t>
            </a:r>
            <a:endParaRPr sz="1700">
              <a:latin typeface="Calibri"/>
              <a:cs typeface="Calibri"/>
            </a:endParaRPr>
          </a:p>
          <a:p>
            <a:pPr marL="262890" marR="400050" indent="-172720">
              <a:lnSpc>
                <a:spcPts val="1870"/>
              </a:lnSpc>
              <a:spcBef>
                <a:spcPts val="320"/>
              </a:spcBef>
              <a:buChar char="•"/>
              <a:tabLst>
                <a:tab pos="262890" algn="l"/>
              </a:tabLst>
            </a:pPr>
            <a:r>
              <a:rPr sz="1700" dirty="0">
                <a:latin typeface="Calibri"/>
                <a:cs typeface="Calibri"/>
              </a:rPr>
              <a:t>Every</a:t>
            </a:r>
            <a:r>
              <a:rPr sz="1700" spc="-8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department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must</a:t>
            </a:r>
            <a:r>
              <a:rPr sz="1700" spc="-9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have </a:t>
            </a:r>
            <a:r>
              <a:rPr sz="1700" spc="-10" dirty="0">
                <a:latin typeface="Calibri"/>
                <a:cs typeface="Calibri"/>
              </a:rPr>
              <a:t>manager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48471" y="640080"/>
            <a:ext cx="3200400" cy="489584"/>
          </a:xfrm>
          <a:custGeom>
            <a:avLst/>
            <a:gdLst/>
            <a:ahLst/>
            <a:cxnLst/>
            <a:rect l="l" t="t" r="r" b="b"/>
            <a:pathLst>
              <a:path w="3200400" h="489584">
                <a:moveTo>
                  <a:pt x="0" y="489203"/>
                </a:moveTo>
                <a:lnTo>
                  <a:pt x="3200400" y="489203"/>
                </a:lnTo>
                <a:lnTo>
                  <a:pt x="3200400" y="0"/>
                </a:lnTo>
                <a:lnTo>
                  <a:pt x="0" y="0"/>
                </a:lnTo>
                <a:lnTo>
                  <a:pt x="0" y="489203"/>
                </a:lnTo>
                <a:close/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348471" y="640080"/>
            <a:ext cx="3200400" cy="489584"/>
          </a:xfrm>
          <a:prstGeom prst="rect">
            <a:avLst/>
          </a:prstGeom>
          <a:solidFill>
            <a:srgbClr val="6FAC46"/>
          </a:solidFill>
        </p:spPr>
        <p:txBody>
          <a:bodyPr vert="horz" wrap="square" lIns="0" tIns="90170" rIns="0" bIns="0" rtlCol="0">
            <a:spAutoFit/>
          </a:bodyPr>
          <a:lstStyle/>
          <a:p>
            <a:pPr marL="737235">
              <a:lnSpc>
                <a:spcPct val="100000"/>
              </a:lnSpc>
              <a:spcBef>
                <a:spcPts val="710"/>
              </a:spcBef>
            </a:pPr>
            <a:r>
              <a:rPr sz="1700" dirty="0">
                <a:solidFill>
                  <a:srgbClr val="FFFFFF"/>
                </a:solidFill>
                <a:latin typeface="Calibri"/>
                <a:cs typeface="Calibri"/>
              </a:rPr>
              <a:t>Partial</a:t>
            </a:r>
            <a:r>
              <a:rPr sz="17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00" spc="-10" dirty="0">
                <a:solidFill>
                  <a:srgbClr val="FFFFFF"/>
                </a:solidFill>
                <a:latin typeface="Calibri"/>
                <a:cs typeface="Calibri"/>
              </a:rPr>
              <a:t>Participation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48471" y="1129283"/>
            <a:ext cx="3200400" cy="1995170"/>
          </a:xfrm>
          <a:prstGeom prst="rect">
            <a:avLst/>
          </a:prstGeom>
          <a:solidFill>
            <a:srgbClr val="D4E2CF">
              <a:alpha val="90194"/>
            </a:srgbClr>
          </a:solidFill>
          <a:ln w="12700">
            <a:solidFill>
              <a:srgbClr val="D4E2CF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263525" marR="540385" indent="-172720">
              <a:lnSpc>
                <a:spcPct val="91500"/>
              </a:lnSpc>
              <a:spcBef>
                <a:spcPts val="610"/>
              </a:spcBef>
              <a:buChar char="•"/>
              <a:tabLst>
                <a:tab pos="263525" algn="l"/>
              </a:tabLst>
            </a:pPr>
            <a:r>
              <a:rPr sz="1700" dirty="0">
                <a:latin typeface="Calibri"/>
                <a:cs typeface="Calibri"/>
              </a:rPr>
              <a:t>More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than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object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25" dirty="0">
                <a:latin typeface="Calibri"/>
                <a:cs typeface="Calibri"/>
              </a:rPr>
              <a:t> an </a:t>
            </a:r>
            <a:r>
              <a:rPr sz="1700" dirty="0">
                <a:latin typeface="Calibri"/>
                <a:cs typeface="Calibri"/>
              </a:rPr>
              <a:t>entity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may </a:t>
            </a:r>
            <a:r>
              <a:rPr sz="1700" spc="-10" dirty="0">
                <a:latin typeface="Calibri"/>
                <a:cs typeface="Calibri"/>
              </a:rPr>
              <a:t>participate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50" dirty="0">
                <a:latin typeface="Calibri"/>
                <a:cs typeface="Calibri"/>
              </a:rPr>
              <a:t>a </a:t>
            </a:r>
            <a:r>
              <a:rPr sz="1700" spc="-10" dirty="0">
                <a:latin typeface="Calibri"/>
                <a:cs typeface="Calibri"/>
              </a:rPr>
              <a:t>relationship</a:t>
            </a:r>
            <a:endParaRPr sz="1700">
              <a:latin typeface="Calibri"/>
              <a:cs typeface="Calibri"/>
            </a:endParaRPr>
          </a:p>
          <a:p>
            <a:pPr marL="263525" marR="114300" indent="-172720">
              <a:lnSpc>
                <a:spcPts val="1870"/>
              </a:lnSpc>
              <a:spcBef>
                <a:spcPts val="335"/>
              </a:spcBef>
              <a:buChar char="•"/>
              <a:tabLst>
                <a:tab pos="263525" algn="l"/>
              </a:tabLst>
            </a:pPr>
            <a:r>
              <a:rPr sz="1700" spc="-10" dirty="0">
                <a:latin typeface="Calibri"/>
                <a:cs typeface="Calibri"/>
              </a:rPr>
              <a:t>Indicated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single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line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between </a:t>
            </a:r>
            <a:r>
              <a:rPr sz="1700" dirty="0">
                <a:latin typeface="Calibri"/>
                <a:cs typeface="Calibri"/>
              </a:rPr>
              <a:t>entity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relationship</a:t>
            </a:r>
            <a:endParaRPr sz="1700">
              <a:latin typeface="Calibri"/>
              <a:cs typeface="Calibri"/>
            </a:endParaRPr>
          </a:p>
          <a:p>
            <a:pPr marL="263525" marR="1195705" indent="-172720">
              <a:lnSpc>
                <a:spcPts val="1860"/>
              </a:lnSpc>
              <a:spcBef>
                <a:spcPts val="325"/>
              </a:spcBef>
              <a:buChar char="•"/>
              <a:tabLst>
                <a:tab pos="263525" algn="l"/>
              </a:tabLst>
            </a:pPr>
            <a:r>
              <a:rPr sz="1700" dirty="0">
                <a:latin typeface="Calibri"/>
                <a:cs typeface="Calibri"/>
              </a:rPr>
              <a:t>Employee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works</a:t>
            </a:r>
            <a:r>
              <a:rPr sz="1700" spc="-9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for </a:t>
            </a:r>
            <a:r>
              <a:rPr sz="1700" spc="-10" dirty="0">
                <a:latin typeface="Calibri"/>
                <a:cs typeface="Calibri"/>
              </a:rPr>
              <a:t>department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74066" y="247649"/>
            <a:ext cx="4460240" cy="6306820"/>
          </a:xfrm>
          <a:custGeom>
            <a:avLst/>
            <a:gdLst/>
            <a:ahLst/>
            <a:cxnLst/>
            <a:rect l="l" t="t" r="r" b="b"/>
            <a:pathLst>
              <a:path w="4460240" h="6306820">
                <a:moveTo>
                  <a:pt x="4408932" y="50800"/>
                </a:moveTo>
                <a:lnTo>
                  <a:pt x="50800" y="50800"/>
                </a:lnTo>
                <a:lnTo>
                  <a:pt x="50800" y="127000"/>
                </a:lnTo>
                <a:lnTo>
                  <a:pt x="63500" y="127000"/>
                </a:lnTo>
                <a:lnTo>
                  <a:pt x="63500" y="6243828"/>
                </a:lnTo>
                <a:lnTo>
                  <a:pt x="4396232" y="6243828"/>
                </a:lnTo>
                <a:lnTo>
                  <a:pt x="4396232" y="127000"/>
                </a:lnTo>
                <a:lnTo>
                  <a:pt x="4408932" y="127000"/>
                </a:lnTo>
                <a:lnTo>
                  <a:pt x="4408932" y="50800"/>
                </a:lnTo>
                <a:close/>
              </a:path>
              <a:path w="4460240" h="6306820">
                <a:moveTo>
                  <a:pt x="4459732" y="0"/>
                </a:moveTo>
                <a:lnTo>
                  <a:pt x="0" y="0"/>
                </a:lnTo>
                <a:lnTo>
                  <a:pt x="0" y="25400"/>
                </a:lnTo>
                <a:lnTo>
                  <a:pt x="0" y="6281420"/>
                </a:lnTo>
                <a:lnTo>
                  <a:pt x="0" y="6306820"/>
                </a:lnTo>
                <a:lnTo>
                  <a:pt x="4459732" y="6306820"/>
                </a:lnTo>
                <a:lnTo>
                  <a:pt x="4459732" y="6281940"/>
                </a:lnTo>
                <a:lnTo>
                  <a:pt x="4459732" y="6281420"/>
                </a:lnTo>
                <a:lnTo>
                  <a:pt x="4459732" y="25908"/>
                </a:lnTo>
                <a:lnTo>
                  <a:pt x="4434332" y="25908"/>
                </a:lnTo>
                <a:lnTo>
                  <a:pt x="4434332" y="6281420"/>
                </a:lnTo>
                <a:lnTo>
                  <a:pt x="25400" y="6281420"/>
                </a:lnTo>
                <a:lnTo>
                  <a:pt x="25400" y="25400"/>
                </a:lnTo>
                <a:lnTo>
                  <a:pt x="4459732" y="25400"/>
                </a:lnTo>
                <a:lnTo>
                  <a:pt x="4459732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99465" y="1782571"/>
            <a:ext cx="4409440" cy="20739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589915" marR="626745" indent="1270" algn="ctr">
              <a:lnSpc>
                <a:spcPts val="5190"/>
              </a:lnSpc>
              <a:spcBef>
                <a:spcPts val="745"/>
              </a:spcBef>
            </a:pPr>
            <a:r>
              <a:rPr sz="4800" spc="-10" dirty="0">
                <a:solidFill>
                  <a:srgbClr val="FFFFFF"/>
                </a:solidFill>
              </a:rPr>
              <a:t>Constraints </a:t>
            </a:r>
            <a:r>
              <a:rPr sz="4800" spc="-25" dirty="0">
                <a:solidFill>
                  <a:srgbClr val="FFFFFF"/>
                </a:solidFill>
              </a:rPr>
              <a:t>on </a:t>
            </a:r>
            <a:r>
              <a:rPr sz="4800" spc="-55" dirty="0">
                <a:solidFill>
                  <a:srgbClr val="FFFFFF"/>
                </a:solidFill>
              </a:rPr>
              <a:t>Relationships</a:t>
            </a:r>
            <a:endParaRPr sz="4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9532" y="2741676"/>
            <a:ext cx="6063996" cy="6248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99532" y="533400"/>
            <a:ext cx="6063996" cy="212597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9532" y="3451859"/>
            <a:ext cx="6063996" cy="21732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9532" y="5707379"/>
            <a:ext cx="6063996" cy="6248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3100" y="2083435"/>
            <a:ext cx="2686685" cy="21602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705"/>
              </a:spcBef>
            </a:pPr>
            <a:r>
              <a:rPr sz="5000" spc="-10" dirty="0">
                <a:latin typeface="Calibri Light"/>
                <a:cs typeface="Calibri Light"/>
              </a:rPr>
              <a:t>Notations </a:t>
            </a:r>
            <a:r>
              <a:rPr sz="5000" dirty="0">
                <a:latin typeface="Calibri Light"/>
                <a:cs typeface="Calibri Light"/>
              </a:rPr>
              <a:t>Used</a:t>
            </a:r>
            <a:r>
              <a:rPr sz="5000" spc="-180" dirty="0">
                <a:latin typeface="Calibri Light"/>
                <a:cs typeface="Calibri Light"/>
              </a:rPr>
              <a:t> </a:t>
            </a:r>
            <a:r>
              <a:rPr sz="5000" dirty="0">
                <a:latin typeface="Calibri Light"/>
                <a:cs typeface="Calibri Light"/>
              </a:rPr>
              <a:t>in</a:t>
            </a:r>
            <a:r>
              <a:rPr sz="5000" spc="-165" dirty="0">
                <a:latin typeface="Calibri Light"/>
                <a:cs typeface="Calibri Light"/>
              </a:rPr>
              <a:t> </a:t>
            </a:r>
            <a:r>
              <a:rPr sz="5000" spc="-25" dirty="0">
                <a:latin typeface="Calibri Light"/>
                <a:cs typeface="Calibri Light"/>
              </a:rPr>
              <a:t>ER </a:t>
            </a:r>
            <a:r>
              <a:rPr sz="5000" spc="-10" dirty="0">
                <a:latin typeface="Calibri Light"/>
                <a:cs typeface="Calibri Light"/>
              </a:rPr>
              <a:t>Diagrams</a:t>
            </a:r>
            <a:endParaRPr sz="5000">
              <a:latin typeface="Calibri Light"/>
              <a:cs typeface="Calibri Ligh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14415" y="992124"/>
            <a:ext cx="6117590" cy="2796540"/>
          </a:xfrm>
          <a:custGeom>
            <a:avLst/>
            <a:gdLst/>
            <a:ahLst/>
            <a:cxnLst/>
            <a:rect l="l" t="t" r="r" b="b"/>
            <a:pathLst>
              <a:path w="6117590" h="2796540">
                <a:moveTo>
                  <a:pt x="0" y="2796540"/>
                </a:moveTo>
                <a:lnTo>
                  <a:pt x="6117336" y="2796540"/>
                </a:lnTo>
                <a:lnTo>
                  <a:pt x="6117336" y="0"/>
                </a:lnTo>
                <a:lnTo>
                  <a:pt x="0" y="0"/>
                </a:lnTo>
                <a:lnTo>
                  <a:pt x="0" y="2796540"/>
                </a:lnTo>
                <a:close/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77203" y="1427479"/>
            <a:ext cx="5182870" cy="21215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ts val="2640"/>
              </a:lnSpc>
              <a:spcBef>
                <a:spcPts val="38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cardinality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involved 	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</a:t>
            </a:r>
            <a:endParaRPr sz="2400">
              <a:latin typeface="Calibri"/>
              <a:cs typeface="Calibri"/>
            </a:endParaRPr>
          </a:p>
          <a:p>
            <a:pPr marL="240029" marR="394970" indent="-227329">
              <a:lnSpc>
                <a:spcPct val="91600"/>
              </a:lnSpc>
              <a:spcBef>
                <a:spcPts val="38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(Exactly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Instance),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(Many 	</a:t>
            </a:r>
            <a:r>
              <a:rPr sz="2400" dirty="0">
                <a:latin typeface="Calibri"/>
                <a:cs typeface="Calibri"/>
              </a:rPr>
              <a:t>Instances),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Instances)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binary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914390" y="630681"/>
            <a:ext cx="4293870" cy="721360"/>
            <a:chOff x="5914390" y="630681"/>
            <a:chExt cx="4293870" cy="721360"/>
          </a:xfrm>
        </p:grpSpPr>
        <p:sp>
          <p:nvSpPr>
            <p:cNvPr id="6" name="object 6"/>
            <p:cNvSpPr/>
            <p:nvPr/>
          </p:nvSpPr>
          <p:spPr>
            <a:xfrm>
              <a:off x="5920740" y="637031"/>
              <a:ext cx="4281170" cy="708660"/>
            </a:xfrm>
            <a:custGeom>
              <a:avLst/>
              <a:gdLst/>
              <a:ahLst/>
              <a:cxnLst/>
              <a:rect l="l" t="t" r="r" b="b"/>
              <a:pathLst>
                <a:path w="4281170" h="708660">
                  <a:moveTo>
                    <a:pt x="416280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09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59"/>
                  </a:lnTo>
                  <a:lnTo>
                    <a:pt x="4162806" y="708659"/>
                  </a:lnTo>
                  <a:lnTo>
                    <a:pt x="4208799" y="699385"/>
                  </a:lnTo>
                  <a:lnTo>
                    <a:pt x="4246340" y="674084"/>
                  </a:lnTo>
                  <a:lnTo>
                    <a:pt x="4271641" y="636543"/>
                  </a:lnTo>
                  <a:lnTo>
                    <a:pt x="4280916" y="590550"/>
                  </a:lnTo>
                  <a:lnTo>
                    <a:pt x="4280916" y="118109"/>
                  </a:lnTo>
                  <a:lnTo>
                    <a:pt x="4271641" y="72116"/>
                  </a:lnTo>
                  <a:lnTo>
                    <a:pt x="4246340" y="34575"/>
                  </a:lnTo>
                  <a:lnTo>
                    <a:pt x="4208799" y="9274"/>
                  </a:lnTo>
                  <a:lnTo>
                    <a:pt x="4162806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20740" y="637031"/>
              <a:ext cx="4281170" cy="708660"/>
            </a:xfrm>
            <a:custGeom>
              <a:avLst/>
              <a:gdLst/>
              <a:ahLst/>
              <a:cxnLst/>
              <a:rect l="l" t="t" r="r" b="b"/>
              <a:pathLst>
                <a:path w="4281170" h="708660">
                  <a:moveTo>
                    <a:pt x="0" y="118109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4162806" y="0"/>
                  </a:lnTo>
                  <a:lnTo>
                    <a:pt x="4208799" y="9274"/>
                  </a:lnTo>
                  <a:lnTo>
                    <a:pt x="4246340" y="34575"/>
                  </a:lnTo>
                  <a:lnTo>
                    <a:pt x="4271641" y="72116"/>
                  </a:lnTo>
                  <a:lnTo>
                    <a:pt x="4280916" y="118109"/>
                  </a:lnTo>
                  <a:lnTo>
                    <a:pt x="4280916" y="590550"/>
                  </a:lnTo>
                  <a:lnTo>
                    <a:pt x="4271641" y="636543"/>
                  </a:lnTo>
                  <a:lnTo>
                    <a:pt x="4246340" y="674084"/>
                  </a:lnTo>
                  <a:lnTo>
                    <a:pt x="4208799" y="699385"/>
                  </a:lnTo>
                  <a:lnTo>
                    <a:pt x="4162806" y="708659"/>
                  </a:lnTo>
                  <a:lnTo>
                    <a:pt x="118110" y="708659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0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881" rIns="0" bIns="0" rtlCol="0">
            <a:spAutoFit/>
          </a:bodyPr>
          <a:lstStyle/>
          <a:p>
            <a:pPr marL="5694045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Cardinality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Ratio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Notation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14415" y="4273296"/>
            <a:ext cx="6117590" cy="1701164"/>
          </a:xfrm>
          <a:custGeom>
            <a:avLst/>
            <a:gdLst/>
            <a:ahLst/>
            <a:cxnLst/>
            <a:rect l="l" t="t" r="r" b="b"/>
            <a:pathLst>
              <a:path w="6117590" h="1701164">
                <a:moveTo>
                  <a:pt x="0" y="1700783"/>
                </a:moveTo>
                <a:lnTo>
                  <a:pt x="6117336" y="1700783"/>
                </a:lnTo>
                <a:lnTo>
                  <a:pt x="6117336" y="0"/>
                </a:lnTo>
                <a:lnTo>
                  <a:pt x="0" y="0"/>
                </a:lnTo>
                <a:lnTo>
                  <a:pt x="0" y="1700783"/>
                </a:lnTo>
                <a:close/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077203" y="4708905"/>
            <a:ext cx="5100320" cy="106108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0029" marR="5080" indent="-227329">
              <a:lnSpc>
                <a:spcPct val="91500"/>
              </a:lnSpc>
              <a:spcBef>
                <a:spcPts val="345"/>
              </a:spcBef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(Min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entity 	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max 	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instance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relationship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914390" y="3911853"/>
            <a:ext cx="4293870" cy="721360"/>
            <a:chOff x="5914390" y="3911853"/>
            <a:chExt cx="4293870" cy="721360"/>
          </a:xfrm>
        </p:grpSpPr>
        <p:sp>
          <p:nvSpPr>
            <p:cNvPr id="12" name="object 12"/>
            <p:cNvSpPr/>
            <p:nvPr/>
          </p:nvSpPr>
          <p:spPr>
            <a:xfrm>
              <a:off x="5920740" y="3918203"/>
              <a:ext cx="4281170" cy="708660"/>
            </a:xfrm>
            <a:custGeom>
              <a:avLst/>
              <a:gdLst/>
              <a:ahLst/>
              <a:cxnLst/>
              <a:rect l="l" t="t" r="r" b="b"/>
              <a:pathLst>
                <a:path w="4281170" h="708660">
                  <a:moveTo>
                    <a:pt x="416280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4162806" y="708660"/>
                  </a:lnTo>
                  <a:lnTo>
                    <a:pt x="4208799" y="699385"/>
                  </a:lnTo>
                  <a:lnTo>
                    <a:pt x="4246340" y="674084"/>
                  </a:lnTo>
                  <a:lnTo>
                    <a:pt x="4271641" y="636543"/>
                  </a:lnTo>
                  <a:lnTo>
                    <a:pt x="4280916" y="590550"/>
                  </a:lnTo>
                  <a:lnTo>
                    <a:pt x="4280916" y="118110"/>
                  </a:lnTo>
                  <a:lnTo>
                    <a:pt x="4271641" y="72116"/>
                  </a:lnTo>
                  <a:lnTo>
                    <a:pt x="4246340" y="34575"/>
                  </a:lnTo>
                  <a:lnTo>
                    <a:pt x="4208799" y="9274"/>
                  </a:lnTo>
                  <a:lnTo>
                    <a:pt x="4162806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920740" y="3918203"/>
              <a:ext cx="4281170" cy="708660"/>
            </a:xfrm>
            <a:custGeom>
              <a:avLst/>
              <a:gdLst/>
              <a:ahLst/>
              <a:cxnLst/>
              <a:rect l="l" t="t" r="r" b="b"/>
              <a:pathLst>
                <a:path w="428117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4162806" y="0"/>
                  </a:lnTo>
                  <a:lnTo>
                    <a:pt x="4208799" y="9274"/>
                  </a:lnTo>
                  <a:lnTo>
                    <a:pt x="4246340" y="34575"/>
                  </a:lnTo>
                  <a:lnTo>
                    <a:pt x="4271641" y="72116"/>
                  </a:lnTo>
                  <a:lnTo>
                    <a:pt x="4280916" y="118110"/>
                  </a:lnTo>
                  <a:lnTo>
                    <a:pt x="4280916" y="590550"/>
                  </a:lnTo>
                  <a:lnTo>
                    <a:pt x="4271641" y="636543"/>
                  </a:lnTo>
                  <a:lnTo>
                    <a:pt x="4246340" y="674084"/>
                  </a:lnTo>
                  <a:lnTo>
                    <a:pt x="4208799" y="699385"/>
                  </a:lnTo>
                  <a:lnTo>
                    <a:pt x="416280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04890" y="4041775"/>
            <a:ext cx="2305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Min-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Max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Notation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63777" y="669112"/>
            <a:ext cx="96666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50" dirty="0"/>
              <a:t>Limitations</a:t>
            </a:r>
            <a:r>
              <a:rPr sz="4800" spc="-180" dirty="0"/>
              <a:t> </a:t>
            </a:r>
            <a:r>
              <a:rPr sz="4800" dirty="0"/>
              <a:t>Of</a:t>
            </a:r>
            <a:r>
              <a:rPr sz="4800" spc="-130" dirty="0"/>
              <a:t> </a:t>
            </a:r>
            <a:r>
              <a:rPr sz="4800" spc="-25" dirty="0"/>
              <a:t>Entity</a:t>
            </a:r>
            <a:r>
              <a:rPr sz="4800" spc="-175" dirty="0"/>
              <a:t> </a:t>
            </a:r>
            <a:r>
              <a:rPr sz="4800" spc="-55" dirty="0"/>
              <a:t>Relationship</a:t>
            </a:r>
            <a:r>
              <a:rPr sz="4800" spc="-180" dirty="0"/>
              <a:t> </a:t>
            </a:r>
            <a:r>
              <a:rPr sz="4800" spc="-10" dirty="0"/>
              <a:t>Model</a:t>
            </a:r>
            <a:endParaRPr sz="4800"/>
          </a:p>
        </p:txBody>
      </p:sp>
      <p:sp>
        <p:nvSpPr>
          <p:cNvPr id="3" name="object 3"/>
          <p:cNvSpPr/>
          <p:nvPr/>
        </p:nvSpPr>
        <p:spPr>
          <a:xfrm>
            <a:off x="838200" y="1879092"/>
            <a:ext cx="10515600" cy="1351915"/>
          </a:xfrm>
          <a:custGeom>
            <a:avLst/>
            <a:gdLst/>
            <a:ahLst/>
            <a:cxnLst/>
            <a:rect l="l" t="t" r="r" b="b"/>
            <a:pathLst>
              <a:path w="10515600" h="1351914">
                <a:moveTo>
                  <a:pt x="10290302" y="0"/>
                </a:moveTo>
                <a:lnTo>
                  <a:pt x="225297" y="0"/>
                </a:lnTo>
                <a:lnTo>
                  <a:pt x="179890" y="4575"/>
                </a:lnTo>
                <a:lnTo>
                  <a:pt x="137599" y="17700"/>
                </a:lnTo>
                <a:lnTo>
                  <a:pt x="99329" y="38469"/>
                </a:lnTo>
                <a:lnTo>
                  <a:pt x="65986" y="65976"/>
                </a:lnTo>
                <a:lnTo>
                  <a:pt x="38475" y="99317"/>
                </a:lnTo>
                <a:lnTo>
                  <a:pt x="17704" y="137588"/>
                </a:lnTo>
                <a:lnTo>
                  <a:pt x="4577" y="179883"/>
                </a:lnTo>
                <a:lnTo>
                  <a:pt x="0" y="225298"/>
                </a:lnTo>
                <a:lnTo>
                  <a:pt x="0" y="1126490"/>
                </a:lnTo>
                <a:lnTo>
                  <a:pt x="4577" y="1171904"/>
                </a:lnTo>
                <a:lnTo>
                  <a:pt x="17704" y="1214199"/>
                </a:lnTo>
                <a:lnTo>
                  <a:pt x="38475" y="1252470"/>
                </a:lnTo>
                <a:lnTo>
                  <a:pt x="65986" y="1285811"/>
                </a:lnTo>
                <a:lnTo>
                  <a:pt x="99329" y="1313318"/>
                </a:lnTo>
                <a:lnTo>
                  <a:pt x="137599" y="1334087"/>
                </a:lnTo>
                <a:lnTo>
                  <a:pt x="179890" y="1347212"/>
                </a:lnTo>
                <a:lnTo>
                  <a:pt x="225297" y="1351788"/>
                </a:lnTo>
                <a:lnTo>
                  <a:pt x="10290302" y="1351788"/>
                </a:lnTo>
                <a:lnTo>
                  <a:pt x="10335716" y="1347212"/>
                </a:lnTo>
                <a:lnTo>
                  <a:pt x="10378011" y="1334087"/>
                </a:lnTo>
                <a:lnTo>
                  <a:pt x="10416282" y="1313318"/>
                </a:lnTo>
                <a:lnTo>
                  <a:pt x="10449623" y="1285811"/>
                </a:lnTo>
                <a:lnTo>
                  <a:pt x="10477130" y="1252470"/>
                </a:lnTo>
                <a:lnTo>
                  <a:pt x="10497899" y="1214199"/>
                </a:lnTo>
                <a:lnTo>
                  <a:pt x="10511024" y="1171904"/>
                </a:lnTo>
                <a:lnTo>
                  <a:pt x="10515600" y="1126490"/>
                </a:lnTo>
                <a:lnTo>
                  <a:pt x="10515600" y="225298"/>
                </a:lnTo>
                <a:lnTo>
                  <a:pt x="10511024" y="179883"/>
                </a:lnTo>
                <a:lnTo>
                  <a:pt x="10497899" y="137588"/>
                </a:lnTo>
                <a:lnTo>
                  <a:pt x="10477130" y="99317"/>
                </a:lnTo>
                <a:lnTo>
                  <a:pt x="10449623" y="65976"/>
                </a:lnTo>
                <a:lnTo>
                  <a:pt x="10416282" y="38469"/>
                </a:lnTo>
                <a:lnTo>
                  <a:pt x="10378011" y="17700"/>
                </a:lnTo>
                <a:lnTo>
                  <a:pt x="10335716" y="4575"/>
                </a:lnTo>
                <a:lnTo>
                  <a:pt x="10290302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38200" y="3328415"/>
            <a:ext cx="10515600" cy="1353820"/>
          </a:xfrm>
          <a:custGeom>
            <a:avLst/>
            <a:gdLst/>
            <a:ahLst/>
            <a:cxnLst/>
            <a:rect l="l" t="t" r="r" b="b"/>
            <a:pathLst>
              <a:path w="10515600" h="1353820">
                <a:moveTo>
                  <a:pt x="10290048" y="0"/>
                </a:moveTo>
                <a:lnTo>
                  <a:pt x="225564" y="0"/>
                </a:lnTo>
                <a:lnTo>
                  <a:pt x="180106" y="4581"/>
                </a:lnTo>
                <a:lnTo>
                  <a:pt x="137765" y="17722"/>
                </a:lnTo>
                <a:lnTo>
                  <a:pt x="99450" y="38515"/>
                </a:lnTo>
                <a:lnTo>
                  <a:pt x="66066" y="66055"/>
                </a:lnTo>
                <a:lnTo>
                  <a:pt x="38523" y="99435"/>
                </a:lnTo>
                <a:lnTo>
                  <a:pt x="17726" y="137749"/>
                </a:lnTo>
                <a:lnTo>
                  <a:pt x="4582" y="180090"/>
                </a:lnTo>
                <a:lnTo>
                  <a:pt x="0" y="225551"/>
                </a:lnTo>
                <a:lnTo>
                  <a:pt x="0" y="1127760"/>
                </a:lnTo>
                <a:lnTo>
                  <a:pt x="4582" y="1173221"/>
                </a:lnTo>
                <a:lnTo>
                  <a:pt x="17726" y="1215562"/>
                </a:lnTo>
                <a:lnTo>
                  <a:pt x="38523" y="1253876"/>
                </a:lnTo>
                <a:lnTo>
                  <a:pt x="66066" y="1287256"/>
                </a:lnTo>
                <a:lnTo>
                  <a:pt x="99450" y="1314796"/>
                </a:lnTo>
                <a:lnTo>
                  <a:pt x="137765" y="1335589"/>
                </a:lnTo>
                <a:lnTo>
                  <a:pt x="180106" y="1348730"/>
                </a:lnTo>
                <a:lnTo>
                  <a:pt x="225564" y="1353312"/>
                </a:lnTo>
                <a:lnTo>
                  <a:pt x="10290048" y="1353312"/>
                </a:lnTo>
                <a:lnTo>
                  <a:pt x="10335509" y="1348730"/>
                </a:lnTo>
                <a:lnTo>
                  <a:pt x="10377850" y="1335589"/>
                </a:lnTo>
                <a:lnTo>
                  <a:pt x="10416164" y="1314796"/>
                </a:lnTo>
                <a:lnTo>
                  <a:pt x="10449544" y="1287256"/>
                </a:lnTo>
                <a:lnTo>
                  <a:pt x="10477084" y="1253876"/>
                </a:lnTo>
                <a:lnTo>
                  <a:pt x="10497877" y="1215562"/>
                </a:lnTo>
                <a:lnTo>
                  <a:pt x="10511018" y="1173221"/>
                </a:lnTo>
                <a:lnTo>
                  <a:pt x="10515600" y="1127760"/>
                </a:lnTo>
                <a:lnTo>
                  <a:pt x="10515600" y="225551"/>
                </a:lnTo>
                <a:lnTo>
                  <a:pt x="10511018" y="180090"/>
                </a:lnTo>
                <a:lnTo>
                  <a:pt x="10497877" y="137749"/>
                </a:lnTo>
                <a:lnTo>
                  <a:pt x="10477084" y="99435"/>
                </a:lnTo>
                <a:lnTo>
                  <a:pt x="10449544" y="66055"/>
                </a:lnTo>
                <a:lnTo>
                  <a:pt x="10416164" y="38515"/>
                </a:lnTo>
                <a:lnTo>
                  <a:pt x="10377850" y="17722"/>
                </a:lnTo>
                <a:lnTo>
                  <a:pt x="10335509" y="4581"/>
                </a:lnTo>
                <a:lnTo>
                  <a:pt x="10290048" y="0"/>
                </a:lnTo>
                <a:close/>
              </a:path>
            </a:pathLst>
          </a:custGeom>
          <a:solidFill>
            <a:srgbClr val="4DC58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38200" y="4779264"/>
            <a:ext cx="10515600" cy="1351915"/>
          </a:xfrm>
          <a:custGeom>
            <a:avLst/>
            <a:gdLst/>
            <a:ahLst/>
            <a:cxnLst/>
            <a:rect l="l" t="t" r="r" b="b"/>
            <a:pathLst>
              <a:path w="10515600" h="1351914">
                <a:moveTo>
                  <a:pt x="10290302" y="0"/>
                </a:moveTo>
                <a:lnTo>
                  <a:pt x="225297" y="0"/>
                </a:lnTo>
                <a:lnTo>
                  <a:pt x="179890" y="4575"/>
                </a:lnTo>
                <a:lnTo>
                  <a:pt x="137599" y="17700"/>
                </a:lnTo>
                <a:lnTo>
                  <a:pt x="99329" y="38469"/>
                </a:lnTo>
                <a:lnTo>
                  <a:pt x="65986" y="65976"/>
                </a:lnTo>
                <a:lnTo>
                  <a:pt x="38475" y="99317"/>
                </a:lnTo>
                <a:lnTo>
                  <a:pt x="17704" y="137588"/>
                </a:lnTo>
                <a:lnTo>
                  <a:pt x="4577" y="179883"/>
                </a:lnTo>
                <a:lnTo>
                  <a:pt x="0" y="225298"/>
                </a:lnTo>
                <a:lnTo>
                  <a:pt x="0" y="1126490"/>
                </a:lnTo>
                <a:lnTo>
                  <a:pt x="4577" y="1171897"/>
                </a:lnTo>
                <a:lnTo>
                  <a:pt x="17704" y="1214188"/>
                </a:lnTo>
                <a:lnTo>
                  <a:pt x="38475" y="1252458"/>
                </a:lnTo>
                <a:lnTo>
                  <a:pt x="65986" y="1285801"/>
                </a:lnTo>
                <a:lnTo>
                  <a:pt x="99329" y="1313312"/>
                </a:lnTo>
                <a:lnTo>
                  <a:pt x="137599" y="1334083"/>
                </a:lnTo>
                <a:lnTo>
                  <a:pt x="179890" y="1347210"/>
                </a:lnTo>
                <a:lnTo>
                  <a:pt x="225297" y="1351788"/>
                </a:lnTo>
                <a:lnTo>
                  <a:pt x="10290302" y="1351788"/>
                </a:lnTo>
                <a:lnTo>
                  <a:pt x="10335716" y="1347210"/>
                </a:lnTo>
                <a:lnTo>
                  <a:pt x="10378011" y="1334083"/>
                </a:lnTo>
                <a:lnTo>
                  <a:pt x="10416282" y="1313312"/>
                </a:lnTo>
                <a:lnTo>
                  <a:pt x="10449623" y="1285801"/>
                </a:lnTo>
                <a:lnTo>
                  <a:pt x="10477130" y="1252458"/>
                </a:lnTo>
                <a:lnTo>
                  <a:pt x="10497899" y="1214188"/>
                </a:lnTo>
                <a:lnTo>
                  <a:pt x="10511024" y="1171897"/>
                </a:lnTo>
                <a:lnTo>
                  <a:pt x="10515600" y="1126490"/>
                </a:lnTo>
                <a:lnTo>
                  <a:pt x="10515600" y="225298"/>
                </a:lnTo>
                <a:lnTo>
                  <a:pt x="10511024" y="179883"/>
                </a:lnTo>
                <a:lnTo>
                  <a:pt x="10497899" y="137588"/>
                </a:lnTo>
                <a:lnTo>
                  <a:pt x="10477130" y="99317"/>
                </a:lnTo>
                <a:lnTo>
                  <a:pt x="10449623" y="65976"/>
                </a:lnTo>
                <a:lnTo>
                  <a:pt x="10416282" y="38469"/>
                </a:lnTo>
                <a:lnTo>
                  <a:pt x="10378011" y="17700"/>
                </a:lnTo>
                <a:lnTo>
                  <a:pt x="10335716" y="4575"/>
                </a:lnTo>
                <a:lnTo>
                  <a:pt x="10290302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2865" rIns="0" bIns="0" rtlCol="0">
            <a:spAutoFit/>
          </a:bodyPr>
          <a:lstStyle/>
          <a:p>
            <a:pPr marL="292100" marR="196850">
              <a:lnSpc>
                <a:spcPts val="3750"/>
              </a:lnSpc>
              <a:spcBef>
                <a:spcPts val="495"/>
              </a:spcBef>
            </a:pPr>
            <a:r>
              <a:rPr sz="3400" dirty="0"/>
              <a:t>One</a:t>
            </a:r>
            <a:r>
              <a:rPr sz="3400" spc="-70" dirty="0"/>
              <a:t> </a:t>
            </a:r>
            <a:r>
              <a:rPr sz="3400" dirty="0"/>
              <a:t>cannot</a:t>
            </a:r>
            <a:r>
              <a:rPr sz="3400" spc="-70" dirty="0"/>
              <a:t> </a:t>
            </a:r>
            <a:r>
              <a:rPr sz="3400" spc="-10" dirty="0"/>
              <a:t>represent</a:t>
            </a:r>
            <a:r>
              <a:rPr sz="3400" spc="-75" dirty="0"/>
              <a:t> </a:t>
            </a:r>
            <a:r>
              <a:rPr sz="3400" dirty="0"/>
              <a:t>relationship</a:t>
            </a:r>
            <a:r>
              <a:rPr sz="3400" spc="-70" dirty="0"/>
              <a:t> </a:t>
            </a:r>
            <a:r>
              <a:rPr sz="3400" dirty="0"/>
              <a:t>like</a:t>
            </a:r>
            <a:r>
              <a:rPr sz="3400" spc="-80" dirty="0"/>
              <a:t> </a:t>
            </a:r>
            <a:r>
              <a:rPr sz="3400" dirty="0"/>
              <a:t>inheritance</a:t>
            </a:r>
            <a:r>
              <a:rPr sz="3400" spc="-80" dirty="0"/>
              <a:t> </a:t>
            </a:r>
            <a:r>
              <a:rPr sz="3400" dirty="0"/>
              <a:t>in</a:t>
            </a:r>
            <a:r>
              <a:rPr sz="3400" spc="-75" dirty="0"/>
              <a:t> </a:t>
            </a:r>
            <a:r>
              <a:rPr sz="3400" spc="-25" dirty="0"/>
              <a:t>ER </a:t>
            </a:r>
            <a:r>
              <a:rPr sz="3400" spc="-10" dirty="0"/>
              <a:t>diagrams</a:t>
            </a:r>
            <a:endParaRPr sz="3400"/>
          </a:p>
          <a:p>
            <a:pPr marL="292100" marR="901065">
              <a:lnSpc>
                <a:spcPts val="3740"/>
              </a:lnSpc>
              <a:spcBef>
                <a:spcPts val="3935"/>
              </a:spcBef>
            </a:pPr>
            <a:r>
              <a:rPr sz="3400" dirty="0"/>
              <a:t>No</a:t>
            </a:r>
            <a:r>
              <a:rPr sz="3400" spc="-85" dirty="0"/>
              <a:t> </a:t>
            </a:r>
            <a:r>
              <a:rPr sz="3400" dirty="0"/>
              <a:t>relationships</a:t>
            </a:r>
            <a:r>
              <a:rPr sz="3400" spc="-85" dirty="0"/>
              <a:t> </a:t>
            </a:r>
            <a:r>
              <a:rPr sz="3400" dirty="0"/>
              <a:t>is</a:t>
            </a:r>
            <a:r>
              <a:rPr sz="3400" spc="-80" dirty="0"/>
              <a:t> </a:t>
            </a:r>
            <a:r>
              <a:rPr sz="3400" dirty="0"/>
              <a:t>defined</a:t>
            </a:r>
            <a:r>
              <a:rPr sz="3400" spc="-85" dirty="0"/>
              <a:t> </a:t>
            </a:r>
            <a:r>
              <a:rPr sz="3400" dirty="0"/>
              <a:t>between</a:t>
            </a:r>
            <a:r>
              <a:rPr sz="3400" spc="-85" dirty="0"/>
              <a:t> </a:t>
            </a:r>
            <a:r>
              <a:rPr sz="3400" dirty="0"/>
              <a:t>entity</a:t>
            </a:r>
            <a:r>
              <a:rPr sz="3400" spc="-65" dirty="0"/>
              <a:t> </a:t>
            </a:r>
            <a:r>
              <a:rPr sz="3400" dirty="0"/>
              <a:t>type</a:t>
            </a:r>
            <a:r>
              <a:rPr sz="3400" spc="-80" dirty="0"/>
              <a:t> </a:t>
            </a:r>
            <a:r>
              <a:rPr sz="3400" spc="-25" dirty="0"/>
              <a:t>and </a:t>
            </a:r>
            <a:r>
              <a:rPr sz="3400" dirty="0"/>
              <a:t>relationship</a:t>
            </a:r>
            <a:r>
              <a:rPr sz="3400" spc="-140" dirty="0"/>
              <a:t> </a:t>
            </a:r>
            <a:r>
              <a:rPr sz="3400" spc="-20" dirty="0"/>
              <a:t>type</a:t>
            </a:r>
            <a:endParaRPr sz="3400"/>
          </a:p>
          <a:p>
            <a:pPr marL="292100" marR="5080">
              <a:lnSpc>
                <a:spcPts val="3740"/>
              </a:lnSpc>
              <a:spcBef>
                <a:spcPts val="3944"/>
              </a:spcBef>
            </a:pPr>
            <a:r>
              <a:rPr sz="3400" dirty="0"/>
              <a:t>No</a:t>
            </a:r>
            <a:r>
              <a:rPr sz="3400" spc="-80" dirty="0"/>
              <a:t> </a:t>
            </a:r>
            <a:r>
              <a:rPr sz="3400" dirty="0"/>
              <a:t>relationship</a:t>
            </a:r>
            <a:r>
              <a:rPr sz="3400" spc="-75" dirty="0"/>
              <a:t> </a:t>
            </a:r>
            <a:r>
              <a:rPr sz="3400" dirty="0"/>
              <a:t>is</a:t>
            </a:r>
            <a:r>
              <a:rPr sz="3400" spc="-80" dirty="0"/>
              <a:t> </a:t>
            </a:r>
            <a:r>
              <a:rPr sz="3400" dirty="0"/>
              <a:t>defined</a:t>
            </a:r>
            <a:r>
              <a:rPr sz="3400" spc="-75" dirty="0"/>
              <a:t> </a:t>
            </a:r>
            <a:r>
              <a:rPr sz="3400" dirty="0"/>
              <a:t>between</a:t>
            </a:r>
            <a:r>
              <a:rPr sz="3400" spc="-75" dirty="0"/>
              <a:t> </a:t>
            </a:r>
            <a:r>
              <a:rPr sz="3400" dirty="0"/>
              <a:t>entity</a:t>
            </a:r>
            <a:r>
              <a:rPr sz="3400" spc="-75" dirty="0"/>
              <a:t> </a:t>
            </a:r>
            <a:r>
              <a:rPr sz="3400" dirty="0"/>
              <a:t>type</a:t>
            </a:r>
            <a:r>
              <a:rPr sz="3400" spc="-70" dirty="0"/>
              <a:t> </a:t>
            </a:r>
            <a:r>
              <a:rPr sz="3400" spc="-25" dirty="0"/>
              <a:t>and </a:t>
            </a:r>
            <a:r>
              <a:rPr sz="3400" dirty="0"/>
              <a:t>collection</a:t>
            </a:r>
            <a:r>
              <a:rPr sz="3400" spc="-65" dirty="0"/>
              <a:t> </a:t>
            </a:r>
            <a:r>
              <a:rPr sz="3400" dirty="0"/>
              <a:t>of</a:t>
            </a:r>
            <a:r>
              <a:rPr sz="3400" spc="-55" dirty="0"/>
              <a:t> </a:t>
            </a:r>
            <a:r>
              <a:rPr sz="3400" dirty="0"/>
              <a:t>entity</a:t>
            </a:r>
            <a:r>
              <a:rPr sz="3400" spc="-55" dirty="0"/>
              <a:t> </a:t>
            </a:r>
            <a:r>
              <a:rPr sz="3400" dirty="0"/>
              <a:t>type</a:t>
            </a:r>
            <a:r>
              <a:rPr sz="3400" spc="-60" dirty="0"/>
              <a:t> </a:t>
            </a:r>
            <a:r>
              <a:rPr sz="3400" dirty="0"/>
              <a:t>from</a:t>
            </a:r>
            <a:r>
              <a:rPr sz="3400" spc="-45" dirty="0"/>
              <a:t> </a:t>
            </a:r>
            <a:r>
              <a:rPr sz="3400" dirty="0"/>
              <a:t>which</a:t>
            </a:r>
            <a:r>
              <a:rPr sz="3400" spc="-60" dirty="0"/>
              <a:t> </a:t>
            </a:r>
            <a:r>
              <a:rPr sz="3400" dirty="0"/>
              <a:t>one</a:t>
            </a:r>
            <a:r>
              <a:rPr sz="3400" spc="-60" dirty="0"/>
              <a:t> </a:t>
            </a:r>
            <a:r>
              <a:rPr sz="3400" dirty="0"/>
              <a:t>may</a:t>
            </a:r>
            <a:r>
              <a:rPr sz="3400" spc="-60" dirty="0"/>
              <a:t> </a:t>
            </a:r>
            <a:r>
              <a:rPr sz="3400" spc="-10" dirty="0"/>
              <a:t>participate.</a:t>
            </a:r>
            <a:endParaRPr sz="34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5514" y="793445"/>
            <a:ext cx="4677410" cy="190436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635"/>
              </a:spcBef>
            </a:pPr>
            <a:r>
              <a:rPr sz="4400" spc="-25" dirty="0"/>
              <a:t>Extended</a:t>
            </a:r>
            <a:r>
              <a:rPr sz="4400" spc="-190" dirty="0"/>
              <a:t> </a:t>
            </a:r>
            <a:r>
              <a:rPr sz="4400" spc="-10" dirty="0"/>
              <a:t>Entity </a:t>
            </a:r>
            <a:r>
              <a:rPr sz="4400" spc="-45" dirty="0"/>
              <a:t>Relationship</a:t>
            </a:r>
            <a:r>
              <a:rPr sz="4400" spc="-190" dirty="0"/>
              <a:t> </a:t>
            </a:r>
            <a:r>
              <a:rPr sz="4400" spc="-20" dirty="0"/>
              <a:t>Model</a:t>
            </a:r>
            <a:r>
              <a:rPr sz="4400" spc="-180" dirty="0"/>
              <a:t> </a:t>
            </a:r>
            <a:r>
              <a:rPr sz="4400" spc="-50" dirty="0"/>
              <a:t>– </a:t>
            </a:r>
            <a:r>
              <a:rPr sz="4400" dirty="0"/>
              <a:t>ERD</a:t>
            </a:r>
            <a:r>
              <a:rPr sz="4400" spc="-190" dirty="0"/>
              <a:t> </a:t>
            </a:r>
            <a:r>
              <a:rPr sz="4400" spc="-10" dirty="0"/>
              <a:t>Issues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572913" y="619945"/>
            <a:ext cx="1634489" cy="2072639"/>
            <a:chOff x="8572913" y="619945"/>
            <a:chExt cx="1634489" cy="2072639"/>
          </a:xfrm>
        </p:grpSpPr>
        <p:sp>
          <p:nvSpPr>
            <p:cNvPr id="4" name="object 4"/>
            <p:cNvSpPr/>
            <p:nvPr/>
          </p:nvSpPr>
          <p:spPr>
            <a:xfrm>
              <a:off x="8589892" y="643029"/>
              <a:ext cx="1600835" cy="2032000"/>
            </a:xfrm>
            <a:custGeom>
              <a:avLst/>
              <a:gdLst/>
              <a:ahLst/>
              <a:cxnLst/>
              <a:rect l="l" t="t" r="r" b="b"/>
              <a:pathLst>
                <a:path w="1600834" h="2032000">
                  <a:moveTo>
                    <a:pt x="1029925" y="2019300"/>
                  </a:moveTo>
                  <a:lnTo>
                    <a:pt x="569990" y="2019300"/>
                  </a:lnTo>
                  <a:lnTo>
                    <a:pt x="619510" y="2032000"/>
                  </a:lnTo>
                  <a:lnTo>
                    <a:pt x="979838" y="2032000"/>
                  </a:lnTo>
                  <a:lnTo>
                    <a:pt x="1029925" y="2019300"/>
                  </a:lnTo>
                  <a:close/>
                </a:path>
                <a:path w="1600834" h="2032000">
                  <a:moveTo>
                    <a:pt x="1129956" y="25400"/>
                  </a:moveTo>
                  <a:lnTo>
                    <a:pt x="469959" y="25400"/>
                  </a:lnTo>
                  <a:lnTo>
                    <a:pt x="321128" y="63500"/>
                  </a:lnTo>
                  <a:lnTo>
                    <a:pt x="274095" y="88900"/>
                  </a:lnTo>
                  <a:lnTo>
                    <a:pt x="228481" y="101600"/>
                  </a:lnTo>
                  <a:lnTo>
                    <a:pt x="185495" y="127000"/>
                  </a:lnTo>
                  <a:lnTo>
                    <a:pt x="146347" y="139700"/>
                  </a:lnTo>
                  <a:lnTo>
                    <a:pt x="111036" y="165100"/>
                  </a:lnTo>
                  <a:lnTo>
                    <a:pt x="79563" y="203200"/>
                  </a:lnTo>
                  <a:lnTo>
                    <a:pt x="62299" y="215900"/>
                  </a:lnTo>
                  <a:lnTo>
                    <a:pt x="46883" y="228600"/>
                  </a:lnTo>
                  <a:lnTo>
                    <a:pt x="33318" y="254000"/>
                  </a:lnTo>
                  <a:lnTo>
                    <a:pt x="21606" y="279400"/>
                  </a:lnTo>
                  <a:lnTo>
                    <a:pt x="12153" y="292100"/>
                  </a:lnTo>
                  <a:lnTo>
                    <a:pt x="5401" y="317500"/>
                  </a:lnTo>
                  <a:lnTo>
                    <a:pt x="1350" y="342900"/>
                  </a:lnTo>
                  <a:lnTo>
                    <a:pt x="0" y="368300"/>
                  </a:lnTo>
                  <a:lnTo>
                    <a:pt x="0" y="1676400"/>
                  </a:lnTo>
                  <a:lnTo>
                    <a:pt x="1845" y="1701800"/>
                  </a:lnTo>
                  <a:lnTo>
                    <a:pt x="6250" y="1727200"/>
                  </a:lnTo>
                  <a:lnTo>
                    <a:pt x="13210" y="1739900"/>
                  </a:lnTo>
                  <a:lnTo>
                    <a:pt x="22722" y="1765300"/>
                  </a:lnTo>
                  <a:lnTo>
                    <a:pt x="34376" y="1790700"/>
                  </a:lnTo>
                  <a:lnTo>
                    <a:pt x="47732" y="1803400"/>
                  </a:lnTo>
                  <a:lnTo>
                    <a:pt x="62794" y="1828800"/>
                  </a:lnTo>
                  <a:lnTo>
                    <a:pt x="79563" y="1841500"/>
                  </a:lnTo>
                  <a:lnTo>
                    <a:pt x="112037" y="1866900"/>
                  </a:lnTo>
                  <a:lnTo>
                    <a:pt x="148060" y="1892300"/>
                  </a:lnTo>
                  <a:lnTo>
                    <a:pt x="187634" y="1917700"/>
                  </a:lnTo>
                  <a:lnTo>
                    <a:pt x="230761" y="1943100"/>
                  </a:lnTo>
                  <a:lnTo>
                    <a:pt x="323110" y="1968500"/>
                  </a:lnTo>
                  <a:lnTo>
                    <a:pt x="520331" y="2019300"/>
                  </a:lnTo>
                  <a:lnTo>
                    <a:pt x="1080156" y="2019300"/>
                  </a:lnTo>
                  <a:lnTo>
                    <a:pt x="1279359" y="1968500"/>
                  </a:lnTo>
                  <a:lnTo>
                    <a:pt x="1326392" y="1955800"/>
                  </a:lnTo>
                  <a:lnTo>
                    <a:pt x="1372006" y="1930400"/>
                  </a:lnTo>
                  <a:lnTo>
                    <a:pt x="1414992" y="1917700"/>
                  </a:lnTo>
                  <a:lnTo>
                    <a:pt x="1454140" y="1892300"/>
                  </a:lnTo>
                  <a:lnTo>
                    <a:pt x="678606" y="1892300"/>
                  </a:lnTo>
                  <a:lnTo>
                    <a:pt x="647707" y="1879600"/>
                  </a:lnTo>
                  <a:lnTo>
                    <a:pt x="552435" y="1879600"/>
                  </a:lnTo>
                  <a:lnTo>
                    <a:pt x="520325" y="1866900"/>
                  </a:lnTo>
                  <a:lnTo>
                    <a:pt x="488782" y="1866900"/>
                  </a:lnTo>
                  <a:lnTo>
                    <a:pt x="457807" y="1854200"/>
                  </a:lnTo>
                  <a:lnTo>
                    <a:pt x="427403" y="1854200"/>
                  </a:lnTo>
                  <a:lnTo>
                    <a:pt x="397639" y="1841500"/>
                  </a:lnTo>
                  <a:lnTo>
                    <a:pt x="368585" y="1828800"/>
                  </a:lnTo>
                  <a:lnTo>
                    <a:pt x="340240" y="1828800"/>
                  </a:lnTo>
                  <a:lnTo>
                    <a:pt x="312604" y="1816100"/>
                  </a:lnTo>
                  <a:lnTo>
                    <a:pt x="303365" y="1803400"/>
                  </a:lnTo>
                  <a:lnTo>
                    <a:pt x="280631" y="1803400"/>
                  </a:lnTo>
                  <a:lnTo>
                    <a:pt x="267136" y="1790700"/>
                  </a:lnTo>
                  <a:lnTo>
                    <a:pt x="252990" y="1790700"/>
                  </a:lnTo>
                  <a:lnTo>
                    <a:pt x="225143" y="1765300"/>
                  </a:lnTo>
                  <a:lnTo>
                    <a:pt x="211434" y="1765300"/>
                  </a:lnTo>
                  <a:lnTo>
                    <a:pt x="174983" y="1727200"/>
                  </a:lnTo>
                  <a:lnTo>
                    <a:pt x="156373" y="1701800"/>
                  </a:lnTo>
                  <a:lnTo>
                    <a:pt x="150333" y="1701800"/>
                  </a:lnTo>
                  <a:lnTo>
                    <a:pt x="146707" y="1689100"/>
                  </a:lnTo>
                  <a:lnTo>
                    <a:pt x="145498" y="1676400"/>
                  </a:lnTo>
                  <a:lnTo>
                    <a:pt x="145498" y="584200"/>
                  </a:lnTo>
                  <a:lnTo>
                    <a:pt x="695654" y="584200"/>
                  </a:lnTo>
                  <a:lnTo>
                    <a:pt x="665890" y="571500"/>
                  </a:lnTo>
                  <a:lnTo>
                    <a:pt x="574041" y="571500"/>
                  </a:lnTo>
                  <a:lnTo>
                    <a:pt x="542709" y="558800"/>
                  </a:lnTo>
                  <a:lnTo>
                    <a:pt x="511237" y="558800"/>
                  </a:lnTo>
                  <a:lnTo>
                    <a:pt x="479625" y="546100"/>
                  </a:lnTo>
                  <a:lnTo>
                    <a:pt x="447869" y="546100"/>
                  </a:lnTo>
                  <a:lnTo>
                    <a:pt x="416465" y="533400"/>
                  </a:lnTo>
                  <a:lnTo>
                    <a:pt x="385911" y="533400"/>
                  </a:lnTo>
                  <a:lnTo>
                    <a:pt x="356212" y="520700"/>
                  </a:lnTo>
                  <a:lnTo>
                    <a:pt x="299741" y="495300"/>
                  </a:lnTo>
                  <a:lnTo>
                    <a:pt x="249154" y="469900"/>
                  </a:lnTo>
                  <a:lnTo>
                    <a:pt x="205313" y="444500"/>
                  </a:lnTo>
                  <a:lnTo>
                    <a:pt x="171220" y="419100"/>
                  </a:lnTo>
                  <a:lnTo>
                    <a:pt x="158011" y="393700"/>
                  </a:lnTo>
                  <a:lnTo>
                    <a:pt x="154204" y="393700"/>
                  </a:lnTo>
                  <a:lnTo>
                    <a:pt x="151173" y="381000"/>
                  </a:lnTo>
                  <a:lnTo>
                    <a:pt x="146638" y="381000"/>
                  </a:lnTo>
                  <a:lnTo>
                    <a:pt x="145498" y="368300"/>
                  </a:lnTo>
                  <a:lnTo>
                    <a:pt x="156373" y="330200"/>
                  </a:lnTo>
                  <a:lnTo>
                    <a:pt x="174983" y="304800"/>
                  </a:lnTo>
                  <a:lnTo>
                    <a:pt x="186138" y="304800"/>
                  </a:lnTo>
                  <a:lnTo>
                    <a:pt x="198289" y="292100"/>
                  </a:lnTo>
                  <a:lnTo>
                    <a:pt x="211434" y="279400"/>
                  </a:lnTo>
                  <a:lnTo>
                    <a:pt x="225143" y="266700"/>
                  </a:lnTo>
                  <a:lnTo>
                    <a:pt x="238994" y="266700"/>
                  </a:lnTo>
                  <a:lnTo>
                    <a:pt x="267136" y="241300"/>
                  </a:lnTo>
                  <a:lnTo>
                    <a:pt x="280631" y="241300"/>
                  </a:lnTo>
                  <a:lnTo>
                    <a:pt x="292707" y="228600"/>
                  </a:lnTo>
                  <a:lnTo>
                    <a:pt x="312604" y="228600"/>
                  </a:lnTo>
                  <a:lnTo>
                    <a:pt x="399129" y="190500"/>
                  </a:lnTo>
                  <a:lnTo>
                    <a:pt x="428542" y="190500"/>
                  </a:lnTo>
                  <a:lnTo>
                    <a:pt x="458451" y="177800"/>
                  </a:lnTo>
                  <a:lnTo>
                    <a:pt x="489070" y="177800"/>
                  </a:lnTo>
                  <a:lnTo>
                    <a:pt x="520398" y="165100"/>
                  </a:lnTo>
                  <a:lnTo>
                    <a:pt x="552435" y="165100"/>
                  </a:lnTo>
                  <a:lnTo>
                    <a:pt x="584685" y="152400"/>
                  </a:lnTo>
                  <a:lnTo>
                    <a:pt x="741132" y="152400"/>
                  </a:lnTo>
                  <a:lnTo>
                    <a:pt x="770971" y="139700"/>
                  </a:lnTo>
                  <a:lnTo>
                    <a:pt x="1452427" y="139700"/>
                  </a:lnTo>
                  <a:lnTo>
                    <a:pt x="1412853" y="127000"/>
                  </a:lnTo>
                  <a:lnTo>
                    <a:pt x="1369726" y="101600"/>
                  </a:lnTo>
                  <a:lnTo>
                    <a:pt x="1324185" y="88900"/>
                  </a:lnTo>
                  <a:lnTo>
                    <a:pt x="1277368" y="63500"/>
                  </a:lnTo>
                  <a:lnTo>
                    <a:pt x="1129956" y="25400"/>
                  </a:lnTo>
                  <a:close/>
                </a:path>
                <a:path w="1600834" h="2032000">
                  <a:moveTo>
                    <a:pt x="1452427" y="139700"/>
                  </a:moveTo>
                  <a:lnTo>
                    <a:pt x="800244" y="139700"/>
                  </a:lnTo>
                  <a:lnTo>
                    <a:pt x="830435" y="152400"/>
                  </a:lnTo>
                  <a:lnTo>
                    <a:pt x="984103" y="152400"/>
                  </a:lnTo>
                  <a:lnTo>
                    <a:pt x="1015860" y="165100"/>
                  </a:lnTo>
                  <a:lnTo>
                    <a:pt x="1080162" y="165100"/>
                  </a:lnTo>
                  <a:lnTo>
                    <a:pt x="1111705" y="177800"/>
                  </a:lnTo>
                  <a:lnTo>
                    <a:pt x="1142680" y="177800"/>
                  </a:lnTo>
                  <a:lnTo>
                    <a:pt x="1202848" y="203200"/>
                  </a:lnTo>
                  <a:lnTo>
                    <a:pt x="1231902" y="203200"/>
                  </a:lnTo>
                  <a:lnTo>
                    <a:pt x="1260247" y="215900"/>
                  </a:lnTo>
                  <a:lnTo>
                    <a:pt x="1287883" y="228600"/>
                  </a:lnTo>
                  <a:lnTo>
                    <a:pt x="1297122" y="228600"/>
                  </a:lnTo>
                  <a:lnTo>
                    <a:pt x="1307780" y="241300"/>
                  </a:lnTo>
                  <a:lnTo>
                    <a:pt x="1333352" y="241300"/>
                  </a:lnTo>
                  <a:lnTo>
                    <a:pt x="1361493" y="266700"/>
                  </a:lnTo>
                  <a:lnTo>
                    <a:pt x="1375344" y="266700"/>
                  </a:lnTo>
                  <a:lnTo>
                    <a:pt x="1389053" y="279400"/>
                  </a:lnTo>
                  <a:lnTo>
                    <a:pt x="1402198" y="292100"/>
                  </a:lnTo>
                  <a:lnTo>
                    <a:pt x="1414349" y="304800"/>
                  </a:lnTo>
                  <a:lnTo>
                    <a:pt x="1425504" y="304800"/>
                  </a:lnTo>
                  <a:lnTo>
                    <a:pt x="1450154" y="342900"/>
                  </a:lnTo>
                  <a:lnTo>
                    <a:pt x="1454989" y="368300"/>
                  </a:lnTo>
                  <a:lnTo>
                    <a:pt x="1453849" y="381000"/>
                  </a:lnTo>
                  <a:lnTo>
                    <a:pt x="1449314" y="381000"/>
                  </a:lnTo>
                  <a:lnTo>
                    <a:pt x="1446259" y="393700"/>
                  </a:lnTo>
                  <a:lnTo>
                    <a:pt x="1442476" y="393700"/>
                  </a:lnTo>
                  <a:lnTo>
                    <a:pt x="1429194" y="419100"/>
                  </a:lnTo>
                  <a:lnTo>
                    <a:pt x="1413212" y="431800"/>
                  </a:lnTo>
                  <a:lnTo>
                    <a:pt x="1373145" y="457200"/>
                  </a:lnTo>
                  <a:lnTo>
                    <a:pt x="1325125" y="482600"/>
                  </a:lnTo>
                  <a:lnTo>
                    <a:pt x="1271975" y="508000"/>
                  </a:lnTo>
                  <a:lnTo>
                    <a:pt x="1214288" y="533400"/>
                  </a:lnTo>
                  <a:lnTo>
                    <a:pt x="1183950" y="533400"/>
                  </a:lnTo>
                  <a:lnTo>
                    <a:pt x="1152618" y="546100"/>
                  </a:lnTo>
                  <a:lnTo>
                    <a:pt x="1120790" y="546100"/>
                  </a:lnTo>
                  <a:lnTo>
                    <a:pt x="1088962" y="558800"/>
                  </a:lnTo>
                  <a:lnTo>
                    <a:pt x="1057134" y="558800"/>
                  </a:lnTo>
                  <a:lnTo>
                    <a:pt x="1025306" y="571500"/>
                  </a:lnTo>
                  <a:lnTo>
                    <a:pt x="933025" y="571500"/>
                  </a:lnTo>
                  <a:lnTo>
                    <a:pt x="903693" y="584200"/>
                  </a:lnTo>
                  <a:lnTo>
                    <a:pt x="1454989" y="584200"/>
                  </a:lnTo>
                  <a:lnTo>
                    <a:pt x="1454989" y="1676400"/>
                  </a:lnTo>
                  <a:lnTo>
                    <a:pt x="1453780" y="1689100"/>
                  </a:lnTo>
                  <a:lnTo>
                    <a:pt x="1450154" y="1701800"/>
                  </a:lnTo>
                  <a:lnTo>
                    <a:pt x="1444114" y="1714500"/>
                  </a:lnTo>
                  <a:lnTo>
                    <a:pt x="1435662" y="1714500"/>
                  </a:lnTo>
                  <a:lnTo>
                    <a:pt x="1425504" y="1727200"/>
                  </a:lnTo>
                  <a:lnTo>
                    <a:pt x="1414349" y="1739900"/>
                  </a:lnTo>
                  <a:lnTo>
                    <a:pt x="1402198" y="1752600"/>
                  </a:lnTo>
                  <a:lnTo>
                    <a:pt x="1389053" y="1765300"/>
                  </a:lnTo>
                  <a:lnTo>
                    <a:pt x="1375344" y="1765300"/>
                  </a:lnTo>
                  <a:lnTo>
                    <a:pt x="1347498" y="1790700"/>
                  </a:lnTo>
                  <a:lnTo>
                    <a:pt x="1333352" y="1790700"/>
                  </a:lnTo>
                  <a:lnTo>
                    <a:pt x="1319857" y="1803400"/>
                  </a:lnTo>
                  <a:lnTo>
                    <a:pt x="1297122" y="1803400"/>
                  </a:lnTo>
                  <a:lnTo>
                    <a:pt x="1287883" y="1816100"/>
                  </a:lnTo>
                  <a:lnTo>
                    <a:pt x="1259329" y="1828800"/>
                  </a:lnTo>
                  <a:lnTo>
                    <a:pt x="1230487" y="1828800"/>
                  </a:lnTo>
                  <a:lnTo>
                    <a:pt x="1171945" y="1854200"/>
                  </a:lnTo>
                  <a:lnTo>
                    <a:pt x="1142036" y="1854200"/>
                  </a:lnTo>
                  <a:lnTo>
                    <a:pt x="1111417" y="1866900"/>
                  </a:lnTo>
                  <a:lnTo>
                    <a:pt x="1080089" y="1866900"/>
                  </a:lnTo>
                  <a:lnTo>
                    <a:pt x="1048052" y="1879600"/>
                  </a:lnTo>
                  <a:lnTo>
                    <a:pt x="983824" y="1879600"/>
                  </a:lnTo>
                  <a:lnTo>
                    <a:pt x="952142" y="1892300"/>
                  </a:lnTo>
                  <a:lnTo>
                    <a:pt x="1454140" y="1892300"/>
                  </a:lnTo>
                  <a:lnTo>
                    <a:pt x="1489451" y="1866900"/>
                  </a:lnTo>
                  <a:lnTo>
                    <a:pt x="1520924" y="1841500"/>
                  </a:lnTo>
                  <a:lnTo>
                    <a:pt x="1538184" y="1828800"/>
                  </a:lnTo>
                  <a:lnTo>
                    <a:pt x="1553594" y="1803400"/>
                  </a:lnTo>
                  <a:lnTo>
                    <a:pt x="1567158" y="1790700"/>
                  </a:lnTo>
                  <a:lnTo>
                    <a:pt x="1578881" y="1765300"/>
                  </a:lnTo>
                  <a:lnTo>
                    <a:pt x="1588334" y="1739900"/>
                  </a:lnTo>
                  <a:lnTo>
                    <a:pt x="1595086" y="1727200"/>
                  </a:lnTo>
                  <a:lnTo>
                    <a:pt x="1599137" y="1701800"/>
                  </a:lnTo>
                  <a:lnTo>
                    <a:pt x="1600488" y="1676400"/>
                  </a:lnTo>
                  <a:lnTo>
                    <a:pt x="1600488" y="368300"/>
                  </a:lnTo>
                  <a:lnTo>
                    <a:pt x="1598642" y="342900"/>
                  </a:lnTo>
                  <a:lnTo>
                    <a:pt x="1594234" y="317500"/>
                  </a:lnTo>
                  <a:lnTo>
                    <a:pt x="1587266" y="292100"/>
                  </a:lnTo>
                  <a:lnTo>
                    <a:pt x="1577741" y="279400"/>
                  </a:lnTo>
                  <a:lnTo>
                    <a:pt x="1566101" y="254000"/>
                  </a:lnTo>
                  <a:lnTo>
                    <a:pt x="1552752" y="228600"/>
                  </a:lnTo>
                  <a:lnTo>
                    <a:pt x="1537693" y="215900"/>
                  </a:lnTo>
                  <a:lnTo>
                    <a:pt x="1520924" y="203200"/>
                  </a:lnTo>
                  <a:lnTo>
                    <a:pt x="1488450" y="165100"/>
                  </a:lnTo>
                  <a:lnTo>
                    <a:pt x="1452427" y="139700"/>
                  </a:lnTo>
                  <a:close/>
                </a:path>
                <a:path w="1600834" h="2032000">
                  <a:moveTo>
                    <a:pt x="1007058" y="711200"/>
                  </a:moveTo>
                  <a:lnTo>
                    <a:pt x="593865" y="711200"/>
                  </a:lnTo>
                  <a:lnTo>
                    <a:pt x="637697" y="723900"/>
                  </a:lnTo>
                  <a:lnTo>
                    <a:pt x="962790" y="723900"/>
                  </a:lnTo>
                  <a:lnTo>
                    <a:pt x="1007058" y="711200"/>
                  </a:lnTo>
                  <a:close/>
                </a:path>
                <a:path w="1600834" h="2032000">
                  <a:moveTo>
                    <a:pt x="1095158" y="698500"/>
                  </a:moveTo>
                  <a:lnTo>
                    <a:pt x="505766" y="698500"/>
                  </a:lnTo>
                  <a:lnTo>
                    <a:pt x="549888" y="711200"/>
                  </a:lnTo>
                  <a:lnTo>
                    <a:pt x="1051181" y="711200"/>
                  </a:lnTo>
                  <a:lnTo>
                    <a:pt x="1095158" y="698500"/>
                  </a:lnTo>
                  <a:close/>
                </a:path>
                <a:path w="1600834" h="2032000">
                  <a:moveTo>
                    <a:pt x="1454989" y="584200"/>
                  </a:moveTo>
                  <a:lnTo>
                    <a:pt x="145498" y="584200"/>
                  </a:lnTo>
                  <a:lnTo>
                    <a:pt x="179391" y="596900"/>
                  </a:lnTo>
                  <a:lnTo>
                    <a:pt x="215126" y="622300"/>
                  </a:lnTo>
                  <a:lnTo>
                    <a:pt x="252706" y="635000"/>
                  </a:lnTo>
                  <a:lnTo>
                    <a:pt x="292137" y="647700"/>
                  </a:lnTo>
                  <a:lnTo>
                    <a:pt x="374835" y="673100"/>
                  </a:lnTo>
                  <a:lnTo>
                    <a:pt x="461498" y="698500"/>
                  </a:lnTo>
                  <a:lnTo>
                    <a:pt x="1138989" y="698500"/>
                  </a:lnTo>
                  <a:lnTo>
                    <a:pt x="1267074" y="660400"/>
                  </a:lnTo>
                  <a:lnTo>
                    <a:pt x="1308350" y="647700"/>
                  </a:lnTo>
                  <a:lnTo>
                    <a:pt x="1348207" y="635000"/>
                  </a:lnTo>
                  <a:lnTo>
                    <a:pt x="1385934" y="622300"/>
                  </a:lnTo>
                  <a:lnTo>
                    <a:pt x="1421529" y="596900"/>
                  </a:lnTo>
                  <a:lnTo>
                    <a:pt x="1454989" y="584200"/>
                  </a:lnTo>
                  <a:close/>
                </a:path>
                <a:path w="1600834" h="2032000">
                  <a:moveTo>
                    <a:pt x="1030497" y="12700"/>
                  </a:moveTo>
                  <a:lnTo>
                    <a:pt x="570562" y="12700"/>
                  </a:lnTo>
                  <a:lnTo>
                    <a:pt x="520331" y="25400"/>
                  </a:lnTo>
                  <a:lnTo>
                    <a:pt x="1080156" y="25400"/>
                  </a:lnTo>
                  <a:lnTo>
                    <a:pt x="1030497" y="12700"/>
                  </a:lnTo>
                  <a:close/>
                </a:path>
                <a:path w="1600834" h="2032000">
                  <a:moveTo>
                    <a:pt x="932594" y="0"/>
                  </a:moveTo>
                  <a:lnTo>
                    <a:pt x="669383" y="0"/>
                  </a:lnTo>
                  <a:lnTo>
                    <a:pt x="620649" y="12700"/>
                  </a:lnTo>
                  <a:lnTo>
                    <a:pt x="980977" y="12700"/>
                  </a:lnTo>
                  <a:lnTo>
                    <a:pt x="93259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89892" y="636923"/>
              <a:ext cx="1600835" cy="2038350"/>
            </a:xfrm>
            <a:custGeom>
              <a:avLst/>
              <a:gdLst/>
              <a:ahLst/>
              <a:cxnLst/>
              <a:rect l="l" t="t" r="r" b="b"/>
              <a:pathLst>
                <a:path w="1600834" h="2038350">
                  <a:moveTo>
                    <a:pt x="800244" y="0"/>
                  </a:moveTo>
                  <a:lnTo>
                    <a:pt x="842229" y="568"/>
                  </a:lnTo>
                  <a:lnTo>
                    <a:pt x="886346" y="2274"/>
                  </a:lnTo>
                  <a:lnTo>
                    <a:pt x="932594" y="5118"/>
                  </a:lnTo>
                  <a:lnTo>
                    <a:pt x="980977" y="9098"/>
                  </a:lnTo>
                  <a:lnTo>
                    <a:pt x="1030497" y="14430"/>
                  </a:lnTo>
                  <a:lnTo>
                    <a:pt x="1080156" y="21327"/>
                  </a:lnTo>
                  <a:lnTo>
                    <a:pt x="1129956" y="29789"/>
                  </a:lnTo>
                  <a:lnTo>
                    <a:pt x="1179899" y="39815"/>
                  </a:lnTo>
                  <a:lnTo>
                    <a:pt x="1229273" y="51748"/>
                  </a:lnTo>
                  <a:lnTo>
                    <a:pt x="1277368" y="65962"/>
                  </a:lnTo>
                  <a:lnTo>
                    <a:pt x="1324185" y="82455"/>
                  </a:lnTo>
                  <a:lnTo>
                    <a:pt x="1369726" y="101225"/>
                  </a:lnTo>
                  <a:lnTo>
                    <a:pt x="1412853" y="122198"/>
                  </a:lnTo>
                  <a:lnTo>
                    <a:pt x="1452427" y="145299"/>
                  </a:lnTo>
                  <a:lnTo>
                    <a:pt x="1488450" y="170530"/>
                  </a:lnTo>
                  <a:lnTo>
                    <a:pt x="1520924" y="197890"/>
                  </a:lnTo>
                  <a:lnTo>
                    <a:pt x="1552752" y="233159"/>
                  </a:lnTo>
                  <a:lnTo>
                    <a:pt x="1577741" y="272960"/>
                  </a:lnTo>
                  <a:lnTo>
                    <a:pt x="1594234" y="316743"/>
                  </a:lnTo>
                  <a:lnTo>
                    <a:pt x="1600488" y="363947"/>
                  </a:lnTo>
                  <a:lnTo>
                    <a:pt x="1600488" y="1674158"/>
                  </a:lnTo>
                  <a:lnTo>
                    <a:pt x="1595086" y="1722490"/>
                  </a:lnTo>
                  <a:lnTo>
                    <a:pt x="1578881" y="1765144"/>
                  </a:lnTo>
                  <a:lnTo>
                    <a:pt x="1553594" y="1803817"/>
                  </a:lnTo>
                  <a:lnTo>
                    <a:pt x="1520924" y="1840215"/>
                  </a:lnTo>
                  <a:lnTo>
                    <a:pt x="1489451" y="1867939"/>
                  </a:lnTo>
                  <a:lnTo>
                    <a:pt x="1454140" y="1893099"/>
                  </a:lnTo>
                  <a:lnTo>
                    <a:pt x="1414992" y="1915698"/>
                  </a:lnTo>
                  <a:lnTo>
                    <a:pt x="1372006" y="1935739"/>
                  </a:lnTo>
                  <a:lnTo>
                    <a:pt x="1326392" y="1953660"/>
                  </a:lnTo>
                  <a:lnTo>
                    <a:pt x="1279359" y="1969868"/>
                  </a:lnTo>
                  <a:lnTo>
                    <a:pt x="1230908" y="1984370"/>
                  </a:lnTo>
                  <a:lnTo>
                    <a:pt x="1181038" y="1997173"/>
                  </a:lnTo>
                  <a:lnTo>
                    <a:pt x="1130528" y="2008115"/>
                  </a:lnTo>
                  <a:lnTo>
                    <a:pt x="1080156" y="2017066"/>
                  </a:lnTo>
                  <a:lnTo>
                    <a:pt x="1029925" y="2024029"/>
                  </a:lnTo>
                  <a:lnTo>
                    <a:pt x="979838" y="2029006"/>
                  </a:lnTo>
                  <a:lnTo>
                    <a:pt x="931104" y="2032564"/>
                  </a:lnTo>
                  <a:lnTo>
                    <a:pt x="884930" y="2035266"/>
                  </a:lnTo>
                  <a:lnTo>
                    <a:pt x="841311" y="2037113"/>
                  </a:lnTo>
                  <a:lnTo>
                    <a:pt x="800244" y="2038105"/>
                  </a:lnTo>
                  <a:lnTo>
                    <a:pt x="758258" y="2037536"/>
                  </a:lnTo>
                  <a:lnTo>
                    <a:pt x="714141" y="2035830"/>
                  </a:lnTo>
                  <a:lnTo>
                    <a:pt x="667893" y="2032987"/>
                  </a:lnTo>
                  <a:lnTo>
                    <a:pt x="619510" y="2029006"/>
                  </a:lnTo>
                  <a:lnTo>
                    <a:pt x="569990" y="2023674"/>
                  </a:lnTo>
                  <a:lnTo>
                    <a:pt x="520331" y="2016778"/>
                  </a:lnTo>
                  <a:lnTo>
                    <a:pt x="470531" y="2008316"/>
                  </a:lnTo>
                  <a:lnTo>
                    <a:pt x="420588" y="1998289"/>
                  </a:lnTo>
                  <a:lnTo>
                    <a:pt x="371210" y="1986346"/>
                  </a:lnTo>
                  <a:lnTo>
                    <a:pt x="323110" y="1972133"/>
                  </a:lnTo>
                  <a:lnTo>
                    <a:pt x="276292" y="1955646"/>
                  </a:lnTo>
                  <a:lnTo>
                    <a:pt x="230761" y="1936879"/>
                  </a:lnTo>
                  <a:lnTo>
                    <a:pt x="187634" y="1915917"/>
                  </a:lnTo>
                  <a:lnTo>
                    <a:pt x="148060" y="1892814"/>
                  </a:lnTo>
                  <a:lnTo>
                    <a:pt x="112037" y="1867578"/>
                  </a:lnTo>
                  <a:lnTo>
                    <a:pt x="79563" y="1840215"/>
                  </a:lnTo>
                  <a:lnTo>
                    <a:pt x="47732" y="1804954"/>
                  </a:lnTo>
                  <a:lnTo>
                    <a:pt x="22722" y="1765144"/>
                  </a:lnTo>
                  <a:lnTo>
                    <a:pt x="6250" y="1721362"/>
                  </a:lnTo>
                  <a:lnTo>
                    <a:pt x="0" y="1674158"/>
                  </a:lnTo>
                  <a:lnTo>
                    <a:pt x="0" y="363947"/>
                  </a:lnTo>
                  <a:lnTo>
                    <a:pt x="5401" y="315615"/>
                  </a:lnTo>
                  <a:lnTo>
                    <a:pt x="21606" y="272960"/>
                  </a:lnTo>
                  <a:lnTo>
                    <a:pt x="46883" y="234288"/>
                  </a:lnTo>
                  <a:lnTo>
                    <a:pt x="79563" y="197890"/>
                  </a:lnTo>
                  <a:lnTo>
                    <a:pt x="111036" y="170176"/>
                  </a:lnTo>
                  <a:lnTo>
                    <a:pt x="146347" y="145014"/>
                  </a:lnTo>
                  <a:lnTo>
                    <a:pt x="185495" y="122409"/>
                  </a:lnTo>
                  <a:lnTo>
                    <a:pt x="228481" y="102366"/>
                  </a:lnTo>
                  <a:lnTo>
                    <a:pt x="274095" y="84455"/>
                  </a:lnTo>
                  <a:lnTo>
                    <a:pt x="321128" y="68249"/>
                  </a:lnTo>
                  <a:lnTo>
                    <a:pt x="369579" y="53748"/>
                  </a:lnTo>
                  <a:lnTo>
                    <a:pt x="419449" y="40956"/>
                  </a:lnTo>
                  <a:lnTo>
                    <a:pt x="469959" y="30000"/>
                  </a:lnTo>
                  <a:lnTo>
                    <a:pt x="520331" y="21042"/>
                  </a:lnTo>
                  <a:lnTo>
                    <a:pt x="570562" y="14076"/>
                  </a:lnTo>
                  <a:lnTo>
                    <a:pt x="620649" y="9098"/>
                  </a:lnTo>
                  <a:lnTo>
                    <a:pt x="669383" y="5541"/>
                  </a:lnTo>
                  <a:lnTo>
                    <a:pt x="715557" y="2838"/>
                  </a:lnTo>
                  <a:lnTo>
                    <a:pt x="759176" y="991"/>
                  </a:lnTo>
                  <a:lnTo>
                    <a:pt x="800244" y="0"/>
                  </a:lnTo>
                  <a:close/>
                </a:path>
                <a:path w="1600834" h="2038350">
                  <a:moveTo>
                    <a:pt x="800244" y="145578"/>
                  </a:moveTo>
                  <a:lnTo>
                    <a:pt x="741132" y="146434"/>
                  </a:lnTo>
                  <a:lnTo>
                    <a:pt x="679746" y="149000"/>
                  </a:lnTo>
                  <a:lnTo>
                    <a:pt x="616654" y="154107"/>
                  </a:lnTo>
                  <a:lnTo>
                    <a:pt x="552435" y="162635"/>
                  </a:lnTo>
                  <a:lnTo>
                    <a:pt x="489070" y="174006"/>
                  </a:lnTo>
                  <a:lnTo>
                    <a:pt x="428542" y="187651"/>
                  </a:lnTo>
                  <a:lnTo>
                    <a:pt x="370000" y="204435"/>
                  </a:lnTo>
                  <a:lnTo>
                    <a:pt x="312604" y="225186"/>
                  </a:lnTo>
                  <a:lnTo>
                    <a:pt x="267135" y="245664"/>
                  </a:lnTo>
                  <a:lnTo>
                    <a:pt x="225143" y="269330"/>
                  </a:lnTo>
                  <a:lnTo>
                    <a:pt x="186138" y="298273"/>
                  </a:lnTo>
                  <a:lnTo>
                    <a:pt x="156373" y="328981"/>
                  </a:lnTo>
                  <a:lnTo>
                    <a:pt x="145498" y="363947"/>
                  </a:lnTo>
                  <a:lnTo>
                    <a:pt x="145498" y="370013"/>
                  </a:lnTo>
                  <a:lnTo>
                    <a:pt x="146638" y="375690"/>
                  </a:lnTo>
                  <a:lnTo>
                    <a:pt x="148918" y="381004"/>
                  </a:lnTo>
                  <a:lnTo>
                    <a:pt x="151173" y="386318"/>
                  </a:lnTo>
                  <a:lnTo>
                    <a:pt x="186987" y="431041"/>
                  </a:lnTo>
                  <a:lnTo>
                    <a:pt x="226202" y="460611"/>
                  </a:lnTo>
                  <a:lnTo>
                    <a:pt x="273668" y="486209"/>
                  </a:lnTo>
                  <a:lnTo>
                    <a:pt x="327372" y="508386"/>
                  </a:lnTo>
                  <a:lnTo>
                    <a:pt x="385911" y="527153"/>
                  </a:lnTo>
                  <a:lnTo>
                    <a:pt x="447869" y="542500"/>
                  </a:lnTo>
                  <a:lnTo>
                    <a:pt x="511237" y="555016"/>
                  </a:lnTo>
                  <a:lnTo>
                    <a:pt x="574041" y="565258"/>
                  </a:lnTo>
                  <a:lnTo>
                    <a:pt x="635702" y="572938"/>
                  </a:lnTo>
                  <a:lnTo>
                    <a:pt x="695654" y="577778"/>
                  </a:lnTo>
                  <a:lnTo>
                    <a:pt x="751368" y="580611"/>
                  </a:lnTo>
                  <a:lnTo>
                    <a:pt x="800244" y="582315"/>
                  </a:lnTo>
                  <a:lnTo>
                    <a:pt x="823760" y="582102"/>
                  </a:lnTo>
                  <a:lnTo>
                    <a:pt x="875485" y="580391"/>
                  </a:lnTo>
                  <a:lnTo>
                    <a:pt x="933025" y="576843"/>
                  </a:lnTo>
                  <a:lnTo>
                    <a:pt x="993833" y="570593"/>
                  </a:lnTo>
                  <a:lnTo>
                    <a:pt x="1057134" y="561563"/>
                  </a:lnTo>
                  <a:lnTo>
                    <a:pt x="1120790" y="550181"/>
                  </a:lnTo>
                  <a:lnTo>
                    <a:pt x="1183950" y="536320"/>
                  </a:lnTo>
                  <a:lnTo>
                    <a:pt x="1243631" y="518695"/>
                  </a:lnTo>
                  <a:lnTo>
                    <a:pt x="1299193" y="497294"/>
                  </a:lnTo>
                  <a:lnTo>
                    <a:pt x="1349774" y="473409"/>
                  </a:lnTo>
                  <a:lnTo>
                    <a:pt x="1394529" y="446831"/>
                  </a:lnTo>
                  <a:lnTo>
                    <a:pt x="1429194" y="414986"/>
                  </a:lnTo>
                  <a:lnTo>
                    <a:pt x="1451569" y="381004"/>
                  </a:lnTo>
                  <a:lnTo>
                    <a:pt x="1453849" y="375690"/>
                  </a:lnTo>
                  <a:lnTo>
                    <a:pt x="1454989" y="370013"/>
                  </a:lnTo>
                  <a:lnTo>
                    <a:pt x="1454989" y="363947"/>
                  </a:lnTo>
                  <a:lnTo>
                    <a:pt x="1435661" y="319594"/>
                  </a:lnTo>
                  <a:lnTo>
                    <a:pt x="1402198" y="288456"/>
                  </a:lnTo>
                  <a:lnTo>
                    <a:pt x="1361493" y="261020"/>
                  </a:lnTo>
                  <a:lnTo>
                    <a:pt x="1319856" y="240758"/>
                  </a:lnTo>
                  <a:lnTo>
                    <a:pt x="1307780" y="235140"/>
                  </a:lnTo>
                  <a:lnTo>
                    <a:pt x="1297122" y="229949"/>
                  </a:lnTo>
                  <a:lnTo>
                    <a:pt x="1287883" y="225186"/>
                  </a:lnTo>
                  <a:lnTo>
                    <a:pt x="1260247" y="214818"/>
                  </a:lnTo>
                  <a:lnTo>
                    <a:pt x="1202848" y="196621"/>
                  </a:lnTo>
                  <a:lnTo>
                    <a:pt x="1142680" y="181685"/>
                  </a:lnTo>
                  <a:lnTo>
                    <a:pt x="1080162" y="169176"/>
                  </a:lnTo>
                  <a:lnTo>
                    <a:pt x="1015860" y="159086"/>
                  </a:lnTo>
                  <a:lnTo>
                    <a:pt x="952777" y="152264"/>
                  </a:lnTo>
                  <a:lnTo>
                    <a:pt x="891253" y="148571"/>
                  </a:lnTo>
                  <a:lnTo>
                    <a:pt x="830435" y="146288"/>
                  </a:lnTo>
                  <a:lnTo>
                    <a:pt x="800244" y="145578"/>
                  </a:lnTo>
                  <a:close/>
                </a:path>
                <a:path w="1600834" h="2038350">
                  <a:moveTo>
                    <a:pt x="800244" y="1892526"/>
                  </a:moveTo>
                  <a:lnTo>
                    <a:pt x="859355" y="1891671"/>
                  </a:lnTo>
                  <a:lnTo>
                    <a:pt x="920741" y="1889105"/>
                  </a:lnTo>
                  <a:lnTo>
                    <a:pt x="983824" y="1883998"/>
                  </a:lnTo>
                  <a:lnTo>
                    <a:pt x="1048052" y="1875469"/>
                  </a:lnTo>
                  <a:lnTo>
                    <a:pt x="1111417" y="1864099"/>
                  </a:lnTo>
                  <a:lnTo>
                    <a:pt x="1171945" y="1850454"/>
                  </a:lnTo>
                  <a:lnTo>
                    <a:pt x="1230487" y="1833670"/>
                  </a:lnTo>
                  <a:lnTo>
                    <a:pt x="1287883" y="1812919"/>
                  </a:lnTo>
                  <a:lnTo>
                    <a:pt x="1333352" y="1792440"/>
                  </a:lnTo>
                  <a:lnTo>
                    <a:pt x="1375344" y="1768775"/>
                  </a:lnTo>
                  <a:lnTo>
                    <a:pt x="1414349" y="1739850"/>
                  </a:lnTo>
                  <a:lnTo>
                    <a:pt x="1444114" y="1709137"/>
                  </a:lnTo>
                  <a:lnTo>
                    <a:pt x="1454989" y="1674158"/>
                  </a:lnTo>
                  <a:lnTo>
                    <a:pt x="1454989" y="580035"/>
                  </a:lnTo>
                  <a:lnTo>
                    <a:pt x="1421529" y="600230"/>
                  </a:lnTo>
                  <a:lnTo>
                    <a:pt x="1385934" y="618713"/>
                  </a:lnTo>
                  <a:lnTo>
                    <a:pt x="1348207" y="635490"/>
                  </a:lnTo>
                  <a:lnTo>
                    <a:pt x="1308350" y="650568"/>
                  </a:lnTo>
                  <a:lnTo>
                    <a:pt x="1267074" y="664070"/>
                  </a:lnTo>
                  <a:lnTo>
                    <a:pt x="1225088" y="676153"/>
                  </a:lnTo>
                  <a:lnTo>
                    <a:pt x="1182393" y="686817"/>
                  </a:lnTo>
                  <a:lnTo>
                    <a:pt x="1138989" y="696061"/>
                  </a:lnTo>
                  <a:lnTo>
                    <a:pt x="1095158" y="703941"/>
                  </a:lnTo>
                  <a:lnTo>
                    <a:pt x="1051181" y="710546"/>
                  </a:lnTo>
                  <a:lnTo>
                    <a:pt x="1007058" y="715878"/>
                  </a:lnTo>
                  <a:lnTo>
                    <a:pt x="962790" y="719936"/>
                  </a:lnTo>
                  <a:lnTo>
                    <a:pt x="919387" y="722988"/>
                  </a:lnTo>
                  <a:lnTo>
                    <a:pt x="877825" y="725335"/>
                  </a:lnTo>
                  <a:lnTo>
                    <a:pt x="838109" y="726972"/>
                  </a:lnTo>
                  <a:lnTo>
                    <a:pt x="800244" y="727894"/>
                  </a:lnTo>
                  <a:lnTo>
                    <a:pt x="761945" y="727467"/>
                  </a:lnTo>
                  <a:lnTo>
                    <a:pt x="722089" y="726187"/>
                  </a:lnTo>
                  <a:lnTo>
                    <a:pt x="680674" y="724056"/>
                  </a:lnTo>
                  <a:lnTo>
                    <a:pt x="637697" y="721076"/>
                  </a:lnTo>
                  <a:lnTo>
                    <a:pt x="593865" y="716949"/>
                  </a:lnTo>
                  <a:lnTo>
                    <a:pt x="549888" y="711407"/>
                  </a:lnTo>
                  <a:lnTo>
                    <a:pt x="505766" y="704446"/>
                  </a:lnTo>
                  <a:lnTo>
                    <a:pt x="461498" y="696061"/>
                  </a:lnTo>
                  <a:lnTo>
                    <a:pt x="417671" y="686394"/>
                  </a:lnTo>
                  <a:lnTo>
                    <a:pt x="374835" y="675589"/>
                  </a:lnTo>
                  <a:lnTo>
                    <a:pt x="332990" y="663647"/>
                  </a:lnTo>
                  <a:lnTo>
                    <a:pt x="292137" y="650568"/>
                  </a:lnTo>
                  <a:lnTo>
                    <a:pt x="252706" y="635923"/>
                  </a:lnTo>
                  <a:lnTo>
                    <a:pt x="215126" y="619286"/>
                  </a:lnTo>
                  <a:lnTo>
                    <a:pt x="179391" y="600657"/>
                  </a:lnTo>
                  <a:lnTo>
                    <a:pt x="145498" y="580035"/>
                  </a:lnTo>
                  <a:lnTo>
                    <a:pt x="145498" y="1674158"/>
                  </a:lnTo>
                  <a:lnTo>
                    <a:pt x="164826" y="1718511"/>
                  </a:lnTo>
                  <a:lnTo>
                    <a:pt x="198289" y="1749659"/>
                  </a:lnTo>
                  <a:lnTo>
                    <a:pt x="238994" y="1777094"/>
                  </a:lnTo>
                  <a:lnTo>
                    <a:pt x="280631" y="1797346"/>
                  </a:lnTo>
                  <a:lnTo>
                    <a:pt x="292707" y="1802965"/>
                  </a:lnTo>
                  <a:lnTo>
                    <a:pt x="303365" y="1808155"/>
                  </a:lnTo>
                  <a:lnTo>
                    <a:pt x="312604" y="1812919"/>
                  </a:lnTo>
                  <a:lnTo>
                    <a:pt x="340240" y="1823792"/>
                  </a:lnTo>
                  <a:lnTo>
                    <a:pt x="397639" y="1842555"/>
                  </a:lnTo>
                  <a:lnTo>
                    <a:pt x="457807" y="1857487"/>
                  </a:lnTo>
                  <a:lnTo>
                    <a:pt x="520325" y="1869424"/>
                  </a:lnTo>
                  <a:lnTo>
                    <a:pt x="584616" y="1878592"/>
                  </a:lnTo>
                  <a:lnTo>
                    <a:pt x="647707" y="1885418"/>
                  </a:lnTo>
                  <a:lnTo>
                    <a:pt x="709234" y="1889977"/>
                  </a:lnTo>
                  <a:lnTo>
                    <a:pt x="770052" y="1892244"/>
                  </a:lnTo>
                  <a:lnTo>
                    <a:pt x="800244" y="1892526"/>
                  </a:lnTo>
                  <a:close/>
                </a:path>
              </a:pathLst>
            </a:custGeom>
            <a:ln w="3395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45514" y="3355365"/>
            <a:ext cx="9968230" cy="3223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EER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</a:t>
            </a:r>
            <a:endParaRPr sz="2800">
              <a:latin typeface="Calibri"/>
              <a:cs typeface="Calibri"/>
            </a:endParaRPr>
          </a:p>
          <a:p>
            <a:pPr marL="239395" marR="1788160" indent="-227329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addition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specialization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	</a:t>
            </a:r>
            <a:r>
              <a:rPr sz="2800" spc="-10" dirty="0">
                <a:latin typeface="Calibri"/>
                <a:cs typeface="Calibri"/>
              </a:rPr>
              <a:t>generalization</a:t>
            </a:r>
            <a:endParaRPr sz="2800">
              <a:latin typeface="Calibri"/>
              <a:cs typeface="Calibri"/>
            </a:endParaRPr>
          </a:p>
          <a:p>
            <a:pPr marL="239395" marR="5080" indent="-227329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EER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collection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objects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objects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types</a:t>
            </a:r>
            <a:endParaRPr sz="2800">
              <a:latin typeface="Calibri"/>
              <a:cs typeface="Calibri"/>
            </a:endParaRPr>
          </a:p>
          <a:p>
            <a:pPr marL="239395" marR="130175" indent="-227329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diagrammatic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technique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displaying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EER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called 	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EER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45514" y="1095882"/>
            <a:ext cx="4763770" cy="130048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dirty="0"/>
              <a:t>Sub</a:t>
            </a:r>
            <a:r>
              <a:rPr sz="4400" spc="-160" dirty="0"/>
              <a:t> </a:t>
            </a:r>
            <a:r>
              <a:rPr sz="4400" dirty="0"/>
              <a:t>Class</a:t>
            </a:r>
            <a:r>
              <a:rPr sz="4400" spc="-155" dirty="0"/>
              <a:t> </a:t>
            </a:r>
            <a:r>
              <a:rPr sz="4400" dirty="0"/>
              <a:t>–</a:t>
            </a:r>
            <a:r>
              <a:rPr sz="4400" spc="-145" dirty="0"/>
              <a:t> </a:t>
            </a:r>
            <a:r>
              <a:rPr sz="4400" spc="-10" dirty="0"/>
              <a:t>Super </a:t>
            </a:r>
            <a:r>
              <a:rPr sz="4400" dirty="0"/>
              <a:t>Class</a:t>
            </a:r>
            <a:r>
              <a:rPr sz="4400" spc="-195" dirty="0"/>
              <a:t> </a:t>
            </a:r>
            <a:r>
              <a:rPr sz="4400" dirty="0"/>
              <a:t>And</a:t>
            </a:r>
            <a:r>
              <a:rPr sz="4400" spc="-204" dirty="0"/>
              <a:t> </a:t>
            </a:r>
            <a:r>
              <a:rPr sz="4400" spc="-40" dirty="0"/>
              <a:t>Inheritance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8140781" y="532595"/>
            <a:ext cx="2503170" cy="2276475"/>
            <a:chOff x="8140781" y="532595"/>
            <a:chExt cx="2503170" cy="2276475"/>
          </a:xfrm>
        </p:grpSpPr>
        <p:sp>
          <p:nvSpPr>
            <p:cNvPr id="4" name="object 4"/>
            <p:cNvSpPr/>
            <p:nvPr/>
          </p:nvSpPr>
          <p:spPr>
            <a:xfrm>
              <a:off x="9070911" y="2110183"/>
              <a:ext cx="264795" cy="264795"/>
            </a:xfrm>
            <a:custGeom>
              <a:avLst/>
              <a:gdLst/>
              <a:ahLst/>
              <a:cxnLst/>
              <a:rect l="l" t="t" r="r" b="b"/>
              <a:pathLst>
                <a:path w="264795" h="264794">
                  <a:moveTo>
                    <a:pt x="132113" y="0"/>
                  </a:moveTo>
                  <a:lnTo>
                    <a:pt x="90353" y="6738"/>
                  </a:lnTo>
                  <a:lnTo>
                    <a:pt x="54087" y="25503"/>
                  </a:lnTo>
                  <a:lnTo>
                    <a:pt x="25489" y="54116"/>
                  </a:lnTo>
                  <a:lnTo>
                    <a:pt x="6734" y="90403"/>
                  </a:lnTo>
                  <a:lnTo>
                    <a:pt x="0" y="132185"/>
                  </a:lnTo>
                  <a:lnTo>
                    <a:pt x="6734" y="173968"/>
                  </a:lnTo>
                  <a:lnTo>
                    <a:pt x="25489" y="210254"/>
                  </a:lnTo>
                  <a:lnTo>
                    <a:pt x="54087" y="238868"/>
                  </a:lnTo>
                  <a:lnTo>
                    <a:pt x="90353" y="257632"/>
                  </a:lnTo>
                  <a:lnTo>
                    <a:pt x="132113" y="264371"/>
                  </a:lnTo>
                  <a:lnTo>
                    <a:pt x="173872" y="257632"/>
                  </a:lnTo>
                  <a:lnTo>
                    <a:pt x="210138" y="238868"/>
                  </a:lnTo>
                  <a:lnTo>
                    <a:pt x="238736" y="210254"/>
                  </a:lnTo>
                  <a:lnTo>
                    <a:pt x="257491" y="173968"/>
                  </a:lnTo>
                  <a:lnTo>
                    <a:pt x="264226" y="132185"/>
                  </a:lnTo>
                  <a:lnTo>
                    <a:pt x="257491" y="90403"/>
                  </a:lnTo>
                  <a:lnTo>
                    <a:pt x="238736" y="54116"/>
                  </a:lnTo>
                  <a:lnTo>
                    <a:pt x="210138" y="25503"/>
                  </a:lnTo>
                  <a:lnTo>
                    <a:pt x="173872" y="6738"/>
                  </a:lnTo>
                  <a:lnTo>
                    <a:pt x="1321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70911" y="2110183"/>
              <a:ext cx="264795" cy="264795"/>
            </a:xfrm>
            <a:custGeom>
              <a:avLst/>
              <a:gdLst/>
              <a:ahLst/>
              <a:cxnLst/>
              <a:rect l="l" t="t" r="r" b="b"/>
              <a:pathLst>
                <a:path w="264795" h="264794">
                  <a:moveTo>
                    <a:pt x="264226" y="132185"/>
                  </a:moveTo>
                  <a:lnTo>
                    <a:pt x="257491" y="173968"/>
                  </a:lnTo>
                  <a:lnTo>
                    <a:pt x="238736" y="210254"/>
                  </a:lnTo>
                  <a:lnTo>
                    <a:pt x="210138" y="238868"/>
                  </a:lnTo>
                  <a:lnTo>
                    <a:pt x="173872" y="257632"/>
                  </a:lnTo>
                  <a:lnTo>
                    <a:pt x="132113" y="264371"/>
                  </a:lnTo>
                  <a:lnTo>
                    <a:pt x="90353" y="257632"/>
                  </a:lnTo>
                  <a:lnTo>
                    <a:pt x="54087" y="238868"/>
                  </a:lnTo>
                  <a:lnTo>
                    <a:pt x="25489" y="210254"/>
                  </a:lnTo>
                  <a:lnTo>
                    <a:pt x="6734" y="173968"/>
                  </a:lnTo>
                  <a:lnTo>
                    <a:pt x="0" y="132185"/>
                  </a:lnTo>
                  <a:lnTo>
                    <a:pt x="6734" y="90403"/>
                  </a:lnTo>
                  <a:lnTo>
                    <a:pt x="25489" y="54116"/>
                  </a:lnTo>
                  <a:lnTo>
                    <a:pt x="54087" y="25503"/>
                  </a:lnTo>
                  <a:lnTo>
                    <a:pt x="90353" y="6738"/>
                  </a:lnTo>
                  <a:lnTo>
                    <a:pt x="132113" y="0"/>
                  </a:lnTo>
                  <a:lnTo>
                    <a:pt x="173872" y="6738"/>
                  </a:lnTo>
                  <a:lnTo>
                    <a:pt x="210138" y="25503"/>
                  </a:lnTo>
                  <a:lnTo>
                    <a:pt x="238736" y="54116"/>
                  </a:lnTo>
                  <a:lnTo>
                    <a:pt x="257491" y="90403"/>
                  </a:lnTo>
                  <a:lnTo>
                    <a:pt x="264226" y="132185"/>
                  </a:lnTo>
                  <a:close/>
                </a:path>
              </a:pathLst>
            </a:custGeom>
            <a:ln w="3395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939089" y="2410949"/>
              <a:ext cx="523875" cy="264160"/>
            </a:xfrm>
            <a:custGeom>
              <a:avLst/>
              <a:gdLst/>
              <a:ahLst/>
              <a:cxnLst/>
              <a:rect l="l" t="t" r="r" b="b"/>
              <a:pathLst>
                <a:path w="523875" h="264160">
                  <a:moveTo>
                    <a:pt x="261898" y="0"/>
                  </a:moveTo>
                  <a:lnTo>
                    <a:pt x="207372" y="4512"/>
                  </a:lnTo>
                  <a:lnTo>
                    <a:pt x="153937" y="16304"/>
                  </a:lnTo>
                  <a:lnTo>
                    <a:pt x="87399" y="42327"/>
                  </a:lnTo>
                  <a:lnTo>
                    <a:pt x="26189" y="79194"/>
                  </a:lnTo>
                  <a:lnTo>
                    <a:pt x="2005" y="116764"/>
                  </a:lnTo>
                  <a:lnTo>
                    <a:pt x="0" y="131894"/>
                  </a:lnTo>
                  <a:lnTo>
                    <a:pt x="0" y="264080"/>
                  </a:lnTo>
                  <a:lnTo>
                    <a:pt x="523796" y="264080"/>
                  </a:lnTo>
                  <a:lnTo>
                    <a:pt x="523796" y="131894"/>
                  </a:lnTo>
                  <a:lnTo>
                    <a:pt x="508450" y="89916"/>
                  </a:lnTo>
                  <a:lnTo>
                    <a:pt x="468141" y="58733"/>
                  </a:lnTo>
                  <a:lnTo>
                    <a:pt x="404028" y="27172"/>
                  </a:lnTo>
                  <a:lnTo>
                    <a:pt x="343372" y="9232"/>
                  </a:lnTo>
                  <a:lnTo>
                    <a:pt x="289283" y="1066"/>
                  </a:lnTo>
                  <a:lnTo>
                    <a:pt x="2618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939089" y="2410949"/>
              <a:ext cx="523875" cy="264160"/>
            </a:xfrm>
            <a:custGeom>
              <a:avLst/>
              <a:gdLst/>
              <a:ahLst/>
              <a:cxnLst/>
              <a:rect l="l" t="t" r="r" b="b"/>
              <a:pathLst>
                <a:path w="523875" h="264160">
                  <a:moveTo>
                    <a:pt x="523796" y="264080"/>
                  </a:moveTo>
                  <a:lnTo>
                    <a:pt x="523796" y="131894"/>
                  </a:lnTo>
                  <a:lnTo>
                    <a:pt x="521790" y="116764"/>
                  </a:lnTo>
                  <a:lnTo>
                    <a:pt x="497606" y="79194"/>
                  </a:lnTo>
                  <a:lnTo>
                    <a:pt x="436869" y="41353"/>
                  </a:lnTo>
                  <a:lnTo>
                    <a:pt x="369858" y="16304"/>
                  </a:lnTo>
                  <a:lnTo>
                    <a:pt x="316478" y="4149"/>
                  </a:lnTo>
                  <a:lnTo>
                    <a:pt x="261898" y="0"/>
                  </a:lnTo>
                  <a:lnTo>
                    <a:pt x="234546" y="1339"/>
                  </a:lnTo>
                  <a:lnTo>
                    <a:pt x="180470" y="9505"/>
                  </a:lnTo>
                  <a:lnTo>
                    <a:pt x="120087" y="27919"/>
                  </a:lnTo>
                  <a:lnTo>
                    <a:pt x="56043" y="59446"/>
                  </a:lnTo>
                  <a:lnTo>
                    <a:pt x="15345" y="89916"/>
                  </a:lnTo>
                  <a:lnTo>
                    <a:pt x="0" y="131894"/>
                  </a:lnTo>
                  <a:lnTo>
                    <a:pt x="0" y="264080"/>
                  </a:lnTo>
                  <a:lnTo>
                    <a:pt x="523796" y="264080"/>
                  </a:lnTo>
                  <a:close/>
                </a:path>
              </a:pathLst>
            </a:custGeom>
            <a:ln w="3396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48832" y="2110183"/>
              <a:ext cx="264795" cy="264795"/>
            </a:xfrm>
            <a:custGeom>
              <a:avLst/>
              <a:gdLst/>
              <a:ahLst/>
              <a:cxnLst/>
              <a:rect l="l" t="t" r="r" b="b"/>
              <a:pathLst>
                <a:path w="264795" h="264794">
                  <a:moveTo>
                    <a:pt x="132113" y="0"/>
                  </a:moveTo>
                  <a:lnTo>
                    <a:pt x="90353" y="6738"/>
                  </a:lnTo>
                  <a:lnTo>
                    <a:pt x="54087" y="25503"/>
                  </a:lnTo>
                  <a:lnTo>
                    <a:pt x="25489" y="54116"/>
                  </a:lnTo>
                  <a:lnTo>
                    <a:pt x="6734" y="90403"/>
                  </a:lnTo>
                  <a:lnTo>
                    <a:pt x="0" y="132185"/>
                  </a:lnTo>
                  <a:lnTo>
                    <a:pt x="6734" y="173968"/>
                  </a:lnTo>
                  <a:lnTo>
                    <a:pt x="25489" y="210254"/>
                  </a:lnTo>
                  <a:lnTo>
                    <a:pt x="54087" y="238868"/>
                  </a:lnTo>
                  <a:lnTo>
                    <a:pt x="90353" y="257632"/>
                  </a:lnTo>
                  <a:lnTo>
                    <a:pt x="132113" y="264371"/>
                  </a:lnTo>
                  <a:lnTo>
                    <a:pt x="173872" y="257632"/>
                  </a:lnTo>
                  <a:lnTo>
                    <a:pt x="210138" y="238868"/>
                  </a:lnTo>
                  <a:lnTo>
                    <a:pt x="238736" y="210254"/>
                  </a:lnTo>
                  <a:lnTo>
                    <a:pt x="257491" y="173968"/>
                  </a:lnTo>
                  <a:lnTo>
                    <a:pt x="264226" y="132185"/>
                  </a:lnTo>
                  <a:lnTo>
                    <a:pt x="257491" y="90403"/>
                  </a:lnTo>
                  <a:lnTo>
                    <a:pt x="238736" y="54116"/>
                  </a:lnTo>
                  <a:lnTo>
                    <a:pt x="210138" y="25503"/>
                  </a:lnTo>
                  <a:lnTo>
                    <a:pt x="173872" y="6738"/>
                  </a:lnTo>
                  <a:lnTo>
                    <a:pt x="1321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48832" y="2110183"/>
              <a:ext cx="264795" cy="264795"/>
            </a:xfrm>
            <a:custGeom>
              <a:avLst/>
              <a:gdLst/>
              <a:ahLst/>
              <a:cxnLst/>
              <a:rect l="l" t="t" r="r" b="b"/>
              <a:pathLst>
                <a:path w="264795" h="264794">
                  <a:moveTo>
                    <a:pt x="264226" y="132185"/>
                  </a:moveTo>
                  <a:lnTo>
                    <a:pt x="257491" y="173968"/>
                  </a:lnTo>
                  <a:lnTo>
                    <a:pt x="238736" y="210254"/>
                  </a:lnTo>
                  <a:lnTo>
                    <a:pt x="210138" y="238868"/>
                  </a:lnTo>
                  <a:lnTo>
                    <a:pt x="173872" y="257632"/>
                  </a:lnTo>
                  <a:lnTo>
                    <a:pt x="132113" y="264371"/>
                  </a:lnTo>
                  <a:lnTo>
                    <a:pt x="90353" y="257632"/>
                  </a:lnTo>
                  <a:lnTo>
                    <a:pt x="54087" y="238868"/>
                  </a:lnTo>
                  <a:lnTo>
                    <a:pt x="25489" y="210254"/>
                  </a:lnTo>
                  <a:lnTo>
                    <a:pt x="6734" y="173968"/>
                  </a:lnTo>
                  <a:lnTo>
                    <a:pt x="0" y="132185"/>
                  </a:lnTo>
                  <a:lnTo>
                    <a:pt x="6734" y="90403"/>
                  </a:lnTo>
                  <a:lnTo>
                    <a:pt x="25489" y="54116"/>
                  </a:lnTo>
                  <a:lnTo>
                    <a:pt x="54087" y="25503"/>
                  </a:lnTo>
                  <a:lnTo>
                    <a:pt x="90353" y="6738"/>
                  </a:lnTo>
                  <a:lnTo>
                    <a:pt x="132113" y="0"/>
                  </a:lnTo>
                  <a:lnTo>
                    <a:pt x="173872" y="6738"/>
                  </a:lnTo>
                  <a:lnTo>
                    <a:pt x="210138" y="25503"/>
                  </a:lnTo>
                  <a:lnTo>
                    <a:pt x="238736" y="54116"/>
                  </a:lnTo>
                  <a:lnTo>
                    <a:pt x="257491" y="90403"/>
                  </a:lnTo>
                  <a:lnTo>
                    <a:pt x="264226" y="132185"/>
                  </a:lnTo>
                  <a:close/>
                </a:path>
              </a:pathLst>
            </a:custGeom>
            <a:ln w="3395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521084" y="2410949"/>
              <a:ext cx="523875" cy="264160"/>
            </a:xfrm>
            <a:custGeom>
              <a:avLst/>
              <a:gdLst/>
              <a:ahLst/>
              <a:cxnLst/>
              <a:rect l="l" t="t" r="r" b="b"/>
              <a:pathLst>
                <a:path w="523875" h="264160">
                  <a:moveTo>
                    <a:pt x="261898" y="0"/>
                  </a:moveTo>
                  <a:lnTo>
                    <a:pt x="207372" y="4512"/>
                  </a:lnTo>
                  <a:lnTo>
                    <a:pt x="153937" y="16304"/>
                  </a:lnTo>
                  <a:lnTo>
                    <a:pt x="87399" y="42327"/>
                  </a:lnTo>
                  <a:lnTo>
                    <a:pt x="26189" y="79194"/>
                  </a:lnTo>
                  <a:lnTo>
                    <a:pt x="2005" y="116764"/>
                  </a:lnTo>
                  <a:lnTo>
                    <a:pt x="0" y="131894"/>
                  </a:lnTo>
                  <a:lnTo>
                    <a:pt x="0" y="264080"/>
                  </a:lnTo>
                  <a:lnTo>
                    <a:pt x="523796" y="264080"/>
                  </a:lnTo>
                  <a:lnTo>
                    <a:pt x="523796" y="131894"/>
                  </a:lnTo>
                  <a:lnTo>
                    <a:pt x="508450" y="89916"/>
                  </a:lnTo>
                  <a:lnTo>
                    <a:pt x="468141" y="58733"/>
                  </a:lnTo>
                  <a:lnTo>
                    <a:pt x="404028" y="27172"/>
                  </a:lnTo>
                  <a:lnTo>
                    <a:pt x="343372" y="9232"/>
                  </a:lnTo>
                  <a:lnTo>
                    <a:pt x="289283" y="1066"/>
                  </a:lnTo>
                  <a:lnTo>
                    <a:pt x="2618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521084" y="2410949"/>
              <a:ext cx="523875" cy="264160"/>
            </a:xfrm>
            <a:custGeom>
              <a:avLst/>
              <a:gdLst/>
              <a:ahLst/>
              <a:cxnLst/>
              <a:rect l="l" t="t" r="r" b="b"/>
              <a:pathLst>
                <a:path w="523875" h="264160">
                  <a:moveTo>
                    <a:pt x="523796" y="264080"/>
                  </a:moveTo>
                  <a:lnTo>
                    <a:pt x="523796" y="131894"/>
                  </a:lnTo>
                  <a:lnTo>
                    <a:pt x="521790" y="116764"/>
                  </a:lnTo>
                  <a:lnTo>
                    <a:pt x="497606" y="79194"/>
                  </a:lnTo>
                  <a:lnTo>
                    <a:pt x="436869" y="41353"/>
                  </a:lnTo>
                  <a:lnTo>
                    <a:pt x="369858" y="16304"/>
                  </a:lnTo>
                  <a:lnTo>
                    <a:pt x="316478" y="4149"/>
                  </a:lnTo>
                  <a:lnTo>
                    <a:pt x="261898" y="0"/>
                  </a:lnTo>
                  <a:lnTo>
                    <a:pt x="234546" y="1339"/>
                  </a:lnTo>
                  <a:lnTo>
                    <a:pt x="180470" y="9505"/>
                  </a:lnTo>
                  <a:lnTo>
                    <a:pt x="120087" y="27919"/>
                  </a:lnTo>
                  <a:lnTo>
                    <a:pt x="56043" y="59446"/>
                  </a:lnTo>
                  <a:lnTo>
                    <a:pt x="15345" y="89916"/>
                  </a:lnTo>
                  <a:lnTo>
                    <a:pt x="0" y="131894"/>
                  </a:lnTo>
                  <a:lnTo>
                    <a:pt x="0" y="264080"/>
                  </a:lnTo>
                  <a:lnTo>
                    <a:pt x="523796" y="264080"/>
                  </a:lnTo>
                  <a:close/>
                </a:path>
              </a:pathLst>
            </a:custGeom>
            <a:ln w="3396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230828" y="2110183"/>
              <a:ext cx="264160" cy="264795"/>
            </a:xfrm>
            <a:custGeom>
              <a:avLst/>
              <a:gdLst/>
              <a:ahLst/>
              <a:cxnLst/>
              <a:rect l="l" t="t" r="r" b="b"/>
              <a:pathLst>
                <a:path w="264159" h="264794">
                  <a:moveTo>
                    <a:pt x="132113" y="0"/>
                  </a:moveTo>
                  <a:lnTo>
                    <a:pt x="90353" y="6738"/>
                  </a:lnTo>
                  <a:lnTo>
                    <a:pt x="54087" y="25503"/>
                  </a:lnTo>
                  <a:lnTo>
                    <a:pt x="25489" y="54116"/>
                  </a:lnTo>
                  <a:lnTo>
                    <a:pt x="6734" y="90403"/>
                  </a:lnTo>
                  <a:lnTo>
                    <a:pt x="0" y="132185"/>
                  </a:lnTo>
                  <a:lnTo>
                    <a:pt x="6734" y="173968"/>
                  </a:lnTo>
                  <a:lnTo>
                    <a:pt x="25489" y="210254"/>
                  </a:lnTo>
                  <a:lnTo>
                    <a:pt x="54087" y="238868"/>
                  </a:lnTo>
                  <a:lnTo>
                    <a:pt x="90353" y="257632"/>
                  </a:lnTo>
                  <a:lnTo>
                    <a:pt x="132113" y="264371"/>
                  </a:lnTo>
                  <a:lnTo>
                    <a:pt x="173815" y="257632"/>
                  </a:lnTo>
                  <a:lnTo>
                    <a:pt x="210052" y="238868"/>
                  </a:lnTo>
                  <a:lnTo>
                    <a:pt x="238639" y="210254"/>
                  </a:lnTo>
                  <a:lnTo>
                    <a:pt x="257392" y="173968"/>
                  </a:lnTo>
                  <a:lnTo>
                    <a:pt x="264129" y="132185"/>
                  </a:lnTo>
                  <a:lnTo>
                    <a:pt x="257392" y="90403"/>
                  </a:lnTo>
                  <a:lnTo>
                    <a:pt x="238639" y="54116"/>
                  </a:lnTo>
                  <a:lnTo>
                    <a:pt x="210052" y="25503"/>
                  </a:lnTo>
                  <a:lnTo>
                    <a:pt x="173815" y="6738"/>
                  </a:lnTo>
                  <a:lnTo>
                    <a:pt x="1321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30828" y="2110183"/>
              <a:ext cx="264160" cy="264795"/>
            </a:xfrm>
            <a:custGeom>
              <a:avLst/>
              <a:gdLst/>
              <a:ahLst/>
              <a:cxnLst/>
              <a:rect l="l" t="t" r="r" b="b"/>
              <a:pathLst>
                <a:path w="264159" h="264794">
                  <a:moveTo>
                    <a:pt x="264129" y="132185"/>
                  </a:moveTo>
                  <a:lnTo>
                    <a:pt x="257392" y="173968"/>
                  </a:lnTo>
                  <a:lnTo>
                    <a:pt x="238639" y="210254"/>
                  </a:lnTo>
                  <a:lnTo>
                    <a:pt x="210052" y="238868"/>
                  </a:lnTo>
                  <a:lnTo>
                    <a:pt x="173815" y="257632"/>
                  </a:lnTo>
                  <a:lnTo>
                    <a:pt x="132113" y="264371"/>
                  </a:lnTo>
                  <a:lnTo>
                    <a:pt x="90353" y="257632"/>
                  </a:lnTo>
                  <a:lnTo>
                    <a:pt x="54087" y="238868"/>
                  </a:lnTo>
                  <a:lnTo>
                    <a:pt x="25489" y="210254"/>
                  </a:lnTo>
                  <a:lnTo>
                    <a:pt x="6734" y="173968"/>
                  </a:lnTo>
                  <a:lnTo>
                    <a:pt x="0" y="132185"/>
                  </a:lnTo>
                  <a:lnTo>
                    <a:pt x="6734" y="90403"/>
                  </a:lnTo>
                  <a:lnTo>
                    <a:pt x="25489" y="54116"/>
                  </a:lnTo>
                  <a:lnTo>
                    <a:pt x="54087" y="25503"/>
                  </a:lnTo>
                  <a:lnTo>
                    <a:pt x="90353" y="6738"/>
                  </a:lnTo>
                  <a:lnTo>
                    <a:pt x="132113" y="0"/>
                  </a:lnTo>
                  <a:lnTo>
                    <a:pt x="173815" y="6738"/>
                  </a:lnTo>
                  <a:lnTo>
                    <a:pt x="210052" y="25503"/>
                  </a:lnTo>
                  <a:lnTo>
                    <a:pt x="238639" y="54116"/>
                  </a:lnTo>
                  <a:lnTo>
                    <a:pt x="257392" y="90403"/>
                  </a:lnTo>
                  <a:lnTo>
                    <a:pt x="264129" y="132185"/>
                  </a:lnTo>
                  <a:close/>
                </a:path>
              </a:pathLst>
            </a:custGeom>
            <a:ln w="3395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103080" y="2410949"/>
              <a:ext cx="523875" cy="264160"/>
            </a:xfrm>
            <a:custGeom>
              <a:avLst/>
              <a:gdLst/>
              <a:ahLst/>
              <a:cxnLst/>
              <a:rect l="l" t="t" r="r" b="b"/>
              <a:pathLst>
                <a:path w="523875" h="264160">
                  <a:moveTo>
                    <a:pt x="261898" y="0"/>
                  </a:moveTo>
                  <a:lnTo>
                    <a:pt x="207372" y="4512"/>
                  </a:lnTo>
                  <a:lnTo>
                    <a:pt x="153937" y="16304"/>
                  </a:lnTo>
                  <a:lnTo>
                    <a:pt x="87399" y="42327"/>
                  </a:lnTo>
                  <a:lnTo>
                    <a:pt x="26189" y="79194"/>
                  </a:lnTo>
                  <a:lnTo>
                    <a:pt x="2005" y="116764"/>
                  </a:lnTo>
                  <a:lnTo>
                    <a:pt x="0" y="131894"/>
                  </a:lnTo>
                  <a:lnTo>
                    <a:pt x="0" y="264080"/>
                  </a:lnTo>
                  <a:lnTo>
                    <a:pt x="523796" y="264080"/>
                  </a:lnTo>
                  <a:lnTo>
                    <a:pt x="523796" y="131894"/>
                  </a:lnTo>
                  <a:lnTo>
                    <a:pt x="508484" y="89916"/>
                  </a:lnTo>
                  <a:lnTo>
                    <a:pt x="468089" y="58733"/>
                  </a:lnTo>
                  <a:lnTo>
                    <a:pt x="403964" y="27172"/>
                  </a:lnTo>
                  <a:lnTo>
                    <a:pt x="343362" y="9232"/>
                  </a:lnTo>
                  <a:lnTo>
                    <a:pt x="289286" y="1066"/>
                  </a:lnTo>
                  <a:lnTo>
                    <a:pt x="26189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0103080" y="2410949"/>
              <a:ext cx="523875" cy="264160"/>
            </a:xfrm>
            <a:custGeom>
              <a:avLst/>
              <a:gdLst/>
              <a:ahLst/>
              <a:cxnLst/>
              <a:rect l="l" t="t" r="r" b="b"/>
              <a:pathLst>
                <a:path w="523875" h="264160">
                  <a:moveTo>
                    <a:pt x="523796" y="264080"/>
                  </a:moveTo>
                  <a:lnTo>
                    <a:pt x="523796" y="131894"/>
                  </a:lnTo>
                  <a:lnTo>
                    <a:pt x="521784" y="116764"/>
                  </a:lnTo>
                  <a:lnTo>
                    <a:pt x="497606" y="79194"/>
                  </a:lnTo>
                  <a:lnTo>
                    <a:pt x="436799" y="41353"/>
                  </a:lnTo>
                  <a:lnTo>
                    <a:pt x="369809" y="16304"/>
                  </a:lnTo>
                  <a:lnTo>
                    <a:pt x="316481" y="4149"/>
                  </a:lnTo>
                  <a:lnTo>
                    <a:pt x="261898" y="0"/>
                  </a:lnTo>
                  <a:lnTo>
                    <a:pt x="234546" y="1339"/>
                  </a:lnTo>
                  <a:lnTo>
                    <a:pt x="180470" y="9505"/>
                  </a:lnTo>
                  <a:lnTo>
                    <a:pt x="120087" y="27919"/>
                  </a:lnTo>
                  <a:lnTo>
                    <a:pt x="56043" y="59446"/>
                  </a:lnTo>
                  <a:lnTo>
                    <a:pt x="15345" y="89916"/>
                  </a:lnTo>
                  <a:lnTo>
                    <a:pt x="0" y="131894"/>
                  </a:lnTo>
                  <a:lnTo>
                    <a:pt x="0" y="264080"/>
                  </a:lnTo>
                  <a:lnTo>
                    <a:pt x="523796" y="264080"/>
                  </a:lnTo>
                  <a:close/>
                </a:path>
              </a:pathLst>
            </a:custGeom>
            <a:ln w="33964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460106" y="847139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172852" y="0"/>
                  </a:moveTo>
                  <a:lnTo>
                    <a:pt x="126898" y="6177"/>
                  </a:lnTo>
                  <a:lnTo>
                    <a:pt x="85607" y="23610"/>
                  </a:lnTo>
                  <a:lnTo>
                    <a:pt x="50624" y="50652"/>
                  </a:lnTo>
                  <a:lnTo>
                    <a:pt x="23597" y="85654"/>
                  </a:lnTo>
                  <a:lnTo>
                    <a:pt x="6173" y="126968"/>
                  </a:lnTo>
                  <a:lnTo>
                    <a:pt x="0" y="172947"/>
                  </a:lnTo>
                  <a:lnTo>
                    <a:pt x="6173" y="218926"/>
                  </a:lnTo>
                  <a:lnTo>
                    <a:pt x="23597" y="260241"/>
                  </a:lnTo>
                  <a:lnTo>
                    <a:pt x="50624" y="295243"/>
                  </a:lnTo>
                  <a:lnTo>
                    <a:pt x="85607" y="322284"/>
                  </a:lnTo>
                  <a:lnTo>
                    <a:pt x="126898" y="339718"/>
                  </a:lnTo>
                  <a:lnTo>
                    <a:pt x="172852" y="345895"/>
                  </a:lnTo>
                  <a:lnTo>
                    <a:pt x="218806" y="339718"/>
                  </a:lnTo>
                  <a:lnTo>
                    <a:pt x="260098" y="322284"/>
                  </a:lnTo>
                  <a:lnTo>
                    <a:pt x="295080" y="295243"/>
                  </a:lnTo>
                  <a:lnTo>
                    <a:pt x="322107" y="260241"/>
                  </a:lnTo>
                  <a:lnTo>
                    <a:pt x="339531" y="218926"/>
                  </a:lnTo>
                  <a:lnTo>
                    <a:pt x="345705" y="172947"/>
                  </a:lnTo>
                  <a:lnTo>
                    <a:pt x="339531" y="126968"/>
                  </a:lnTo>
                  <a:lnTo>
                    <a:pt x="322107" y="85654"/>
                  </a:lnTo>
                  <a:lnTo>
                    <a:pt x="295080" y="50652"/>
                  </a:lnTo>
                  <a:lnTo>
                    <a:pt x="260098" y="23610"/>
                  </a:lnTo>
                  <a:lnTo>
                    <a:pt x="218806" y="6177"/>
                  </a:lnTo>
                  <a:lnTo>
                    <a:pt x="17285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60106" y="847139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5705" y="172947"/>
                  </a:moveTo>
                  <a:lnTo>
                    <a:pt x="339531" y="218926"/>
                  </a:lnTo>
                  <a:lnTo>
                    <a:pt x="322107" y="260241"/>
                  </a:lnTo>
                  <a:lnTo>
                    <a:pt x="295080" y="295243"/>
                  </a:lnTo>
                  <a:lnTo>
                    <a:pt x="260098" y="322284"/>
                  </a:lnTo>
                  <a:lnTo>
                    <a:pt x="218806" y="339718"/>
                  </a:lnTo>
                  <a:lnTo>
                    <a:pt x="172852" y="345895"/>
                  </a:lnTo>
                  <a:lnTo>
                    <a:pt x="126898" y="339718"/>
                  </a:lnTo>
                  <a:lnTo>
                    <a:pt x="85607" y="322284"/>
                  </a:lnTo>
                  <a:lnTo>
                    <a:pt x="50624" y="295243"/>
                  </a:lnTo>
                  <a:lnTo>
                    <a:pt x="23597" y="260241"/>
                  </a:lnTo>
                  <a:lnTo>
                    <a:pt x="6173" y="218926"/>
                  </a:lnTo>
                  <a:lnTo>
                    <a:pt x="0" y="172947"/>
                  </a:lnTo>
                  <a:lnTo>
                    <a:pt x="6173" y="126968"/>
                  </a:lnTo>
                  <a:lnTo>
                    <a:pt x="23597" y="85654"/>
                  </a:lnTo>
                  <a:lnTo>
                    <a:pt x="50624" y="50652"/>
                  </a:lnTo>
                  <a:lnTo>
                    <a:pt x="85607" y="23610"/>
                  </a:lnTo>
                  <a:lnTo>
                    <a:pt x="126898" y="6177"/>
                  </a:lnTo>
                  <a:lnTo>
                    <a:pt x="172852" y="0"/>
                  </a:lnTo>
                  <a:lnTo>
                    <a:pt x="218806" y="6177"/>
                  </a:lnTo>
                  <a:lnTo>
                    <a:pt x="260098" y="23610"/>
                  </a:lnTo>
                  <a:lnTo>
                    <a:pt x="295080" y="50652"/>
                  </a:lnTo>
                  <a:lnTo>
                    <a:pt x="322107" y="85654"/>
                  </a:lnTo>
                  <a:lnTo>
                    <a:pt x="339531" y="126968"/>
                  </a:lnTo>
                  <a:lnTo>
                    <a:pt x="345705" y="172947"/>
                  </a:lnTo>
                  <a:close/>
                </a:path>
              </a:pathLst>
            </a:custGeom>
            <a:ln w="3395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57759" y="940765"/>
              <a:ext cx="1507490" cy="1851025"/>
            </a:xfrm>
            <a:custGeom>
              <a:avLst/>
              <a:gdLst/>
              <a:ahLst/>
              <a:cxnLst/>
              <a:rect l="l" t="t" r="r" b="b"/>
              <a:pathLst>
                <a:path w="1507490" h="1851025">
                  <a:moveTo>
                    <a:pt x="1463719" y="0"/>
                  </a:moveTo>
                  <a:lnTo>
                    <a:pt x="1447320" y="3161"/>
                  </a:lnTo>
                  <a:lnTo>
                    <a:pt x="1432873" y="12647"/>
                  </a:lnTo>
                  <a:lnTo>
                    <a:pt x="1056904" y="388823"/>
                  </a:lnTo>
                  <a:lnTo>
                    <a:pt x="1034138" y="385539"/>
                  </a:lnTo>
                  <a:lnTo>
                    <a:pt x="1011672" y="388231"/>
                  </a:lnTo>
                  <a:lnTo>
                    <a:pt x="990652" y="396606"/>
                  </a:lnTo>
                  <a:lnTo>
                    <a:pt x="972223" y="410368"/>
                  </a:lnTo>
                  <a:lnTo>
                    <a:pt x="857570" y="594089"/>
                  </a:lnTo>
                  <a:lnTo>
                    <a:pt x="820891" y="442072"/>
                  </a:lnTo>
                  <a:lnTo>
                    <a:pt x="799080" y="407457"/>
                  </a:lnTo>
                  <a:lnTo>
                    <a:pt x="757391" y="377033"/>
                  </a:lnTo>
                  <a:lnTo>
                    <a:pt x="713008" y="350954"/>
                  </a:lnTo>
                  <a:lnTo>
                    <a:pt x="666265" y="329397"/>
                  </a:lnTo>
                  <a:lnTo>
                    <a:pt x="617497" y="312539"/>
                  </a:lnTo>
                  <a:lnTo>
                    <a:pt x="511033" y="297230"/>
                  </a:lnTo>
                  <a:lnTo>
                    <a:pt x="439067" y="297138"/>
                  </a:lnTo>
                  <a:lnTo>
                    <a:pt x="367650" y="307924"/>
                  </a:lnTo>
                  <a:lnTo>
                    <a:pt x="283468" y="332809"/>
                  </a:lnTo>
                  <a:lnTo>
                    <a:pt x="236581" y="354084"/>
                  </a:lnTo>
                  <a:lnTo>
                    <a:pt x="192385" y="380500"/>
                  </a:lnTo>
                  <a:lnTo>
                    <a:pt x="151318" y="411824"/>
                  </a:lnTo>
                  <a:lnTo>
                    <a:pt x="129429" y="446408"/>
                  </a:lnTo>
                  <a:lnTo>
                    <a:pt x="0" y="995305"/>
                  </a:lnTo>
                  <a:lnTo>
                    <a:pt x="6860" y="1029302"/>
                  </a:lnTo>
                  <a:lnTo>
                    <a:pt x="25569" y="1057067"/>
                  </a:lnTo>
                  <a:lnTo>
                    <a:pt x="53318" y="1075787"/>
                  </a:lnTo>
                  <a:lnTo>
                    <a:pt x="87299" y="1082652"/>
                  </a:lnTo>
                  <a:lnTo>
                    <a:pt x="115006" y="1077384"/>
                  </a:lnTo>
                  <a:lnTo>
                    <a:pt x="139051" y="1063963"/>
                  </a:lnTo>
                  <a:lnTo>
                    <a:pt x="157735" y="1043728"/>
                  </a:lnTo>
                  <a:lnTo>
                    <a:pt x="169360" y="1018015"/>
                  </a:lnTo>
                  <a:lnTo>
                    <a:pt x="260152" y="642130"/>
                  </a:lnTo>
                  <a:lnTo>
                    <a:pt x="260152" y="1850727"/>
                  </a:lnTo>
                  <a:lnTo>
                    <a:pt x="432131" y="1850727"/>
                  </a:lnTo>
                  <a:lnTo>
                    <a:pt x="432131" y="1073044"/>
                  </a:lnTo>
                  <a:lnTo>
                    <a:pt x="519431" y="1073044"/>
                  </a:lnTo>
                  <a:lnTo>
                    <a:pt x="519431" y="1850727"/>
                  </a:lnTo>
                  <a:lnTo>
                    <a:pt x="691119" y="1850727"/>
                  </a:lnTo>
                  <a:lnTo>
                    <a:pt x="691119" y="636598"/>
                  </a:lnTo>
                  <a:lnTo>
                    <a:pt x="725535" y="780229"/>
                  </a:lnTo>
                  <a:lnTo>
                    <a:pt x="766673" y="812397"/>
                  </a:lnTo>
                  <a:lnTo>
                    <a:pt x="825425" y="833122"/>
                  </a:lnTo>
                  <a:lnTo>
                    <a:pt x="877056" y="836266"/>
                  </a:lnTo>
                  <a:lnTo>
                    <a:pt x="896218" y="830618"/>
                  </a:lnTo>
                  <a:lnTo>
                    <a:pt x="913080" y="819893"/>
                  </a:lnTo>
                  <a:lnTo>
                    <a:pt x="926537" y="804596"/>
                  </a:lnTo>
                  <a:lnTo>
                    <a:pt x="1111212" y="499401"/>
                  </a:lnTo>
                  <a:lnTo>
                    <a:pt x="1117253" y="468871"/>
                  </a:lnTo>
                  <a:lnTo>
                    <a:pt x="1115976" y="453169"/>
                  </a:lnTo>
                  <a:lnTo>
                    <a:pt x="1494273" y="74663"/>
                  </a:lnTo>
                  <a:lnTo>
                    <a:pt x="1503939" y="60190"/>
                  </a:lnTo>
                  <a:lnTo>
                    <a:pt x="1507214" y="43710"/>
                  </a:lnTo>
                  <a:lnTo>
                    <a:pt x="1504091" y="27202"/>
                  </a:lnTo>
                  <a:lnTo>
                    <a:pt x="1494564" y="12647"/>
                  </a:lnTo>
                  <a:lnTo>
                    <a:pt x="1480117" y="3161"/>
                  </a:lnTo>
                  <a:lnTo>
                    <a:pt x="14637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157759" y="940765"/>
              <a:ext cx="1507490" cy="1851025"/>
            </a:xfrm>
            <a:custGeom>
              <a:avLst/>
              <a:gdLst/>
              <a:ahLst/>
              <a:cxnLst/>
              <a:rect l="l" t="t" r="r" b="b"/>
              <a:pathLst>
                <a:path w="1507490" h="1851025">
                  <a:moveTo>
                    <a:pt x="1494564" y="12647"/>
                  </a:moveTo>
                  <a:lnTo>
                    <a:pt x="1480117" y="3161"/>
                  </a:lnTo>
                  <a:lnTo>
                    <a:pt x="1463719" y="0"/>
                  </a:lnTo>
                  <a:lnTo>
                    <a:pt x="1447320" y="3161"/>
                  </a:lnTo>
                  <a:lnTo>
                    <a:pt x="1432873" y="12647"/>
                  </a:lnTo>
                  <a:lnTo>
                    <a:pt x="1056904" y="388823"/>
                  </a:lnTo>
                  <a:lnTo>
                    <a:pt x="1034138" y="385539"/>
                  </a:lnTo>
                  <a:lnTo>
                    <a:pt x="990652" y="396606"/>
                  </a:lnTo>
                  <a:lnTo>
                    <a:pt x="951731" y="441654"/>
                  </a:lnTo>
                  <a:lnTo>
                    <a:pt x="912605" y="504522"/>
                  </a:lnTo>
                  <a:lnTo>
                    <a:pt x="874625" y="566243"/>
                  </a:lnTo>
                  <a:lnTo>
                    <a:pt x="857570" y="594089"/>
                  </a:lnTo>
                  <a:lnTo>
                    <a:pt x="824978" y="455207"/>
                  </a:lnTo>
                  <a:lnTo>
                    <a:pt x="807859" y="418040"/>
                  </a:lnTo>
                  <a:lnTo>
                    <a:pt x="757391" y="377033"/>
                  </a:lnTo>
                  <a:lnTo>
                    <a:pt x="713008" y="350954"/>
                  </a:lnTo>
                  <a:lnTo>
                    <a:pt x="666265" y="329397"/>
                  </a:lnTo>
                  <a:lnTo>
                    <a:pt x="617497" y="312539"/>
                  </a:lnTo>
                  <a:lnTo>
                    <a:pt x="546730" y="300720"/>
                  </a:lnTo>
                  <a:lnTo>
                    <a:pt x="475199" y="295361"/>
                  </a:lnTo>
                  <a:lnTo>
                    <a:pt x="439067" y="297138"/>
                  </a:lnTo>
                  <a:lnTo>
                    <a:pt x="367650" y="307924"/>
                  </a:lnTo>
                  <a:lnTo>
                    <a:pt x="283468" y="332809"/>
                  </a:lnTo>
                  <a:lnTo>
                    <a:pt x="236581" y="354084"/>
                  </a:lnTo>
                  <a:lnTo>
                    <a:pt x="192385" y="380500"/>
                  </a:lnTo>
                  <a:lnTo>
                    <a:pt x="151318" y="411824"/>
                  </a:lnTo>
                  <a:lnTo>
                    <a:pt x="129429" y="446408"/>
                  </a:lnTo>
                  <a:lnTo>
                    <a:pt x="105823" y="542054"/>
                  </a:lnTo>
                  <a:lnTo>
                    <a:pt x="62710" y="724164"/>
                  </a:lnTo>
                  <a:lnTo>
                    <a:pt x="19596" y="907912"/>
                  </a:lnTo>
                  <a:lnTo>
                    <a:pt x="0" y="995305"/>
                  </a:lnTo>
                  <a:lnTo>
                    <a:pt x="6860" y="1029302"/>
                  </a:lnTo>
                  <a:lnTo>
                    <a:pt x="25569" y="1057067"/>
                  </a:lnTo>
                  <a:lnTo>
                    <a:pt x="53318" y="1075787"/>
                  </a:lnTo>
                  <a:lnTo>
                    <a:pt x="87299" y="1082652"/>
                  </a:lnTo>
                  <a:lnTo>
                    <a:pt x="115006" y="1077384"/>
                  </a:lnTo>
                  <a:lnTo>
                    <a:pt x="139051" y="1063963"/>
                  </a:lnTo>
                  <a:lnTo>
                    <a:pt x="157735" y="1043728"/>
                  </a:lnTo>
                  <a:lnTo>
                    <a:pt x="169360" y="1018015"/>
                  </a:lnTo>
                  <a:lnTo>
                    <a:pt x="260152" y="642130"/>
                  </a:lnTo>
                  <a:lnTo>
                    <a:pt x="260152" y="1850727"/>
                  </a:lnTo>
                  <a:lnTo>
                    <a:pt x="432131" y="1850727"/>
                  </a:lnTo>
                  <a:lnTo>
                    <a:pt x="432131" y="1073044"/>
                  </a:lnTo>
                  <a:lnTo>
                    <a:pt x="519431" y="1073044"/>
                  </a:lnTo>
                  <a:lnTo>
                    <a:pt x="519431" y="1850727"/>
                  </a:lnTo>
                  <a:lnTo>
                    <a:pt x="691119" y="1850727"/>
                  </a:lnTo>
                  <a:lnTo>
                    <a:pt x="691119" y="636598"/>
                  </a:lnTo>
                  <a:lnTo>
                    <a:pt x="723129" y="773442"/>
                  </a:lnTo>
                  <a:lnTo>
                    <a:pt x="766673" y="812397"/>
                  </a:lnTo>
                  <a:lnTo>
                    <a:pt x="825425" y="833122"/>
                  </a:lnTo>
                  <a:lnTo>
                    <a:pt x="856697" y="836332"/>
                  </a:lnTo>
                  <a:lnTo>
                    <a:pt x="877056" y="836266"/>
                  </a:lnTo>
                  <a:lnTo>
                    <a:pt x="913080" y="819893"/>
                  </a:lnTo>
                  <a:lnTo>
                    <a:pt x="1104045" y="513438"/>
                  </a:lnTo>
                  <a:lnTo>
                    <a:pt x="1117253" y="468871"/>
                  </a:lnTo>
                  <a:lnTo>
                    <a:pt x="1115976" y="453169"/>
                  </a:lnTo>
                  <a:lnTo>
                    <a:pt x="1494273" y="74663"/>
                  </a:lnTo>
                  <a:lnTo>
                    <a:pt x="1503939" y="60190"/>
                  </a:lnTo>
                  <a:lnTo>
                    <a:pt x="1507214" y="43710"/>
                  </a:lnTo>
                  <a:lnTo>
                    <a:pt x="1504091" y="27202"/>
                  </a:lnTo>
                  <a:lnTo>
                    <a:pt x="1494564" y="12647"/>
                  </a:lnTo>
                  <a:close/>
                </a:path>
              </a:pathLst>
            </a:custGeom>
            <a:ln w="33957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706290" y="549576"/>
              <a:ext cx="1659255" cy="1193800"/>
            </a:xfrm>
            <a:custGeom>
              <a:avLst/>
              <a:gdLst/>
              <a:ahLst/>
              <a:cxnLst/>
              <a:rect l="l" t="t" r="r" b="b"/>
              <a:pathLst>
                <a:path w="1659254" h="1193800">
                  <a:moveTo>
                    <a:pt x="1542288" y="0"/>
                  </a:moveTo>
                  <a:lnTo>
                    <a:pt x="116399" y="0"/>
                  </a:lnTo>
                  <a:lnTo>
                    <a:pt x="71090" y="9155"/>
                  </a:lnTo>
                  <a:lnTo>
                    <a:pt x="34092" y="34120"/>
                  </a:lnTo>
                  <a:lnTo>
                    <a:pt x="9147" y="71140"/>
                  </a:lnTo>
                  <a:lnTo>
                    <a:pt x="0" y="116463"/>
                  </a:lnTo>
                  <a:lnTo>
                    <a:pt x="0" y="221280"/>
                  </a:lnTo>
                  <a:lnTo>
                    <a:pt x="32513" y="232584"/>
                  </a:lnTo>
                  <a:lnTo>
                    <a:pt x="63028" y="248166"/>
                  </a:lnTo>
                  <a:lnTo>
                    <a:pt x="91128" y="267775"/>
                  </a:lnTo>
                  <a:lnTo>
                    <a:pt x="116399" y="291157"/>
                  </a:lnTo>
                  <a:lnTo>
                    <a:pt x="116399" y="116463"/>
                  </a:lnTo>
                  <a:lnTo>
                    <a:pt x="1542288" y="116463"/>
                  </a:lnTo>
                  <a:lnTo>
                    <a:pt x="1542288" y="1077284"/>
                  </a:lnTo>
                  <a:lnTo>
                    <a:pt x="549112" y="1077284"/>
                  </a:lnTo>
                  <a:lnTo>
                    <a:pt x="478109" y="1193747"/>
                  </a:lnTo>
                  <a:lnTo>
                    <a:pt x="1542288" y="1193747"/>
                  </a:lnTo>
                  <a:lnTo>
                    <a:pt x="1587596" y="1184595"/>
                  </a:lnTo>
                  <a:lnTo>
                    <a:pt x="1624595" y="1159636"/>
                  </a:lnTo>
                  <a:lnTo>
                    <a:pt x="1649540" y="1122617"/>
                  </a:lnTo>
                  <a:lnTo>
                    <a:pt x="1658687" y="1077284"/>
                  </a:lnTo>
                  <a:lnTo>
                    <a:pt x="1658687" y="116463"/>
                  </a:lnTo>
                  <a:lnTo>
                    <a:pt x="1649540" y="71140"/>
                  </a:lnTo>
                  <a:lnTo>
                    <a:pt x="1624595" y="34120"/>
                  </a:lnTo>
                  <a:lnTo>
                    <a:pt x="1587596" y="9155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06290" y="549576"/>
              <a:ext cx="1659255" cy="1193800"/>
            </a:xfrm>
            <a:custGeom>
              <a:avLst/>
              <a:gdLst/>
              <a:ahLst/>
              <a:cxnLst/>
              <a:rect l="l" t="t" r="r" b="b"/>
              <a:pathLst>
                <a:path w="1659254" h="1193800">
                  <a:moveTo>
                    <a:pt x="1542288" y="0"/>
                  </a:moveTo>
                  <a:lnTo>
                    <a:pt x="116399" y="0"/>
                  </a:lnTo>
                  <a:lnTo>
                    <a:pt x="71090" y="9155"/>
                  </a:lnTo>
                  <a:lnTo>
                    <a:pt x="34092" y="34120"/>
                  </a:lnTo>
                  <a:lnTo>
                    <a:pt x="9147" y="71140"/>
                  </a:lnTo>
                  <a:lnTo>
                    <a:pt x="0" y="116463"/>
                  </a:lnTo>
                  <a:lnTo>
                    <a:pt x="0" y="221280"/>
                  </a:lnTo>
                  <a:lnTo>
                    <a:pt x="32513" y="232584"/>
                  </a:lnTo>
                  <a:lnTo>
                    <a:pt x="63028" y="248166"/>
                  </a:lnTo>
                  <a:lnTo>
                    <a:pt x="91128" y="267775"/>
                  </a:lnTo>
                  <a:lnTo>
                    <a:pt x="116399" y="291157"/>
                  </a:lnTo>
                  <a:lnTo>
                    <a:pt x="116399" y="116463"/>
                  </a:lnTo>
                  <a:lnTo>
                    <a:pt x="1542288" y="116463"/>
                  </a:lnTo>
                  <a:lnTo>
                    <a:pt x="1542288" y="1077284"/>
                  </a:lnTo>
                  <a:lnTo>
                    <a:pt x="549112" y="1077284"/>
                  </a:lnTo>
                  <a:lnTo>
                    <a:pt x="478109" y="1193747"/>
                  </a:lnTo>
                  <a:lnTo>
                    <a:pt x="1542288" y="1193747"/>
                  </a:lnTo>
                  <a:lnTo>
                    <a:pt x="1587596" y="1184595"/>
                  </a:lnTo>
                  <a:lnTo>
                    <a:pt x="1624595" y="1159636"/>
                  </a:lnTo>
                  <a:lnTo>
                    <a:pt x="1649540" y="1122617"/>
                  </a:lnTo>
                  <a:lnTo>
                    <a:pt x="1658687" y="1077284"/>
                  </a:lnTo>
                  <a:lnTo>
                    <a:pt x="1658687" y="116463"/>
                  </a:lnTo>
                  <a:lnTo>
                    <a:pt x="1649540" y="71140"/>
                  </a:lnTo>
                  <a:lnTo>
                    <a:pt x="1624595" y="34120"/>
                  </a:lnTo>
                  <a:lnTo>
                    <a:pt x="1587596" y="9155"/>
                  </a:lnTo>
                  <a:lnTo>
                    <a:pt x="1542288" y="0"/>
                  </a:lnTo>
                  <a:close/>
                </a:path>
              </a:pathLst>
            </a:custGeom>
            <a:ln w="3396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3296411" y="6057900"/>
            <a:ext cx="533400" cy="457200"/>
          </a:xfrm>
          <a:custGeom>
            <a:avLst/>
            <a:gdLst/>
            <a:ahLst/>
            <a:cxnLst/>
            <a:rect l="l" t="t" r="r" b="b"/>
            <a:pathLst>
              <a:path w="533400" h="457200">
                <a:moveTo>
                  <a:pt x="0" y="228600"/>
                </a:moveTo>
                <a:lnTo>
                  <a:pt x="5417" y="182529"/>
                </a:lnTo>
                <a:lnTo>
                  <a:pt x="20954" y="139619"/>
                </a:lnTo>
                <a:lnTo>
                  <a:pt x="45541" y="100788"/>
                </a:lnTo>
                <a:lnTo>
                  <a:pt x="78104" y="66955"/>
                </a:lnTo>
                <a:lnTo>
                  <a:pt x="117574" y="39041"/>
                </a:lnTo>
                <a:lnTo>
                  <a:pt x="162877" y="17964"/>
                </a:lnTo>
                <a:lnTo>
                  <a:pt x="212943" y="4644"/>
                </a:lnTo>
                <a:lnTo>
                  <a:pt x="266700" y="0"/>
                </a:lnTo>
                <a:lnTo>
                  <a:pt x="320456" y="4644"/>
                </a:lnTo>
                <a:lnTo>
                  <a:pt x="370522" y="17964"/>
                </a:lnTo>
                <a:lnTo>
                  <a:pt x="415825" y="39041"/>
                </a:lnTo>
                <a:lnTo>
                  <a:pt x="455295" y="66955"/>
                </a:lnTo>
                <a:lnTo>
                  <a:pt x="487858" y="100788"/>
                </a:lnTo>
                <a:lnTo>
                  <a:pt x="512445" y="139619"/>
                </a:lnTo>
                <a:lnTo>
                  <a:pt x="527982" y="182529"/>
                </a:lnTo>
                <a:lnTo>
                  <a:pt x="533400" y="228600"/>
                </a:lnTo>
                <a:lnTo>
                  <a:pt x="527982" y="274670"/>
                </a:lnTo>
                <a:lnTo>
                  <a:pt x="512445" y="317580"/>
                </a:lnTo>
                <a:lnTo>
                  <a:pt x="487858" y="356411"/>
                </a:lnTo>
                <a:lnTo>
                  <a:pt x="455295" y="390244"/>
                </a:lnTo>
                <a:lnTo>
                  <a:pt x="415825" y="418158"/>
                </a:lnTo>
                <a:lnTo>
                  <a:pt x="370522" y="439235"/>
                </a:lnTo>
                <a:lnTo>
                  <a:pt x="320456" y="452555"/>
                </a:lnTo>
                <a:lnTo>
                  <a:pt x="266700" y="457200"/>
                </a:lnTo>
                <a:lnTo>
                  <a:pt x="212943" y="452555"/>
                </a:lnTo>
                <a:lnTo>
                  <a:pt x="162877" y="439235"/>
                </a:lnTo>
                <a:lnTo>
                  <a:pt x="117574" y="418158"/>
                </a:lnTo>
                <a:lnTo>
                  <a:pt x="78104" y="390244"/>
                </a:lnTo>
                <a:lnTo>
                  <a:pt x="45541" y="356411"/>
                </a:lnTo>
                <a:lnTo>
                  <a:pt x="20954" y="317580"/>
                </a:lnTo>
                <a:lnTo>
                  <a:pt x="5417" y="274670"/>
                </a:lnTo>
                <a:lnTo>
                  <a:pt x="0" y="22860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1304" y="3264544"/>
            <a:ext cx="7978140" cy="35496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Super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groupings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entity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cannot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exist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database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merely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Sub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grouping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super</a:t>
            </a:r>
            <a:r>
              <a:rPr sz="1600" spc="-10" dirty="0">
                <a:latin typeface="Calibri"/>
                <a:cs typeface="Calibri"/>
              </a:rPr>
              <a:t> class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More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specific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version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Inherits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properties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attributes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class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Super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Relationship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spc="-10" dirty="0">
                <a:latin typeface="Calibri"/>
                <a:cs typeface="Calibri"/>
              </a:rPr>
              <a:t>Relationship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 super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sub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class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called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Superclass/Subclass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relationship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ts val="1530"/>
              </a:lnSpc>
              <a:spcBef>
                <a:spcPts val="30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Shown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encircled</a:t>
            </a:r>
            <a:endParaRPr sz="1600">
              <a:latin typeface="Calibri"/>
              <a:cs typeface="Calibri"/>
            </a:endParaRPr>
          </a:p>
          <a:p>
            <a:pPr marL="2722245">
              <a:lnSpc>
                <a:spcPts val="1770"/>
              </a:lnSpc>
            </a:pPr>
            <a:r>
              <a:rPr sz="1800" spc="-50" dirty="0">
                <a:latin typeface="Calibri"/>
                <a:cs typeface="Calibri"/>
              </a:rPr>
              <a:t>d</a:t>
            </a:r>
            <a:endParaRPr sz="18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1170"/>
              </a:spcBef>
              <a:buFont typeface="Arial MT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Leads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concept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Inheritance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14" y="2784728"/>
            <a:ext cx="31102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40" dirty="0">
                <a:latin typeface="Calibri Light"/>
                <a:cs typeface="Calibri Light"/>
              </a:rPr>
              <a:t>Inheritance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25439" y="316763"/>
            <a:ext cx="5776595" cy="92201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Inheritance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697230" algn="l"/>
                <a:tab pos="2469515" algn="l"/>
                <a:tab pos="4248150" algn="l"/>
              </a:tabLst>
            </a:pP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concept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associated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82892" y="1149190"/>
            <a:ext cx="5320030" cy="25203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265"/>
              </a:spcBef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subclass</a:t>
            </a:r>
            <a:endParaRPr sz="28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Type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	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poses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relationship 	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participates</a:t>
            </a:r>
            <a:endParaRPr sz="2800">
              <a:latin typeface="Calibri"/>
              <a:cs typeface="Calibri"/>
            </a:endParaRPr>
          </a:p>
          <a:p>
            <a:pPr marL="240029" marR="7620" indent="-227329" algn="just">
              <a:lnSpc>
                <a:spcPts val="3020"/>
              </a:lnSpc>
              <a:spcBef>
                <a:spcPts val="54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subclass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represent</a:t>
            </a:r>
            <a:r>
              <a:rPr sz="2800" spc="3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entity 	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upper</a:t>
            </a:r>
            <a:r>
              <a:rPr sz="2800" spc="5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poses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2892" y="3602228"/>
            <a:ext cx="5320030" cy="288417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algn="just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value</a:t>
            </a:r>
            <a:r>
              <a:rPr sz="2800" spc="52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5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specific</a:t>
            </a:r>
            <a:r>
              <a:rPr sz="2800" spc="5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attribute</a:t>
            </a:r>
            <a:r>
              <a:rPr sz="2800" spc="53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as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  <a:p>
            <a:pPr marL="240029" marR="10160" indent="-227329" algn="just">
              <a:lnSpc>
                <a:spcPts val="3020"/>
              </a:lnSpc>
              <a:spcBef>
                <a:spcPts val="50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5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represents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relationships 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participates</a:t>
            </a:r>
            <a:endParaRPr sz="28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3020"/>
              </a:lnSpc>
              <a:spcBef>
                <a:spcPts val="51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4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4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44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subclass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inhabits</a:t>
            </a:r>
            <a:r>
              <a:rPr sz="2800" spc="6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6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attributes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entity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member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super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class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14" y="2134946"/>
            <a:ext cx="3651885" cy="216027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 marR="5080">
              <a:lnSpc>
                <a:spcPts val="5400"/>
              </a:lnSpc>
              <a:spcBef>
                <a:spcPts val="785"/>
              </a:spcBef>
            </a:pPr>
            <a:r>
              <a:rPr sz="5000" spc="-10" dirty="0">
                <a:latin typeface="Calibri Light"/>
                <a:cs typeface="Calibri Light"/>
              </a:rPr>
              <a:t>Specialization </a:t>
            </a:r>
            <a:r>
              <a:rPr sz="5000" spc="-25" dirty="0">
                <a:latin typeface="Calibri Light"/>
                <a:cs typeface="Calibri Light"/>
              </a:rPr>
              <a:t>And </a:t>
            </a:r>
            <a:r>
              <a:rPr sz="5000" spc="-60" dirty="0">
                <a:latin typeface="Calibri Light"/>
                <a:cs typeface="Calibri Light"/>
              </a:rPr>
              <a:t>Generalization</a:t>
            </a:r>
            <a:endParaRPr sz="50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8038" y="216283"/>
            <a:ext cx="6264275" cy="75501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Specialization</a:t>
            </a:r>
            <a:endParaRPr sz="220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697865" algn="l"/>
                <a:tab pos="1303020" algn="l"/>
                <a:tab pos="2143125" algn="l"/>
                <a:tab pos="3406775" algn="l"/>
                <a:tab pos="3839845" algn="l"/>
                <a:tab pos="5314950" algn="l"/>
              </a:tabLst>
            </a:pPr>
            <a:r>
              <a:rPr sz="2200" spc="-25" dirty="0">
                <a:latin typeface="Calibri"/>
                <a:cs typeface="Calibri"/>
              </a:rPr>
              <a:t>Top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down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approach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superclass/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subclass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95238" y="881532"/>
            <a:ext cx="5805805" cy="142494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340"/>
              </a:spcBef>
            </a:pPr>
            <a:r>
              <a:rPr sz="2200" spc="-10" dirty="0">
                <a:latin typeface="Calibri"/>
                <a:cs typeface="Calibri"/>
              </a:rPr>
              <a:t>relationship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ts val="238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Process</a:t>
            </a:r>
            <a:r>
              <a:rPr sz="2200" spc="4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defining</a:t>
            </a:r>
            <a:r>
              <a:rPr sz="2200" spc="4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set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4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59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entity </a:t>
            </a:r>
            <a:r>
              <a:rPr sz="2200" dirty="0">
                <a:latin typeface="Calibri"/>
                <a:cs typeface="Calibri"/>
              </a:rPr>
              <a:t>type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specialization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Set</a:t>
            </a:r>
            <a:r>
              <a:rPr sz="2200" spc="3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subclasses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3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forms</a:t>
            </a:r>
            <a:r>
              <a:rPr sz="2200" spc="3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3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specialization</a:t>
            </a:r>
            <a:r>
              <a:rPr sz="2200" spc="38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3838" y="2248026"/>
            <a:ext cx="55822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049020" algn="l"/>
                <a:tab pos="1518285" algn="l"/>
                <a:tab pos="2070100" algn="l"/>
                <a:tab pos="2806065" algn="l"/>
                <a:tab pos="3213100" algn="l"/>
                <a:tab pos="4007485" algn="l"/>
              </a:tabLst>
            </a:pPr>
            <a:r>
              <a:rPr sz="2200" spc="-10" dirty="0">
                <a:latin typeface="Calibri"/>
                <a:cs typeface="Calibri"/>
              </a:rPr>
              <a:t>defined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on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basis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0" dirty="0">
                <a:latin typeface="Calibri"/>
                <a:cs typeface="Calibri"/>
              </a:rPr>
              <a:t>some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distinguishing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23838" y="2549779"/>
            <a:ext cx="413067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Calibri"/>
                <a:cs typeface="Calibri"/>
              </a:rPr>
              <a:t>characteristic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entity in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super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class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095238" y="2914014"/>
            <a:ext cx="2409825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  <a:tab pos="1068705" algn="l"/>
                <a:tab pos="1845945" algn="l"/>
              </a:tabLst>
            </a:pPr>
            <a:r>
              <a:rPr sz="2200" spc="-20" dirty="0">
                <a:latin typeface="Calibri"/>
                <a:cs typeface="Calibri"/>
              </a:rPr>
              <a:t>E.g.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Set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spc="-10" dirty="0">
                <a:latin typeface="Calibri"/>
                <a:cs typeface="Calibri"/>
              </a:rPr>
              <a:t>Current_Account) </a:t>
            </a:r>
            <a:r>
              <a:rPr sz="2200" dirty="0">
                <a:latin typeface="Calibri"/>
                <a:cs typeface="Calibri"/>
              </a:rPr>
              <a:t>superclass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Account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9611" y="2914014"/>
            <a:ext cx="3322954" cy="66230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39395" marR="5080" indent="-227329">
              <a:lnSpc>
                <a:spcPts val="2380"/>
              </a:lnSpc>
              <a:spcBef>
                <a:spcPts val="390"/>
              </a:spcBef>
              <a:tabLst>
                <a:tab pos="1077595" algn="l"/>
                <a:tab pos="1367155" algn="l"/>
                <a:tab pos="3075940" algn="l"/>
              </a:tabLst>
            </a:pPr>
            <a:r>
              <a:rPr sz="2200" spc="-10" dirty="0">
                <a:latin typeface="Calibri"/>
                <a:cs typeface="Calibri"/>
              </a:rPr>
              <a:t>subclass</a:t>
            </a:r>
            <a:r>
              <a:rPr sz="2200" dirty="0">
                <a:latin typeface="Calibri"/>
                <a:cs typeface="Calibri"/>
              </a:rPr>
              <a:t>		</a:t>
            </a:r>
            <a:r>
              <a:rPr sz="2200" spc="-10" dirty="0">
                <a:latin typeface="Calibri"/>
                <a:cs typeface="Calibri"/>
              </a:rPr>
              <a:t>(Saving_Account, </a:t>
            </a:r>
            <a:r>
              <a:rPr sz="2200" spc="-25" dirty="0">
                <a:latin typeface="Calibri"/>
                <a:cs typeface="Calibri"/>
              </a:rPr>
              <a:t>are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10" dirty="0">
                <a:latin typeface="Calibri"/>
                <a:cs typeface="Calibri"/>
              </a:rPr>
              <a:t>specialization</a:t>
            </a:r>
            <a:r>
              <a:rPr sz="2200" dirty="0">
                <a:latin typeface="Calibri"/>
                <a:cs typeface="Calibri"/>
              </a:rPr>
              <a:t>	</a:t>
            </a:r>
            <a:r>
              <a:rPr sz="2200" spc="-25" dirty="0">
                <a:latin typeface="Calibri"/>
                <a:cs typeface="Calibri"/>
              </a:rPr>
              <a:t>of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95238" y="3883533"/>
            <a:ext cx="5807075" cy="9639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241300" marR="5080" indent="-228600" algn="just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defined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specialization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attached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lines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circle</a:t>
            </a:r>
            <a:r>
              <a:rPr sz="2200" spc="229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which</a:t>
            </a:r>
            <a:r>
              <a:rPr sz="2200" spc="2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connected</a:t>
            </a:r>
            <a:r>
              <a:rPr sz="2200" spc="2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2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super class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95238" y="4852797"/>
            <a:ext cx="5810250" cy="1630045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241300" marR="8255" indent="-228600" algn="just">
              <a:lnSpc>
                <a:spcPct val="900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Subset</a:t>
            </a:r>
            <a:r>
              <a:rPr sz="2200" spc="37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symbol</a:t>
            </a:r>
            <a:r>
              <a:rPr sz="2200" spc="37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on</a:t>
            </a:r>
            <a:r>
              <a:rPr sz="2200" spc="37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37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line</a:t>
            </a:r>
            <a:r>
              <a:rPr sz="2200" spc="36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connecting</a:t>
            </a:r>
            <a:r>
              <a:rPr sz="2200" spc="370" dirty="0">
                <a:latin typeface="Calibri"/>
                <a:cs typeface="Calibri"/>
              </a:rPr>
              <a:t> 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circle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indicates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direction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super </a:t>
            </a:r>
            <a:r>
              <a:rPr sz="2200" dirty="0">
                <a:latin typeface="Calibri"/>
                <a:cs typeface="Calibri"/>
              </a:rPr>
              <a:t>class/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relationship</a:t>
            </a:r>
            <a:endParaRPr sz="2200">
              <a:latin typeface="Calibri"/>
              <a:cs typeface="Calibri"/>
            </a:endParaRPr>
          </a:p>
          <a:p>
            <a:pPr marL="241300" marR="5080" indent="-228600" algn="just">
              <a:lnSpc>
                <a:spcPts val="238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sz="2200" dirty="0">
                <a:latin typeface="Calibri"/>
                <a:cs typeface="Calibri"/>
              </a:rPr>
              <a:t>An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attribute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applied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only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entities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particular </a:t>
            </a:r>
            <a:r>
              <a:rPr sz="2200" dirty="0">
                <a:latin typeface="Calibri"/>
                <a:cs typeface="Calibri"/>
              </a:rPr>
              <a:t>subclass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specific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attribute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55" dirty="0"/>
              <a:t>Generalization</a:t>
            </a:r>
            <a:endParaRPr sz="5400"/>
          </a:p>
        </p:txBody>
      </p:sp>
      <p:grpSp>
        <p:nvGrpSpPr>
          <p:cNvPr id="3" name="object 3"/>
          <p:cNvGrpSpPr/>
          <p:nvPr/>
        </p:nvGrpSpPr>
        <p:grpSpPr>
          <a:xfrm>
            <a:off x="344424" y="1831848"/>
            <a:ext cx="11407140" cy="661670"/>
            <a:chOff x="344424" y="1831848"/>
            <a:chExt cx="11407140" cy="661670"/>
          </a:xfrm>
        </p:grpSpPr>
        <p:sp>
          <p:nvSpPr>
            <p:cNvPr id="4" name="object 4"/>
            <p:cNvSpPr/>
            <p:nvPr/>
          </p:nvSpPr>
          <p:spPr>
            <a:xfrm>
              <a:off x="344424" y="1831848"/>
              <a:ext cx="11407140" cy="661670"/>
            </a:xfrm>
            <a:custGeom>
              <a:avLst/>
              <a:gdLst/>
              <a:ahLst/>
              <a:cxnLst/>
              <a:rect l="l" t="t" r="r" b="b"/>
              <a:pathLst>
                <a:path w="11407140" h="661669">
                  <a:moveTo>
                    <a:pt x="11340973" y="0"/>
                  </a:moveTo>
                  <a:lnTo>
                    <a:pt x="66141" y="0"/>
                  </a:lnTo>
                  <a:lnTo>
                    <a:pt x="40397" y="5195"/>
                  </a:lnTo>
                  <a:lnTo>
                    <a:pt x="19373" y="19367"/>
                  </a:lnTo>
                  <a:lnTo>
                    <a:pt x="5198" y="40397"/>
                  </a:lnTo>
                  <a:lnTo>
                    <a:pt x="0" y="66166"/>
                  </a:lnTo>
                  <a:lnTo>
                    <a:pt x="0" y="595249"/>
                  </a:lnTo>
                  <a:lnTo>
                    <a:pt x="5198" y="621018"/>
                  </a:lnTo>
                  <a:lnTo>
                    <a:pt x="19373" y="642048"/>
                  </a:lnTo>
                  <a:lnTo>
                    <a:pt x="40397" y="656220"/>
                  </a:lnTo>
                  <a:lnTo>
                    <a:pt x="66141" y="661415"/>
                  </a:lnTo>
                  <a:lnTo>
                    <a:pt x="11340973" y="661415"/>
                  </a:lnTo>
                  <a:lnTo>
                    <a:pt x="11366742" y="656220"/>
                  </a:lnTo>
                  <a:lnTo>
                    <a:pt x="11387772" y="642048"/>
                  </a:lnTo>
                  <a:lnTo>
                    <a:pt x="11401944" y="621018"/>
                  </a:lnTo>
                  <a:lnTo>
                    <a:pt x="11407140" y="595249"/>
                  </a:lnTo>
                  <a:lnTo>
                    <a:pt x="11407140" y="66166"/>
                  </a:lnTo>
                  <a:lnTo>
                    <a:pt x="11401944" y="40397"/>
                  </a:lnTo>
                  <a:lnTo>
                    <a:pt x="11387772" y="19367"/>
                  </a:lnTo>
                  <a:lnTo>
                    <a:pt x="11366742" y="5195"/>
                  </a:lnTo>
                  <a:lnTo>
                    <a:pt x="1134097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4541" y="2035206"/>
              <a:ext cx="142253" cy="1160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6774" y="2173762"/>
              <a:ext cx="142253" cy="11603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344424" y="2735579"/>
            <a:ext cx="11407140" cy="661670"/>
            <a:chOff x="344424" y="2735579"/>
            <a:chExt cx="11407140" cy="661670"/>
          </a:xfrm>
        </p:grpSpPr>
        <p:sp>
          <p:nvSpPr>
            <p:cNvPr id="8" name="object 8"/>
            <p:cNvSpPr/>
            <p:nvPr/>
          </p:nvSpPr>
          <p:spPr>
            <a:xfrm>
              <a:off x="344424" y="2735579"/>
              <a:ext cx="11407140" cy="661670"/>
            </a:xfrm>
            <a:custGeom>
              <a:avLst/>
              <a:gdLst/>
              <a:ahLst/>
              <a:cxnLst/>
              <a:rect l="l" t="t" r="r" b="b"/>
              <a:pathLst>
                <a:path w="11407140" h="661670">
                  <a:moveTo>
                    <a:pt x="11340973" y="0"/>
                  </a:moveTo>
                  <a:lnTo>
                    <a:pt x="66141" y="0"/>
                  </a:lnTo>
                  <a:lnTo>
                    <a:pt x="40397" y="5195"/>
                  </a:lnTo>
                  <a:lnTo>
                    <a:pt x="19373" y="19367"/>
                  </a:lnTo>
                  <a:lnTo>
                    <a:pt x="5198" y="40397"/>
                  </a:lnTo>
                  <a:lnTo>
                    <a:pt x="0" y="66167"/>
                  </a:lnTo>
                  <a:lnTo>
                    <a:pt x="0" y="595249"/>
                  </a:lnTo>
                  <a:lnTo>
                    <a:pt x="5198" y="621018"/>
                  </a:lnTo>
                  <a:lnTo>
                    <a:pt x="19373" y="642048"/>
                  </a:lnTo>
                  <a:lnTo>
                    <a:pt x="40397" y="656220"/>
                  </a:lnTo>
                  <a:lnTo>
                    <a:pt x="66141" y="661416"/>
                  </a:lnTo>
                  <a:lnTo>
                    <a:pt x="11340973" y="661416"/>
                  </a:lnTo>
                  <a:lnTo>
                    <a:pt x="11366742" y="656220"/>
                  </a:lnTo>
                  <a:lnTo>
                    <a:pt x="11387772" y="642048"/>
                  </a:lnTo>
                  <a:lnTo>
                    <a:pt x="11401944" y="621018"/>
                  </a:lnTo>
                  <a:lnTo>
                    <a:pt x="11407140" y="595249"/>
                  </a:lnTo>
                  <a:lnTo>
                    <a:pt x="11407140" y="66167"/>
                  </a:lnTo>
                  <a:lnTo>
                    <a:pt x="11401944" y="40397"/>
                  </a:lnTo>
                  <a:lnTo>
                    <a:pt x="11387772" y="19367"/>
                  </a:lnTo>
                  <a:lnTo>
                    <a:pt x="11366742" y="5195"/>
                  </a:lnTo>
                  <a:lnTo>
                    <a:pt x="11340973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53477" y="2946637"/>
              <a:ext cx="346710" cy="242570"/>
            </a:xfrm>
            <a:custGeom>
              <a:avLst/>
              <a:gdLst/>
              <a:ahLst/>
              <a:cxnLst/>
              <a:rect l="l" t="t" r="r" b="b"/>
              <a:pathLst>
                <a:path w="346709" h="242569">
                  <a:moveTo>
                    <a:pt x="316229" y="0"/>
                  </a:moveTo>
                  <a:lnTo>
                    <a:pt x="124165" y="180902"/>
                  </a:lnTo>
                  <a:lnTo>
                    <a:pt x="31885" y="86713"/>
                  </a:lnTo>
                  <a:lnTo>
                    <a:pt x="0" y="116988"/>
                  </a:lnTo>
                  <a:lnTo>
                    <a:pt x="122665" y="242573"/>
                  </a:lnTo>
                  <a:lnTo>
                    <a:pt x="154926" y="212672"/>
                  </a:lnTo>
                  <a:lnTo>
                    <a:pt x="346614" y="31396"/>
                  </a:lnTo>
                  <a:lnTo>
                    <a:pt x="3162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344424" y="3639311"/>
            <a:ext cx="11407140" cy="661670"/>
            <a:chOff x="344424" y="3639311"/>
            <a:chExt cx="11407140" cy="661670"/>
          </a:xfrm>
        </p:grpSpPr>
        <p:sp>
          <p:nvSpPr>
            <p:cNvPr id="11" name="object 11"/>
            <p:cNvSpPr/>
            <p:nvPr/>
          </p:nvSpPr>
          <p:spPr>
            <a:xfrm>
              <a:off x="344424" y="3639311"/>
              <a:ext cx="11407140" cy="661670"/>
            </a:xfrm>
            <a:custGeom>
              <a:avLst/>
              <a:gdLst/>
              <a:ahLst/>
              <a:cxnLst/>
              <a:rect l="l" t="t" r="r" b="b"/>
              <a:pathLst>
                <a:path w="11407140" h="661670">
                  <a:moveTo>
                    <a:pt x="11340973" y="0"/>
                  </a:moveTo>
                  <a:lnTo>
                    <a:pt x="66141" y="0"/>
                  </a:lnTo>
                  <a:lnTo>
                    <a:pt x="40397" y="5195"/>
                  </a:lnTo>
                  <a:lnTo>
                    <a:pt x="19373" y="19367"/>
                  </a:lnTo>
                  <a:lnTo>
                    <a:pt x="5198" y="40397"/>
                  </a:lnTo>
                  <a:lnTo>
                    <a:pt x="0" y="66167"/>
                  </a:lnTo>
                  <a:lnTo>
                    <a:pt x="0" y="595249"/>
                  </a:lnTo>
                  <a:lnTo>
                    <a:pt x="5198" y="621018"/>
                  </a:lnTo>
                  <a:lnTo>
                    <a:pt x="19373" y="642048"/>
                  </a:lnTo>
                  <a:lnTo>
                    <a:pt x="40397" y="656220"/>
                  </a:lnTo>
                  <a:lnTo>
                    <a:pt x="66141" y="661415"/>
                  </a:lnTo>
                  <a:lnTo>
                    <a:pt x="11340973" y="661415"/>
                  </a:lnTo>
                  <a:lnTo>
                    <a:pt x="11366742" y="656220"/>
                  </a:lnTo>
                  <a:lnTo>
                    <a:pt x="11387772" y="642048"/>
                  </a:lnTo>
                  <a:lnTo>
                    <a:pt x="11401944" y="621018"/>
                  </a:lnTo>
                  <a:lnTo>
                    <a:pt x="11407140" y="595249"/>
                  </a:lnTo>
                  <a:lnTo>
                    <a:pt x="11407140" y="66167"/>
                  </a:lnTo>
                  <a:lnTo>
                    <a:pt x="11401944" y="40397"/>
                  </a:lnTo>
                  <a:lnTo>
                    <a:pt x="11387772" y="19367"/>
                  </a:lnTo>
                  <a:lnTo>
                    <a:pt x="11366742" y="5195"/>
                  </a:lnTo>
                  <a:lnTo>
                    <a:pt x="11340973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232" y="3819481"/>
              <a:ext cx="315103" cy="304017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44424" y="4544567"/>
            <a:ext cx="11407140" cy="660400"/>
            <a:chOff x="344424" y="4544567"/>
            <a:chExt cx="11407140" cy="660400"/>
          </a:xfrm>
        </p:grpSpPr>
        <p:sp>
          <p:nvSpPr>
            <p:cNvPr id="14" name="object 14"/>
            <p:cNvSpPr/>
            <p:nvPr/>
          </p:nvSpPr>
          <p:spPr>
            <a:xfrm>
              <a:off x="344424" y="4544567"/>
              <a:ext cx="11407140" cy="660400"/>
            </a:xfrm>
            <a:custGeom>
              <a:avLst/>
              <a:gdLst/>
              <a:ahLst/>
              <a:cxnLst/>
              <a:rect l="l" t="t" r="r" b="b"/>
              <a:pathLst>
                <a:path w="11407140" h="660400">
                  <a:moveTo>
                    <a:pt x="11341100" y="0"/>
                  </a:moveTo>
                  <a:lnTo>
                    <a:pt x="65989" y="0"/>
                  </a:lnTo>
                  <a:lnTo>
                    <a:pt x="40301" y="5193"/>
                  </a:lnTo>
                  <a:lnTo>
                    <a:pt x="19326" y="19351"/>
                  </a:lnTo>
                  <a:lnTo>
                    <a:pt x="5185" y="40344"/>
                  </a:lnTo>
                  <a:lnTo>
                    <a:pt x="0" y="66039"/>
                  </a:lnTo>
                  <a:lnTo>
                    <a:pt x="0" y="593851"/>
                  </a:lnTo>
                  <a:lnTo>
                    <a:pt x="5185" y="619547"/>
                  </a:lnTo>
                  <a:lnTo>
                    <a:pt x="19326" y="640540"/>
                  </a:lnTo>
                  <a:lnTo>
                    <a:pt x="40301" y="654698"/>
                  </a:lnTo>
                  <a:lnTo>
                    <a:pt x="65989" y="659891"/>
                  </a:lnTo>
                  <a:lnTo>
                    <a:pt x="11341100" y="659891"/>
                  </a:lnTo>
                  <a:lnTo>
                    <a:pt x="11366795" y="654698"/>
                  </a:lnTo>
                  <a:lnTo>
                    <a:pt x="11387788" y="640540"/>
                  </a:lnTo>
                  <a:lnTo>
                    <a:pt x="11401946" y="619547"/>
                  </a:lnTo>
                  <a:lnTo>
                    <a:pt x="11407140" y="593851"/>
                  </a:lnTo>
                  <a:lnTo>
                    <a:pt x="11407140" y="66039"/>
                  </a:lnTo>
                  <a:lnTo>
                    <a:pt x="11401946" y="40344"/>
                  </a:lnTo>
                  <a:lnTo>
                    <a:pt x="11387788" y="19351"/>
                  </a:lnTo>
                  <a:lnTo>
                    <a:pt x="11366795" y="5193"/>
                  </a:lnTo>
                  <a:lnTo>
                    <a:pt x="113411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69232" y="4770358"/>
              <a:ext cx="315595" cy="210185"/>
            </a:xfrm>
            <a:custGeom>
              <a:avLst/>
              <a:gdLst/>
              <a:ahLst/>
              <a:cxnLst/>
              <a:rect l="l" t="t" r="r" b="b"/>
              <a:pathLst>
                <a:path w="315594" h="210185">
                  <a:moveTo>
                    <a:pt x="179279" y="0"/>
                  </a:moveTo>
                  <a:lnTo>
                    <a:pt x="171806" y="146"/>
                  </a:lnTo>
                  <a:lnTo>
                    <a:pt x="66771" y="23792"/>
                  </a:lnTo>
                  <a:lnTo>
                    <a:pt x="63020" y="26044"/>
                  </a:lnTo>
                  <a:lnTo>
                    <a:pt x="28134" y="71083"/>
                  </a:lnTo>
                  <a:lnTo>
                    <a:pt x="0" y="71083"/>
                  </a:lnTo>
                  <a:lnTo>
                    <a:pt x="0" y="179929"/>
                  </a:lnTo>
                  <a:lnTo>
                    <a:pt x="18756" y="179929"/>
                  </a:lnTo>
                  <a:lnTo>
                    <a:pt x="35232" y="184621"/>
                  </a:lnTo>
                  <a:lnTo>
                    <a:pt x="49281" y="194942"/>
                  </a:lnTo>
                  <a:lnTo>
                    <a:pt x="67762" y="205264"/>
                  </a:lnTo>
                  <a:lnTo>
                    <a:pt x="97532" y="209956"/>
                  </a:lnTo>
                  <a:lnTo>
                    <a:pt x="165054" y="209956"/>
                  </a:lnTo>
                  <a:lnTo>
                    <a:pt x="173793" y="208179"/>
                  </a:lnTo>
                  <a:lnTo>
                    <a:pt x="180950" y="203340"/>
                  </a:lnTo>
                  <a:lnTo>
                    <a:pt x="185785" y="196180"/>
                  </a:lnTo>
                  <a:lnTo>
                    <a:pt x="187561" y="187436"/>
                  </a:lnTo>
                  <a:lnTo>
                    <a:pt x="187561" y="181430"/>
                  </a:lnTo>
                  <a:lnTo>
                    <a:pt x="185311" y="176176"/>
                  </a:lnTo>
                  <a:lnTo>
                    <a:pt x="181559" y="172423"/>
                  </a:lnTo>
                  <a:lnTo>
                    <a:pt x="183810" y="172423"/>
                  </a:lnTo>
                  <a:lnTo>
                    <a:pt x="192549" y="170646"/>
                  </a:lnTo>
                  <a:lnTo>
                    <a:pt x="199706" y="165807"/>
                  </a:lnTo>
                  <a:lnTo>
                    <a:pt x="204541" y="158647"/>
                  </a:lnTo>
                  <a:lnTo>
                    <a:pt x="206317" y="149903"/>
                  </a:lnTo>
                  <a:lnTo>
                    <a:pt x="206317" y="143897"/>
                  </a:lnTo>
                  <a:lnTo>
                    <a:pt x="204067" y="138268"/>
                  </a:lnTo>
                  <a:lnTo>
                    <a:pt x="199940" y="134139"/>
                  </a:lnTo>
                  <a:lnTo>
                    <a:pt x="206968" y="131265"/>
                  </a:lnTo>
                  <a:lnTo>
                    <a:pt x="212554" y="126351"/>
                  </a:lnTo>
                  <a:lnTo>
                    <a:pt x="216241" y="119888"/>
                  </a:lnTo>
                  <a:lnTo>
                    <a:pt x="217571" y="112370"/>
                  </a:lnTo>
                  <a:lnTo>
                    <a:pt x="215795" y="103626"/>
                  </a:lnTo>
                  <a:lnTo>
                    <a:pt x="210960" y="96465"/>
                  </a:lnTo>
                  <a:lnTo>
                    <a:pt x="203803" y="91627"/>
                  </a:lnTo>
                  <a:lnTo>
                    <a:pt x="195064" y="89850"/>
                  </a:lnTo>
                  <a:lnTo>
                    <a:pt x="296347" y="89850"/>
                  </a:lnTo>
                  <a:lnTo>
                    <a:pt x="303709" y="88396"/>
                  </a:lnTo>
                  <a:lnTo>
                    <a:pt x="309664" y="84408"/>
                  </a:lnTo>
                  <a:lnTo>
                    <a:pt x="313650" y="78449"/>
                  </a:lnTo>
                  <a:lnTo>
                    <a:pt x="315103" y="71083"/>
                  </a:lnTo>
                  <a:lnTo>
                    <a:pt x="313650" y="63718"/>
                  </a:lnTo>
                  <a:lnTo>
                    <a:pt x="309664" y="57759"/>
                  </a:lnTo>
                  <a:lnTo>
                    <a:pt x="303709" y="53771"/>
                  </a:lnTo>
                  <a:lnTo>
                    <a:pt x="296347" y="52317"/>
                  </a:lnTo>
                  <a:lnTo>
                    <a:pt x="110661" y="52317"/>
                  </a:lnTo>
                  <a:lnTo>
                    <a:pt x="180059" y="36928"/>
                  </a:lnTo>
                  <a:lnTo>
                    <a:pt x="186875" y="33885"/>
                  </a:lnTo>
                  <a:lnTo>
                    <a:pt x="191828" y="28624"/>
                  </a:lnTo>
                  <a:lnTo>
                    <a:pt x="194460" y="21886"/>
                  </a:lnTo>
                  <a:lnTo>
                    <a:pt x="194313" y="14409"/>
                  </a:lnTo>
                  <a:lnTo>
                    <a:pt x="191271" y="7588"/>
                  </a:lnTo>
                  <a:lnTo>
                    <a:pt x="186014" y="2633"/>
                  </a:lnTo>
                  <a:lnTo>
                    <a:pt x="179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44424" y="5448300"/>
            <a:ext cx="11407140" cy="661670"/>
            <a:chOff x="344424" y="5448300"/>
            <a:chExt cx="11407140" cy="661670"/>
          </a:xfrm>
        </p:grpSpPr>
        <p:sp>
          <p:nvSpPr>
            <p:cNvPr id="17" name="object 17"/>
            <p:cNvSpPr/>
            <p:nvPr/>
          </p:nvSpPr>
          <p:spPr>
            <a:xfrm>
              <a:off x="344424" y="5448300"/>
              <a:ext cx="11407140" cy="661670"/>
            </a:xfrm>
            <a:custGeom>
              <a:avLst/>
              <a:gdLst/>
              <a:ahLst/>
              <a:cxnLst/>
              <a:rect l="l" t="t" r="r" b="b"/>
              <a:pathLst>
                <a:path w="11407140" h="661670">
                  <a:moveTo>
                    <a:pt x="11340973" y="0"/>
                  </a:moveTo>
                  <a:lnTo>
                    <a:pt x="66141" y="0"/>
                  </a:lnTo>
                  <a:lnTo>
                    <a:pt x="40397" y="5195"/>
                  </a:lnTo>
                  <a:lnTo>
                    <a:pt x="19373" y="19367"/>
                  </a:lnTo>
                  <a:lnTo>
                    <a:pt x="5198" y="40397"/>
                  </a:lnTo>
                  <a:lnTo>
                    <a:pt x="0" y="66166"/>
                  </a:lnTo>
                  <a:lnTo>
                    <a:pt x="0" y="595274"/>
                  </a:lnTo>
                  <a:lnTo>
                    <a:pt x="5198" y="621018"/>
                  </a:lnTo>
                  <a:lnTo>
                    <a:pt x="19373" y="642042"/>
                  </a:lnTo>
                  <a:lnTo>
                    <a:pt x="40397" y="656217"/>
                  </a:lnTo>
                  <a:lnTo>
                    <a:pt x="66141" y="661416"/>
                  </a:lnTo>
                  <a:lnTo>
                    <a:pt x="11340973" y="661416"/>
                  </a:lnTo>
                  <a:lnTo>
                    <a:pt x="11366742" y="656217"/>
                  </a:lnTo>
                  <a:lnTo>
                    <a:pt x="11387772" y="642042"/>
                  </a:lnTo>
                  <a:lnTo>
                    <a:pt x="11401944" y="621018"/>
                  </a:lnTo>
                  <a:lnTo>
                    <a:pt x="11407140" y="595274"/>
                  </a:lnTo>
                  <a:lnTo>
                    <a:pt x="11407140" y="66166"/>
                  </a:lnTo>
                  <a:lnTo>
                    <a:pt x="11401944" y="40397"/>
                  </a:lnTo>
                  <a:lnTo>
                    <a:pt x="11387772" y="19367"/>
                  </a:lnTo>
                  <a:lnTo>
                    <a:pt x="11366742" y="5195"/>
                  </a:lnTo>
                  <a:lnTo>
                    <a:pt x="11340973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76732" y="5651347"/>
              <a:ext cx="300355" cy="255270"/>
            </a:xfrm>
            <a:custGeom>
              <a:avLst/>
              <a:gdLst/>
              <a:ahLst/>
              <a:cxnLst/>
              <a:rect l="l" t="t" r="r" b="b"/>
              <a:pathLst>
                <a:path w="300355" h="255270">
                  <a:moveTo>
                    <a:pt x="75018" y="202679"/>
                  </a:moveTo>
                  <a:lnTo>
                    <a:pt x="0" y="202679"/>
                  </a:lnTo>
                  <a:lnTo>
                    <a:pt x="0" y="255219"/>
                  </a:lnTo>
                  <a:lnTo>
                    <a:pt x="75018" y="255219"/>
                  </a:lnTo>
                  <a:lnTo>
                    <a:pt x="75018" y="202679"/>
                  </a:lnTo>
                  <a:close/>
                </a:path>
                <a:path w="300355" h="255270">
                  <a:moveTo>
                    <a:pt x="187553" y="202679"/>
                  </a:moveTo>
                  <a:lnTo>
                    <a:pt x="112534" y="202679"/>
                  </a:lnTo>
                  <a:lnTo>
                    <a:pt x="112534" y="255219"/>
                  </a:lnTo>
                  <a:lnTo>
                    <a:pt x="187553" y="255219"/>
                  </a:lnTo>
                  <a:lnTo>
                    <a:pt x="187553" y="202679"/>
                  </a:lnTo>
                  <a:close/>
                </a:path>
                <a:path w="300355" h="255270">
                  <a:moveTo>
                    <a:pt x="187553" y="0"/>
                  </a:moveTo>
                  <a:lnTo>
                    <a:pt x="112534" y="0"/>
                  </a:lnTo>
                  <a:lnTo>
                    <a:pt x="112534" y="52552"/>
                  </a:lnTo>
                  <a:lnTo>
                    <a:pt x="187553" y="52552"/>
                  </a:lnTo>
                  <a:lnTo>
                    <a:pt x="187553" y="0"/>
                  </a:lnTo>
                  <a:close/>
                </a:path>
                <a:path w="300355" h="255270">
                  <a:moveTo>
                    <a:pt x="270090" y="119735"/>
                  </a:moveTo>
                  <a:lnTo>
                    <a:pt x="157543" y="119735"/>
                  </a:lnTo>
                  <a:lnTo>
                    <a:pt x="157543" y="67652"/>
                  </a:lnTo>
                  <a:lnTo>
                    <a:pt x="142544" y="67652"/>
                  </a:lnTo>
                  <a:lnTo>
                    <a:pt x="142544" y="119735"/>
                  </a:lnTo>
                  <a:lnTo>
                    <a:pt x="30010" y="119735"/>
                  </a:lnTo>
                  <a:lnTo>
                    <a:pt x="30010" y="134988"/>
                  </a:lnTo>
                  <a:lnTo>
                    <a:pt x="30010" y="187071"/>
                  </a:lnTo>
                  <a:lnTo>
                    <a:pt x="45008" y="187071"/>
                  </a:lnTo>
                  <a:lnTo>
                    <a:pt x="45008" y="134988"/>
                  </a:lnTo>
                  <a:lnTo>
                    <a:pt x="142544" y="134988"/>
                  </a:lnTo>
                  <a:lnTo>
                    <a:pt x="142544" y="187071"/>
                  </a:lnTo>
                  <a:lnTo>
                    <a:pt x="157543" y="187071"/>
                  </a:lnTo>
                  <a:lnTo>
                    <a:pt x="157543" y="134988"/>
                  </a:lnTo>
                  <a:lnTo>
                    <a:pt x="255079" y="134988"/>
                  </a:lnTo>
                  <a:lnTo>
                    <a:pt x="255079" y="187071"/>
                  </a:lnTo>
                  <a:lnTo>
                    <a:pt x="270090" y="187071"/>
                  </a:lnTo>
                  <a:lnTo>
                    <a:pt x="270090" y="134988"/>
                  </a:lnTo>
                  <a:lnTo>
                    <a:pt x="270090" y="119735"/>
                  </a:lnTo>
                  <a:close/>
                </a:path>
                <a:path w="300355" h="255270">
                  <a:moveTo>
                    <a:pt x="300101" y="202679"/>
                  </a:moveTo>
                  <a:lnTo>
                    <a:pt x="225069" y="202679"/>
                  </a:lnTo>
                  <a:lnTo>
                    <a:pt x="225069" y="255219"/>
                  </a:lnTo>
                  <a:lnTo>
                    <a:pt x="300101" y="255219"/>
                  </a:lnTo>
                  <a:lnTo>
                    <a:pt x="300101" y="2026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386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Reverse</a:t>
            </a:r>
            <a:r>
              <a:rPr spc="-50" dirty="0"/>
              <a:t> </a:t>
            </a:r>
            <a:r>
              <a:rPr dirty="0"/>
              <a:t>process</a:t>
            </a:r>
            <a:r>
              <a:rPr spc="-4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specialization</a:t>
            </a:r>
            <a:r>
              <a:rPr spc="-55" dirty="0"/>
              <a:t> </a:t>
            </a:r>
            <a:r>
              <a:rPr dirty="0"/>
              <a:t>or</a:t>
            </a:r>
            <a:r>
              <a:rPr spc="-45" dirty="0"/>
              <a:t> </a:t>
            </a:r>
            <a:r>
              <a:rPr dirty="0"/>
              <a:t>bottom</a:t>
            </a:r>
            <a:r>
              <a:rPr spc="-60" dirty="0"/>
              <a:t> </a:t>
            </a:r>
            <a:r>
              <a:rPr dirty="0"/>
              <a:t>up</a:t>
            </a:r>
            <a:r>
              <a:rPr spc="-45" dirty="0"/>
              <a:t> </a:t>
            </a:r>
            <a:r>
              <a:rPr dirty="0"/>
              <a:t>approach</a:t>
            </a:r>
            <a:r>
              <a:rPr spc="-7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super</a:t>
            </a:r>
            <a:r>
              <a:rPr spc="-55" dirty="0"/>
              <a:t> </a:t>
            </a:r>
            <a:r>
              <a:rPr dirty="0"/>
              <a:t>class/</a:t>
            </a:r>
            <a:r>
              <a:rPr spc="-55" dirty="0"/>
              <a:t> </a:t>
            </a:r>
            <a:r>
              <a:rPr dirty="0"/>
              <a:t>subclass</a:t>
            </a:r>
            <a:r>
              <a:rPr spc="-55" dirty="0"/>
              <a:t> </a:t>
            </a:r>
            <a:r>
              <a:rPr spc="-10" dirty="0"/>
              <a:t>relationship</a:t>
            </a:r>
          </a:p>
          <a:p>
            <a:pPr marL="431165">
              <a:lnSpc>
                <a:spcPct val="100000"/>
              </a:lnSpc>
              <a:spcBef>
                <a:spcPts val="1019"/>
              </a:spcBef>
            </a:pPr>
            <a:endParaRPr spc="-10" dirty="0"/>
          </a:p>
          <a:p>
            <a:pPr marL="443865" marR="5080">
              <a:lnSpc>
                <a:spcPct val="101499"/>
              </a:lnSpc>
            </a:pPr>
            <a:r>
              <a:rPr spc="-10" dirty="0"/>
              <a:t>Process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which</a:t>
            </a:r>
            <a:r>
              <a:rPr spc="-40" dirty="0"/>
              <a:t> </a:t>
            </a:r>
            <a:r>
              <a:rPr dirty="0"/>
              <a:t>we</a:t>
            </a:r>
            <a:r>
              <a:rPr spc="-45" dirty="0"/>
              <a:t> </a:t>
            </a:r>
            <a:r>
              <a:rPr spc="-20" dirty="0"/>
              <a:t>differentiate</a:t>
            </a:r>
            <a:r>
              <a:rPr spc="-35" dirty="0"/>
              <a:t> </a:t>
            </a:r>
            <a:r>
              <a:rPr dirty="0"/>
              <a:t>among</a:t>
            </a:r>
            <a:r>
              <a:rPr spc="-50" dirty="0"/>
              <a:t> </a:t>
            </a:r>
            <a:r>
              <a:rPr spc="-10" dirty="0"/>
              <a:t>several</a:t>
            </a:r>
            <a:r>
              <a:rPr spc="-30" dirty="0"/>
              <a:t> </a:t>
            </a:r>
            <a:r>
              <a:rPr dirty="0"/>
              <a:t>entity</a:t>
            </a:r>
            <a:r>
              <a:rPr spc="-45" dirty="0"/>
              <a:t> </a:t>
            </a:r>
            <a:r>
              <a:rPr dirty="0"/>
              <a:t>types</a:t>
            </a:r>
            <a:r>
              <a:rPr spc="-65" dirty="0"/>
              <a:t> </a:t>
            </a:r>
            <a:r>
              <a:rPr dirty="0"/>
              <a:t>identifying</a:t>
            </a:r>
            <a:r>
              <a:rPr spc="-50" dirty="0"/>
              <a:t> </a:t>
            </a:r>
            <a:r>
              <a:rPr dirty="0"/>
              <a:t>their</a:t>
            </a:r>
            <a:r>
              <a:rPr spc="-35" dirty="0"/>
              <a:t> </a:t>
            </a:r>
            <a:r>
              <a:rPr dirty="0"/>
              <a:t>common</a:t>
            </a:r>
            <a:r>
              <a:rPr spc="-55" dirty="0"/>
              <a:t> </a:t>
            </a:r>
            <a:r>
              <a:rPr spc="-20" dirty="0"/>
              <a:t>features</a:t>
            </a:r>
            <a:r>
              <a:rPr spc="-50" dirty="0"/>
              <a:t> </a:t>
            </a:r>
            <a:r>
              <a:rPr spc="-25" dirty="0"/>
              <a:t>and </a:t>
            </a:r>
            <a:r>
              <a:rPr spc="-10" dirty="0"/>
              <a:t>generalizing</a:t>
            </a:r>
            <a:r>
              <a:rPr spc="-65" dirty="0"/>
              <a:t> </a:t>
            </a:r>
            <a:r>
              <a:rPr dirty="0"/>
              <a:t>them</a:t>
            </a:r>
            <a:r>
              <a:rPr spc="-50" dirty="0"/>
              <a:t> </a:t>
            </a:r>
            <a:r>
              <a:rPr dirty="0"/>
              <a:t>into</a:t>
            </a:r>
            <a:r>
              <a:rPr spc="-30" dirty="0"/>
              <a:t> </a:t>
            </a:r>
            <a:r>
              <a:rPr dirty="0"/>
              <a:t>single</a:t>
            </a:r>
            <a:r>
              <a:rPr spc="-50" dirty="0"/>
              <a:t> </a:t>
            </a:r>
            <a:r>
              <a:rPr dirty="0"/>
              <a:t>super</a:t>
            </a:r>
            <a:r>
              <a:rPr spc="-45" dirty="0"/>
              <a:t> </a:t>
            </a:r>
            <a:r>
              <a:rPr dirty="0"/>
              <a:t>class</a:t>
            </a:r>
            <a:r>
              <a:rPr spc="-5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dirty="0"/>
              <a:t>which</a:t>
            </a:r>
            <a:r>
              <a:rPr spc="-55" dirty="0"/>
              <a:t> </a:t>
            </a:r>
            <a:r>
              <a:rPr dirty="0"/>
              <a:t>original</a:t>
            </a:r>
            <a:r>
              <a:rPr spc="-35" dirty="0"/>
              <a:t> </a:t>
            </a:r>
            <a:r>
              <a:rPr dirty="0"/>
              <a:t>entity</a:t>
            </a:r>
            <a:r>
              <a:rPr spc="-45" dirty="0"/>
              <a:t> </a:t>
            </a:r>
            <a:r>
              <a:rPr dirty="0"/>
              <a:t>type</a:t>
            </a:r>
            <a:r>
              <a:rPr spc="-60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special</a:t>
            </a:r>
            <a:r>
              <a:rPr spc="-50" dirty="0"/>
              <a:t> </a:t>
            </a:r>
            <a:r>
              <a:rPr spc="-10" dirty="0"/>
              <a:t>subclasses</a:t>
            </a:r>
          </a:p>
          <a:p>
            <a:pPr marL="431165">
              <a:lnSpc>
                <a:spcPct val="100000"/>
              </a:lnSpc>
              <a:spcBef>
                <a:spcPts val="1065"/>
              </a:spcBef>
            </a:pPr>
            <a:endParaRPr spc="-10" dirty="0"/>
          </a:p>
          <a:p>
            <a:pPr marL="443865">
              <a:lnSpc>
                <a:spcPct val="100000"/>
              </a:lnSpc>
            </a:pPr>
            <a:r>
              <a:rPr dirty="0"/>
              <a:t>E.g.</a:t>
            </a:r>
            <a:r>
              <a:rPr spc="-50" dirty="0"/>
              <a:t> </a:t>
            </a:r>
            <a:r>
              <a:rPr dirty="0"/>
              <a:t>Car</a:t>
            </a:r>
            <a:r>
              <a:rPr spc="-35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Bike</a:t>
            </a:r>
            <a:r>
              <a:rPr spc="-45" dirty="0"/>
              <a:t> </a:t>
            </a:r>
            <a:r>
              <a:rPr dirty="0"/>
              <a:t>do</a:t>
            </a:r>
            <a:r>
              <a:rPr spc="-35" dirty="0"/>
              <a:t> </a:t>
            </a:r>
            <a:r>
              <a:rPr dirty="0"/>
              <a:t>have</a:t>
            </a:r>
            <a:r>
              <a:rPr spc="-35" dirty="0"/>
              <a:t> </a:t>
            </a:r>
            <a:r>
              <a:rPr spc="-10" dirty="0"/>
              <a:t>several</a:t>
            </a:r>
            <a:r>
              <a:rPr spc="-35" dirty="0"/>
              <a:t> </a:t>
            </a:r>
            <a:r>
              <a:rPr dirty="0"/>
              <a:t>common</a:t>
            </a:r>
            <a:r>
              <a:rPr spc="-50" dirty="0"/>
              <a:t> </a:t>
            </a:r>
            <a:r>
              <a:rPr spc="-10" dirty="0"/>
              <a:t>attributes</a:t>
            </a:r>
            <a:r>
              <a:rPr spc="-50" dirty="0"/>
              <a:t> </a:t>
            </a:r>
            <a:r>
              <a:rPr dirty="0"/>
              <a:t>that</a:t>
            </a:r>
            <a:r>
              <a:rPr spc="-45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spc="-10" dirty="0"/>
              <a:t>generalized</a:t>
            </a:r>
            <a:r>
              <a:rPr spc="-6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super</a:t>
            </a:r>
            <a:r>
              <a:rPr spc="-50" dirty="0"/>
              <a:t> </a:t>
            </a:r>
            <a:r>
              <a:rPr dirty="0"/>
              <a:t>class</a:t>
            </a:r>
            <a:r>
              <a:rPr spc="-40" dirty="0"/>
              <a:t> </a:t>
            </a:r>
            <a:r>
              <a:rPr spc="-10" dirty="0"/>
              <a:t>vehicle</a:t>
            </a:r>
          </a:p>
          <a:p>
            <a:pPr marL="431165">
              <a:lnSpc>
                <a:spcPct val="100000"/>
              </a:lnSpc>
              <a:spcBef>
                <a:spcPts val="1019"/>
              </a:spcBef>
            </a:pPr>
            <a:endParaRPr spc="-10" dirty="0"/>
          </a:p>
          <a:p>
            <a:pPr marL="443865" marR="92710">
              <a:lnSpc>
                <a:spcPct val="101499"/>
              </a:lnSpc>
              <a:spcBef>
                <a:spcPts val="5"/>
              </a:spcBef>
            </a:pPr>
            <a:r>
              <a:rPr dirty="0"/>
              <a:t>In</a:t>
            </a:r>
            <a:r>
              <a:rPr spc="-55" dirty="0"/>
              <a:t> </a:t>
            </a:r>
            <a:r>
              <a:rPr spc="-10" dirty="0"/>
              <a:t>diagrammatical</a:t>
            </a:r>
            <a:r>
              <a:rPr spc="-75" dirty="0"/>
              <a:t> </a:t>
            </a:r>
            <a:r>
              <a:rPr dirty="0"/>
              <a:t>notation</a:t>
            </a:r>
            <a:r>
              <a:rPr spc="-65" dirty="0"/>
              <a:t> </a:t>
            </a:r>
            <a:r>
              <a:rPr dirty="0"/>
              <a:t>arrow</a:t>
            </a:r>
            <a:r>
              <a:rPr spc="-50" dirty="0"/>
              <a:t> </a:t>
            </a:r>
            <a:r>
              <a:rPr dirty="0"/>
              <a:t>pointing</a:t>
            </a:r>
            <a:r>
              <a:rPr spc="-7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generalized</a:t>
            </a:r>
            <a:r>
              <a:rPr spc="-70" dirty="0"/>
              <a:t> </a:t>
            </a:r>
            <a:r>
              <a:rPr dirty="0"/>
              <a:t>super</a:t>
            </a:r>
            <a:r>
              <a:rPr spc="-65" dirty="0"/>
              <a:t> </a:t>
            </a:r>
            <a:r>
              <a:rPr dirty="0"/>
              <a:t>class</a:t>
            </a:r>
            <a:r>
              <a:rPr spc="-70" dirty="0"/>
              <a:t> </a:t>
            </a:r>
            <a:r>
              <a:rPr spc="-10" dirty="0"/>
              <a:t>represents</a:t>
            </a:r>
            <a:r>
              <a:rPr spc="-65" dirty="0"/>
              <a:t> </a:t>
            </a:r>
            <a:r>
              <a:rPr spc="-10" dirty="0"/>
              <a:t>generalization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dirty="0"/>
              <a:t>arrow</a:t>
            </a:r>
            <a:r>
              <a:rPr spc="-65" dirty="0"/>
              <a:t> </a:t>
            </a:r>
            <a:r>
              <a:rPr dirty="0"/>
              <a:t>pointing</a:t>
            </a:r>
            <a:r>
              <a:rPr spc="-65" dirty="0"/>
              <a:t> </a:t>
            </a:r>
            <a:r>
              <a:rPr dirty="0"/>
              <a:t>to</a:t>
            </a:r>
            <a:r>
              <a:rPr spc="-60" dirty="0"/>
              <a:t> </a:t>
            </a:r>
            <a:r>
              <a:rPr spc="-10" dirty="0"/>
              <a:t>generalized</a:t>
            </a:r>
            <a:r>
              <a:rPr spc="-85" dirty="0"/>
              <a:t> </a:t>
            </a:r>
            <a:r>
              <a:rPr dirty="0"/>
              <a:t>subclass</a:t>
            </a:r>
            <a:r>
              <a:rPr spc="-80" dirty="0"/>
              <a:t> </a:t>
            </a:r>
            <a:r>
              <a:rPr spc="-10" dirty="0"/>
              <a:t>represents</a:t>
            </a:r>
            <a:r>
              <a:rPr spc="-80" dirty="0"/>
              <a:t> </a:t>
            </a:r>
            <a:r>
              <a:rPr spc="-10" dirty="0"/>
              <a:t>specialization</a:t>
            </a:r>
          </a:p>
          <a:p>
            <a:pPr marL="431165">
              <a:lnSpc>
                <a:spcPct val="100000"/>
              </a:lnSpc>
              <a:spcBef>
                <a:spcPts val="1060"/>
              </a:spcBef>
            </a:pPr>
            <a:endParaRPr spc="-10" dirty="0"/>
          </a:p>
          <a:p>
            <a:pPr marL="443865">
              <a:lnSpc>
                <a:spcPct val="100000"/>
              </a:lnSpc>
              <a:spcBef>
                <a:spcPts val="5"/>
              </a:spcBef>
            </a:pPr>
            <a:r>
              <a:rPr spc="-10" dirty="0"/>
              <a:t>Attributes</a:t>
            </a:r>
            <a:r>
              <a:rPr spc="-80" dirty="0"/>
              <a:t> </a:t>
            </a:r>
            <a:r>
              <a:rPr spc="-10" dirty="0"/>
              <a:t>created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higher</a:t>
            </a:r>
            <a:r>
              <a:rPr spc="-65" dirty="0"/>
              <a:t> </a:t>
            </a:r>
            <a:r>
              <a:rPr dirty="0"/>
              <a:t>or</a:t>
            </a:r>
            <a:r>
              <a:rPr spc="-50" dirty="0"/>
              <a:t> </a:t>
            </a:r>
            <a:r>
              <a:rPr dirty="0"/>
              <a:t>lower</a:t>
            </a:r>
            <a:r>
              <a:rPr spc="-50" dirty="0"/>
              <a:t> </a:t>
            </a:r>
            <a:r>
              <a:rPr dirty="0"/>
              <a:t>level</a:t>
            </a:r>
            <a:r>
              <a:rPr spc="-45" dirty="0"/>
              <a:t> </a:t>
            </a:r>
            <a:r>
              <a:rPr dirty="0"/>
              <a:t>entities</a:t>
            </a:r>
            <a:r>
              <a:rPr spc="-50" dirty="0"/>
              <a:t> </a:t>
            </a:r>
            <a:r>
              <a:rPr dirty="0"/>
              <a:t>are</a:t>
            </a:r>
            <a:r>
              <a:rPr spc="-60" dirty="0"/>
              <a:t> </a:t>
            </a:r>
            <a:r>
              <a:rPr spc="-10" dirty="0"/>
              <a:t>attributes</a:t>
            </a:r>
            <a:r>
              <a:rPr spc="-65" dirty="0"/>
              <a:t> </a:t>
            </a:r>
            <a:r>
              <a:rPr spc="-10" dirty="0"/>
              <a:t>inheritance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14" y="2784728"/>
            <a:ext cx="31699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75" dirty="0">
                <a:latin typeface="Calibri Light"/>
                <a:cs typeface="Calibri Light"/>
              </a:rPr>
              <a:t>Codd’s</a:t>
            </a:r>
            <a:r>
              <a:rPr sz="5400" spc="-215" dirty="0">
                <a:latin typeface="Calibri Light"/>
                <a:cs typeface="Calibri Light"/>
              </a:rPr>
              <a:t> </a:t>
            </a:r>
            <a:r>
              <a:rPr sz="5400" spc="-20" dirty="0">
                <a:latin typeface="Calibri Light"/>
                <a:cs typeface="Calibri Light"/>
              </a:rPr>
              <a:t>Rule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33109" y="220421"/>
            <a:ext cx="6278880" cy="11353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39395" marR="5080" indent="-227329" algn="just">
              <a:lnSpc>
                <a:spcPct val="8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5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54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36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39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38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represented</a:t>
            </a:r>
            <a:r>
              <a:rPr sz="2800" spc="385" dirty="0">
                <a:latin typeface="Calibri"/>
                <a:cs typeface="Calibri"/>
              </a:rPr>
              <a:t>   </a:t>
            </a:r>
            <a:r>
              <a:rPr sz="2800" spc="-25" dirty="0">
                <a:latin typeface="Calibri"/>
                <a:cs typeface="Calibri"/>
              </a:rPr>
              <a:t>as 	</a:t>
            </a:r>
            <a:r>
              <a:rPr sz="2800" dirty="0">
                <a:latin typeface="Calibri"/>
                <a:cs typeface="Calibri"/>
              </a:rPr>
              <a:t>relations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33109" y="1371727"/>
            <a:ext cx="6279515" cy="377952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5080" indent="-227965" algn="just">
              <a:lnSpc>
                <a:spcPct val="8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Guaranteed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item 	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accessible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ambiguity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by 	</a:t>
            </a:r>
            <a:r>
              <a:rPr sz="2800" dirty="0">
                <a:latin typeface="Calibri"/>
                <a:cs typeface="Calibri"/>
              </a:rPr>
              <a:t>providing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 	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include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2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column</a:t>
            </a:r>
            <a:r>
              <a:rPr sz="2800" spc="2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name 	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accessed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Systematic</a:t>
            </a:r>
            <a:r>
              <a:rPr sz="2800" spc="6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Treatment</a:t>
            </a:r>
            <a:r>
              <a:rPr sz="2800" spc="6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Null</a:t>
            </a:r>
            <a:r>
              <a:rPr sz="2800" spc="6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spc="-50" dirty="0">
                <a:latin typeface="Calibri"/>
                <a:cs typeface="Calibri"/>
              </a:rPr>
              <a:t>– 	</a:t>
            </a:r>
            <a:r>
              <a:rPr sz="2800" dirty="0">
                <a:latin typeface="Calibri"/>
                <a:cs typeface="Calibri"/>
              </a:rPr>
              <a:t>Null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2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blank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space 	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zero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unknown</a:t>
            </a:r>
            <a:r>
              <a:rPr sz="2800" spc="13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unassigned 	</a:t>
            </a:r>
            <a:r>
              <a:rPr sz="2800" dirty="0">
                <a:latin typeface="Calibri"/>
                <a:cs typeface="Calibri"/>
              </a:rPr>
              <a:t>values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treated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properly</a:t>
            </a:r>
            <a:endParaRPr sz="28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Self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Describing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should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61964" y="5040883"/>
            <a:ext cx="6048375" cy="14757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 marR="5080" algn="just">
              <a:lnSpc>
                <a:spcPts val="2690"/>
              </a:lnSpc>
              <a:spcBef>
                <a:spcPts val="740"/>
              </a:spcBef>
            </a:pPr>
            <a:r>
              <a:rPr sz="2800" dirty="0">
                <a:latin typeface="Calibri"/>
                <a:cs typeface="Calibri"/>
              </a:rPr>
              <a:t>be</a:t>
            </a:r>
            <a:r>
              <a:rPr sz="2800" spc="42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dynamic</a:t>
            </a:r>
            <a:r>
              <a:rPr sz="2800" spc="430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425" dirty="0">
                <a:latin typeface="Calibri"/>
                <a:cs typeface="Calibri"/>
              </a:rPr>
              <a:t>   </a:t>
            </a:r>
            <a:r>
              <a:rPr sz="2800" dirty="0">
                <a:latin typeface="Calibri"/>
                <a:cs typeface="Calibri"/>
              </a:rPr>
              <a:t>catalog</a:t>
            </a:r>
            <a:r>
              <a:rPr sz="2800" spc="430" dirty="0">
                <a:latin typeface="Calibri"/>
                <a:cs typeface="Calibri"/>
              </a:rPr>
              <a:t>   </a:t>
            </a:r>
            <a:r>
              <a:rPr sz="2800" spc="-10" dirty="0">
                <a:latin typeface="Calibri"/>
                <a:cs typeface="Calibri"/>
              </a:rPr>
              <a:t>based </a:t>
            </a:r>
            <a:r>
              <a:rPr sz="2800" dirty="0">
                <a:latin typeface="Calibri"/>
                <a:cs typeface="Calibri"/>
              </a:rPr>
              <a:t>dictionary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3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3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model</a:t>
            </a:r>
            <a:r>
              <a:rPr sz="2800" spc="36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which </a:t>
            </a:r>
            <a:r>
              <a:rPr sz="2800" dirty="0">
                <a:latin typeface="Calibri"/>
                <a:cs typeface="Calibri"/>
              </a:rPr>
              <a:t>keep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about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tables</a:t>
            </a:r>
            <a:r>
              <a:rPr sz="2800" spc="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in </a:t>
            </a:r>
            <a:r>
              <a:rPr sz="2800" spc="-10" dirty="0">
                <a:latin typeface="Calibri"/>
                <a:cs typeface="Calibri"/>
              </a:rPr>
              <a:t>database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14" y="2784728"/>
            <a:ext cx="31699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75" dirty="0">
                <a:latin typeface="Calibri Light"/>
                <a:cs typeface="Calibri Light"/>
              </a:rPr>
              <a:t>Codd’s</a:t>
            </a:r>
            <a:r>
              <a:rPr sz="5400" spc="-215" dirty="0">
                <a:latin typeface="Calibri Light"/>
                <a:cs typeface="Calibri Light"/>
              </a:rPr>
              <a:t> </a:t>
            </a:r>
            <a:r>
              <a:rPr sz="5400" spc="-20" dirty="0">
                <a:latin typeface="Calibri Light"/>
                <a:cs typeface="Calibri Light"/>
              </a:rPr>
              <a:t>Rule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24905" y="107137"/>
            <a:ext cx="6350000" cy="446278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6350" indent="-227329" algn="just">
              <a:lnSpc>
                <a:spcPct val="8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Comprehensive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Sublanguage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(SQL)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6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accessing</a:t>
            </a:r>
            <a:r>
              <a:rPr sz="2800" spc="6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6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in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support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DML,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DDL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etc.</a:t>
            </a:r>
            <a:endParaRPr sz="2800">
              <a:latin typeface="Calibri"/>
              <a:cs typeface="Calibri"/>
            </a:endParaRPr>
          </a:p>
          <a:p>
            <a:pPr marL="240029" marR="6985" indent="-227329" algn="just">
              <a:lnSpc>
                <a:spcPts val="269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View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dirty="0">
                <a:latin typeface="Calibri"/>
                <a:cs typeface="Calibri"/>
              </a:rPr>
              <a:t>theoretically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updateable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4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4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updated 	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also</a:t>
            </a:r>
            <a:endParaRPr sz="28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8000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High</a:t>
            </a:r>
            <a:r>
              <a:rPr sz="2800" spc="6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</a:t>
            </a:r>
            <a:r>
              <a:rPr sz="2800" spc="6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Insert,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</a:t>
            </a:r>
            <a:r>
              <a:rPr sz="2800" spc="6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6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Delete</a:t>
            </a:r>
            <a:r>
              <a:rPr sz="2800" spc="625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– 	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4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rule</a:t>
            </a:r>
            <a:r>
              <a:rPr sz="2800" spc="4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states</a:t>
            </a:r>
            <a:r>
              <a:rPr sz="2800" spc="4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4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59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relational 	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query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5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5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	</a:t>
            </a:r>
            <a:r>
              <a:rPr sz="2800" dirty="0">
                <a:latin typeface="Calibri"/>
                <a:cs typeface="Calibri"/>
              </a:rPr>
              <a:t>capable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performing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manipulations</a:t>
            </a:r>
            <a:r>
              <a:rPr sz="2800" spc="4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on 	</a:t>
            </a:r>
            <a:r>
              <a:rPr sz="2800" dirty="0">
                <a:latin typeface="Calibri"/>
                <a:cs typeface="Calibri"/>
              </a:rPr>
              <a:t>sets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rows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table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05855" y="4631903"/>
          <a:ext cx="6461125" cy="751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2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0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7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225">
                <a:tc>
                  <a:txBody>
                    <a:bodyPr/>
                    <a:lstStyle/>
                    <a:p>
                      <a:pPr marL="259079" indent="-227329">
                        <a:lnSpc>
                          <a:spcPts val="3080"/>
                        </a:lnSpc>
                        <a:buFont typeface="Arial MT"/>
                        <a:buChar char="•"/>
                        <a:tabLst>
                          <a:tab pos="259079" algn="l"/>
                        </a:tabLst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Physical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3345" algn="r">
                        <a:lnSpc>
                          <a:spcPts val="308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Data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70510">
                        <a:lnSpc>
                          <a:spcPts val="3080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Independence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3080"/>
                        </a:lnSpc>
                        <a:tabLst>
                          <a:tab pos="548005" algn="l"/>
                        </a:tabLst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–	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Any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260350">
                        <a:lnSpc>
                          <a:spcPts val="2605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changes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9535" algn="r">
                        <a:lnSpc>
                          <a:spcPts val="2605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made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260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in</a:t>
                      </a:r>
                      <a:r>
                        <a:rPr sz="2800" spc="105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2800" spc="10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way</a:t>
                      </a:r>
                      <a:r>
                        <a:rPr sz="2800" spc="10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is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05"/>
                        </a:lnSpc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physically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953505" y="5268874"/>
            <a:ext cx="6118860" cy="7931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65"/>
              </a:spcBef>
            </a:pP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50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5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affect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applications</a:t>
            </a:r>
            <a:r>
              <a:rPr sz="2800" spc="5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that </a:t>
            </a:r>
            <a:r>
              <a:rPr sz="2800" dirty="0">
                <a:latin typeface="Calibri"/>
                <a:cs typeface="Calibri"/>
              </a:rPr>
              <a:t>access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514" y="2784728"/>
            <a:ext cx="316992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75" dirty="0">
                <a:latin typeface="Calibri Light"/>
                <a:cs typeface="Calibri Light"/>
              </a:rPr>
              <a:t>Codd’s</a:t>
            </a:r>
            <a:r>
              <a:rPr sz="5400" spc="-215" dirty="0">
                <a:latin typeface="Calibri Light"/>
                <a:cs typeface="Calibri Light"/>
              </a:rPr>
              <a:t> </a:t>
            </a:r>
            <a:r>
              <a:rPr sz="5400" spc="-20" dirty="0">
                <a:latin typeface="Calibri Light"/>
                <a:cs typeface="Calibri Light"/>
              </a:rPr>
              <a:t>Rule</a:t>
            </a:r>
            <a:endParaRPr sz="5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32779" y="87579"/>
            <a:ext cx="6380480" cy="25012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 algn="just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Logical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Independence</a:t>
            </a:r>
            <a:r>
              <a:rPr sz="2800" spc="18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17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rule 	</a:t>
            </a:r>
            <a:r>
              <a:rPr sz="2800" dirty="0">
                <a:latin typeface="Calibri"/>
                <a:cs typeface="Calibri"/>
              </a:rPr>
              <a:t>states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database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done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way 	</a:t>
            </a: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aware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</a:t>
            </a:r>
            <a:endParaRPr sz="2800">
              <a:latin typeface="Calibri"/>
              <a:cs typeface="Calibri"/>
            </a:endParaRPr>
          </a:p>
          <a:p>
            <a:pPr marL="240029" marR="7620" indent="-227329" algn="just">
              <a:lnSpc>
                <a:spcPts val="303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Integrity</a:t>
            </a:r>
            <a:r>
              <a:rPr sz="2800" spc="7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Independence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85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integrity 	</a:t>
            </a:r>
            <a:r>
              <a:rPr sz="2800" dirty="0">
                <a:latin typeface="Calibri"/>
                <a:cs typeface="Calibri"/>
              </a:rPr>
              <a:t>constraints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20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definable</a:t>
            </a:r>
            <a:r>
              <a:rPr sz="2800" spc="19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19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32779" y="2520823"/>
            <a:ext cx="6378575" cy="21145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algn="just">
              <a:lnSpc>
                <a:spcPts val="3020"/>
              </a:lnSpc>
              <a:spcBef>
                <a:spcPts val="480"/>
              </a:spcBef>
            </a:pPr>
            <a:r>
              <a:rPr sz="2800" dirty="0">
                <a:latin typeface="Calibri"/>
                <a:cs typeface="Calibri"/>
              </a:rPr>
              <a:t>language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database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table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is,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catalog</a:t>
            </a:r>
            <a:r>
              <a:rPr sz="2800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2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not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program</a:t>
            </a:r>
            <a:endParaRPr sz="2800">
              <a:latin typeface="Calibri"/>
              <a:cs typeface="Calibri"/>
            </a:endParaRPr>
          </a:p>
          <a:p>
            <a:pPr marL="240029" marR="5715" indent="-227329" algn="just">
              <a:lnSpc>
                <a:spcPts val="30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Distribution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Independence</a:t>
            </a:r>
            <a:r>
              <a:rPr sz="2800" spc="3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–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3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RDBMS 	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3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centrally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3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370" dirty="0">
                <a:latin typeface="Calibri"/>
                <a:cs typeface="Calibri"/>
              </a:rPr>
              <a:t> </a:t>
            </a:r>
            <a:r>
              <a:rPr sz="2800" spc="-50" dirty="0">
                <a:latin typeface="Calibri"/>
                <a:cs typeface="Calibri"/>
              </a:rPr>
              <a:t>a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713729" y="5509063"/>
          <a:ext cx="6492875" cy="793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6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7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7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marL="227329" marR="86360" indent="-227329" algn="r">
                        <a:lnSpc>
                          <a:spcPts val="3090"/>
                        </a:lnSpc>
                        <a:buFont typeface="Arial MT"/>
                        <a:buChar char="•"/>
                        <a:tabLst>
                          <a:tab pos="227329" algn="l"/>
                        </a:tabLst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Non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980">
                        <a:lnSpc>
                          <a:spcPts val="30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Subversion</a:t>
                      </a:r>
                      <a:r>
                        <a:rPr sz="2800" spc="6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Rule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ts val="30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–</a:t>
                      </a:r>
                      <a:r>
                        <a:rPr sz="2800" spc="9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This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 algn="ctr">
                        <a:lnSpc>
                          <a:spcPts val="30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rule</a:t>
                      </a:r>
                      <a:r>
                        <a:rPr sz="2800" spc="80" dirty="0">
                          <a:latin typeface="Calibri"/>
                          <a:cs typeface="Calibri"/>
                        </a:rPr>
                        <a:t>  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states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570">
                <a:tc>
                  <a:txBody>
                    <a:bodyPr/>
                    <a:lstStyle/>
                    <a:p>
                      <a:pPr marR="97790" algn="r">
                        <a:lnSpc>
                          <a:spcPts val="2770"/>
                        </a:lnSpc>
                      </a:pPr>
                      <a:r>
                        <a:rPr sz="2800" spc="-20" dirty="0">
                          <a:latin typeface="Calibri"/>
                          <a:cs typeface="Calibri"/>
                        </a:rPr>
                        <a:t>that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8595">
                        <a:lnSpc>
                          <a:spcPts val="2770"/>
                        </a:lnSpc>
                        <a:tabLst>
                          <a:tab pos="1263015" algn="l"/>
                        </a:tabLst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there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should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ts val="2770"/>
                        </a:lnSpc>
                        <a:tabLst>
                          <a:tab pos="669925" algn="l"/>
                        </a:tabLst>
                      </a:pPr>
                      <a:r>
                        <a:rPr sz="2800" spc="-25" dirty="0">
                          <a:latin typeface="Calibri"/>
                          <a:cs typeface="Calibri"/>
                        </a:rPr>
                        <a:t>be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no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710" algn="ctr">
                        <a:lnSpc>
                          <a:spcPts val="2770"/>
                        </a:lnSpc>
                        <a:tabLst>
                          <a:tab pos="1369695" algn="l"/>
                        </a:tabLst>
                      </a:pPr>
                      <a:r>
                        <a:rPr sz="2800" spc="-10" dirty="0">
                          <a:latin typeface="Calibri"/>
                          <a:cs typeface="Calibri"/>
                        </a:rPr>
                        <a:t>bypass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of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961379" y="4567809"/>
            <a:ext cx="6148070" cy="211455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tabLst>
                <a:tab pos="1295400" algn="l"/>
                <a:tab pos="1888489" algn="l"/>
                <a:tab pos="3750945" algn="l"/>
                <a:tab pos="4937125" algn="l"/>
              </a:tabLst>
            </a:pP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distributed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across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multiple systems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0"/>
              </a:spcBef>
            </a:pP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800" spc="-20" dirty="0">
                <a:latin typeface="Calibri"/>
                <a:cs typeface="Calibri"/>
              </a:rPr>
              <a:t>constraints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languages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85</a:t>
            </a:fld>
            <a:endParaRPr spc="-25" dirty="0">
              <a:solidFill>
                <a:srgbClr val="888888"/>
              </a:solidFill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04185" y="546049"/>
            <a:ext cx="6186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UML(Unified</a:t>
            </a:r>
            <a:r>
              <a:rPr spc="-135" dirty="0"/>
              <a:t> </a:t>
            </a:r>
            <a:r>
              <a:rPr spc="-25" dirty="0"/>
              <a:t>Modelling</a:t>
            </a:r>
            <a:r>
              <a:rPr spc="-145" dirty="0"/>
              <a:t> </a:t>
            </a:r>
            <a:r>
              <a:rPr spc="-10" dirty="0"/>
              <a:t>Language)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2172" y="1665246"/>
            <a:ext cx="4695825" cy="309372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Introduction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UML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Class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20" dirty="0">
                <a:latin typeface="Calibri"/>
                <a:cs typeface="Calibri"/>
              </a:rPr>
              <a:t>Use-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Activity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spc="-10" dirty="0">
                <a:latin typeface="Calibri"/>
                <a:cs typeface="Calibri"/>
              </a:rPr>
              <a:t>Implementation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Diagram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0665" algn="l"/>
              </a:tabLst>
            </a:pPr>
            <a:r>
              <a:rPr sz="2800" spc="-10" dirty="0">
                <a:latin typeface="Calibri"/>
                <a:cs typeface="Calibri"/>
              </a:rPr>
              <a:t>Advantages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Disadvantages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86</a:t>
            </a:fld>
            <a:endParaRPr spc="-25" dirty="0">
              <a:solidFill>
                <a:srgbClr val="888888"/>
              </a:solidFill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7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Introduction</a:t>
            </a:r>
            <a:r>
              <a:rPr spc="-130" dirty="0"/>
              <a:t> </a:t>
            </a:r>
            <a:r>
              <a:rPr spc="-170" dirty="0"/>
              <a:t>To</a:t>
            </a:r>
            <a:r>
              <a:rPr spc="-75" dirty="0"/>
              <a:t> </a:t>
            </a:r>
            <a:r>
              <a:rPr spc="-25" dirty="0"/>
              <a:t>UML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455290"/>
            <a:ext cx="1254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  <a:tab pos="1052195" algn="l"/>
              </a:tabLst>
            </a:pPr>
            <a:r>
              <a:rPr sz="2400" spc="-25" dirty="0">
                <a:latin typeface="Calibri"/>
                <a:cs typeface="Calibri"/>
              </a:rPr>
              <a:t>UML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2614" y="2455290"/>
            <a:ext cx="8903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175" algn="l"/>
                <a:tab pos="1699895" algn="l"/>
                <a:tab pos="3045460" algn="l"/>
                <a:tab pos="3626485" algn="l"/>
                <a:tab pos="5089525" algn="l"/>
                <a:tab pos="6662420" algn="l"/>
                <a:tab pos="8424545" algn="l"/>
              </a:tabLst>
            </a:pP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language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specifying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visualizing,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constructing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844" y="2784475"/>
            <a:ext cx="5824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documenting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artifacts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3241370"/>
            <a:ext cx="1035939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1029335" algn="l"/>
                <a:tab pos="1422400" algn="l"/>
                <a:tab pos="2681605" algn="l"/>
                <a:tab pos="4057650" algn="l"/>
                <a:tab pos="5351780" algn="l"/>
                <a:tab pos="5909310" algn="l"/>
                <a:tab pos="7115175" algn="l"/>
                <a:tab pos="8992870" algn="l"/>
                <a:tab pos="9450070" algn="l"/>
              </a:tabLst>
            </a:pPr>
            <a:r>
              <a:rPr sz="2400" spc="-25" dirty="0">
                <a:latin typeface="Calibri"/>
                <a:cs typeface="Calibri"/>
              </a:rPr>
              <a:t>UML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specially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proposed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standard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for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creating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specifications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various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481196"/>
            <a:ext cx="10358755" cy="217932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805"/>
              </a:spcBef>
            </a:pPr>
            <a:r>
              <a:rPr sz="2400" dirty="0">
                <a:latin typeface="Calibri"/>
                <a:cs typeface="Calibri"/>
              </a:rPr>
              <a:t>components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UML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stands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Unified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Modelling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Language.</a:t>
            </a:r>
            <a:endParaRPr sz="2400">
              <a:latin typeface="Calibri"/>
              <a:cs typeface="Calibri"/>
            </a:endParaRPr>
          </a:p>
          <a:p>
            <a:pPr marL="240029" marR="5080" indent="-227965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UML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different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programming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C++,Java 	</a:t>
            </a:r>
            <a:r>
              <a:rPr sz="2400" spc="-20" dirty="0">
                <a:latin typeface="Calibri"/>
                <a:cs typeface="Calibri"/>
              </a:rPr>
              <a:t>etc.</a:t>
            </a:r>
            <a:endParaRPr sz="2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</a:tabLst>
            </a:pPr>
            <a:r>
              <a:rPr sz="2400" dirty="0">
                <a:latin typeface="Calibri"/>
                <a:cs typeface="Calibri"/>
              </a:rPr>
              <a:t>UML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specification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language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engineering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field.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570" rIns="0" bIns="0" rtlCol="0">
            <a:spAutoFit/>
          </a:bodyPr>
          <a:lstStyle/>
          <a:p>
            <a:pPr marL="3529329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Types</a:t>
            </a:r>
            <a:r>
              <a:rPr spc="-140" dirty="0"/>
              <a:t> </a:t>
            </a:r>
            <a:r>
              <a:rPr dirty="0"/>
              <a:t>Of</a:t>
            </a:r>
            <a:r>
              <a:rPr spc="-100" dirty="0"/>
              <a:t> </a:t>
            </a:r>
            <a:r>
              <a:rPr dirty="0"/>
              <a:t>UML</a:t>
            </a:r>
            <a:r>
              <a:rPr spc="-120" dirty="0"/>
              <a:t> </a:t>
            </a:r>
            <a:r>
              <a:rPr spc="-25" dirty="0"/>
              <a:t>Diagrams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5083" y="2148839"/>
            <a:ext cx="9145689" cy="36987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>
                <a:solidFill>
                  <a:srgbClr val="888888"/>
                </a:solidFill>
              </a:rPr>
              <a:t>87</a:t>
            </a:fld>
            <a:endParaRPr spc="-25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76341" y="3125812"/>
            <a:ext cx="565785" cy="565785"/>
            <a:chOff x="976341" y="3125812"/>
            <a:chExt cx="565785" cy="565785"/>
          </a:xfrm>
        </p:grpSpPr>
        <p:sp>
          <p:nvSpPr>
            <p:cNvPr id="3" name="object 3"/>
            <p:cNvSpPr/>
            <p:nvPr/>
          </p:nvSpPr>
          <p:spPr>
            <a:xfrm>
              <a:off x="998096" y="314756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5" h="522604">
                  <a:moveTo>
                    <a:pt x="522100" y="0"/>
                  </a:moveTo>
                  <a:lnTo>
                    <a:pt x="0" y="0"/>
                  </a:lnTo>
                  <a:lnTo>
                    <a:pt x="0" y="522163"/>
                  </a:lnTo>
                  <a:lnTo>
                    <a:pt x="522100" y="522163"/>
                  </a:lnTo>
                  <a:lnTo>
                    <a:pt x="5221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98096" y="314756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5" h="522604">
                  <a:moveTo>
                    <a:pt x="0" y="522163"/>
                  </a:moveTo>
                  <a:lnTo>
                    <a:pt x="522100" y="522163"/>
                  </a:lnTo>
                  <a:lnTo>
                    <a:pt x="522100" y="0"/>
                  </a:lnTo>
                  <a:lnTo>
                    <a:pt x="0" y="0"/>
                  </a:lnTo>
                  <a:lnTo>
                    <a:pt x="0" y="522163"/>
                  </a:lnTo>
                  <a:close/>
                </a:path>
              </a:pathLst>
            </a:custGeom>
            <a:ln w="4351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2990159" y="3125812"/>
            <a:ext cx="565785" cy="565785"/>
            <a:chOff x="2990159" y="3125812"/>
            <a:chExt cx="565785" cy="565785"/>
          </a:xfrm>
        </p:grpSpPr>
        <p:sp>
          <p:nvSpPr>
            <p:cNvPr id="6" name="object 6"/>
            <p:cNvSpPr/>
            <p:nvPr/>
          </p:nvSpPr>
          <p:spPr>
            <a:xfrm>
              <a:off x="3011914" y="314756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522100" y="0"/>
                  </a:moveTo>
                  <a:lnTo>
                    <a:pt x="0" y="0"/>
                  </a:lnTo>
                  <a:lnTo>
                    <a:pt x="0" y="522163"/>
                  </a:lnTo>
                  <a:lnTo>
                    <a:pt x="522100" y="522163"/>
                  </a:lnTo>
                  <a:lnTo>
                    <a:pt x="5221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11914" y="314756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4" h="522604">
                  <a:moveTo>
                    <a:pt x="0" y="522163"/>
                  </a:moveTo>
                  <a:lnTo>
                    <a:pt x="522100" y="522163"/>
                  </a:lnTo>
                  <a:lnTo>
                    <a:pt x="522100" y="0"/>
                  </a:lnTo>
                  <a:lnTo>
                    <a:pt x="0" y="0"/>
                  </a:lnTo>
                  <a:lnTo>
                    <a:pt x="0" y="522163"/>
                  </a:lnTo>
                  <a:close/>
                </a:path>
              </a:pathLst>
            </a:custGeom>
            <a:ln w="4351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976341" y="2118781"/>
            <a:ext cx="565785" cy="565785"/>
            <a:chOff x="976341" y="2118781"/>
            <a:chExt cx="565785" cy="565785"/>
          </a:xfrm>
        </p:grpSpPr>
        <p:sp>
          <p:nvSpPr>
            <p:cNvPr id="9" name="object 9"/>
            <p:cNvSpPr/>
            <p:nvPr/>
          </p:nvSpPr>
          <p:spPr>
            <a:xfrm>
              <a:off x="998096" y="214053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5" h="522605">
                  <a:moveTo>
                    <a:pt x="522100" y="0"/>
                  </a:moveTo>
                  <a:lnTo>
                    <a:pt x="0" y="0"/>
                  </a:lnTo>
                  <a:lnTo>
                    <a:pt x="0" y="522163"/>
                  </a:lnTo>
                  <a:lnTo>
                    <a:pt x="522100" y="522163"/>
                  </a:lnTo>
                  <a:lnTo>
                    <a:pt x="5221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98096" y="2140537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5" h="522605">
                  <a:moveTo>
                    <a:pt x="0" y="522163"/>
                  </a:moveTo>
                  <a:lnTo>
                    <a:pt x="522100" y="522163"/>
                  </a:lnTo>
                  <a:lnTo>
                    <a:pt x="522100" y="0"/>
                  </a:lnTo>
                  <a:lnTo>
                    <a:pt x="0" y="0"/>
                  </a:lnTo>
                  <a:lnTo>
                    <a:pt x="0" y="522163"/>
                  </a:lnTo>
                  <a:close/>
                </a:path>
              </a:pathLst>
            </a:custGeom>
            <a:ln w="4351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976341" y="4132842"/>
            <a:ext cx="565785" cy="565785"/>
            <a:chOff x="976341" y="4132842"/>
            <a:chExt cx="565785" cy="565785"/>
          </a:xfrm>
        </p:grpSpPr>
        <p:sp>
          <p:nvSpPr>
            <p:cNvPr id="12" name="object 12"/>
            <p:cNvSpPr/>
            <p:nvPr/>
          </p:nvSpPr>
          <p:spPr>
            <a:xfrm>
              <a:off x="998096" y="4154598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5" h="522604">
                  <a:moveTo>
                    <a:pt x="522100" y="0"/>
                  </a:moveTo>
                  <a:lnTo>
                    <a:pt x="0" y="0"/>
                  </a:lnTo>
                  <a:lnTo>
                    <a:pt x="0" y="522163"/>
                  </a:lnTo>
                  <a:lnTo>
                    <a:pt x="522100" y="522163"/>
                  </a:lnTo>
                  <a:lnTo>
                    <a:pt x="52210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8096" y="4154598"/>
              <a:ext cx="522605" cy="522605"/>
            </a:xfrm>
            <a:custGeom>
              <a:avLst/>
              <a:gdLst/>
              <a:ahLst/>
              <a:cxnLst/>
              <a:rect l="l" t="t" r="r" b="b"/>
              <a:pathLst>
                <a:path w="522605" h="522604">
                  <a:moveTo>
                    <a:pt x="0" y="522163"/>
                  </a:moveTo>
                  <a:lnTo>
                    <a:pt x="522100" y="522163"/>
                  </a:lnTo>
                  <a:lnTo>
                    <a:pt x="522100" y="0"/>
                  </a:lnTo>
                  <a:lnTo>
                    <a:pt x="0" y="0"/>
                  </a:lnTo>
                  <a:lnTo>
                    <a:pt x="0" y="522163"/>
                  </a:lnTo>
                  <a:close/>
                </a:path>
              </a:pathLst>
            </a:custGeom>
            <a:ln w="43511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1647614" y="2305269"/>
            <a:ext cx="1236980" cy="2207260"/>
            <a:chOff x="1647614" y="2305269"/>
            <a:chExt cx="1236980" cy="2207260"/>
          </a:xfrm>
        </p:grpSpPr>
        <p:sp>
          <p:nvSpPr>
            <p:cNvPr id="15" name="object 15"/>
            <p:cNvSpPr/>
            <p:nvPr/>
          </p:nvSpPr>
          <p:spPr>
            <a:xfrm>
              <a:off x="1669369" y="2327024"/>
              <a:ext cx="1193800" cy="2163445"/>
            </a:xfrm>
            <a:custGeom>
              <a:avLst/>
              <a:gdLst/>
              <a:ahLst/>
              <a:cxnLst/>
              <a:rect l="l" t="t" r="r" b="b"/>
              <a:pathLst>
                <a:path w="1193800" h="2163445">
                  <a:moveTo>
                    <a:pt x="671272" y="0"/>
                  </a:moveTo>
                  <a:lnTo>
                    <a:pt x="0" y="0"/>
                  </a:lnTo>
                  <a:lnTo>
                    <a:pt x="0" y="149189"/>
                  </a:lnTo>
                  <a:lnTo>
                    <a:pt x="522100" y="149189"/>
                  </a:lnTo>
                  <a:lnTo>
                    <a:pt x="522100" y="1007030"/>
                  </a:lnTo>
                  <a:lnTo>
                    <a:pt x="0" y="1007030"/>
                  </a:lnTo>
                  <a:lnTo>
                    <a:pt x="0" y="1156220"/>
                  </a:lnTo>
                  <a:lnTo>
                    <a:pt x="522100" y="1156220"/>
                  </a:lnTo>
                  <a:lnTo>
                    <a:pt x="522100" y="2014061"/>
                  </a:lnTo>
                  <a:lnTo>
                    <a:pt x="0" y="2014061"/>
                  </a:lnTo>
                  <a:lnTo>
                    <a:pt x="0" y="2163250"/>
                  </a:lnTo>
                  <a:lnTo>
                    <a:pt x="671272" y="2163250"/>
                  </a:lnTo>
                  <a:lnTo>
                    <a:pt x="671272" y="1156220"/>
                  </a:lnTo>
                  <a:lnTo>
                    <a:pt x="1193373" y="1156220"/>
                  </a:lnTo>
                  <a:lnTo>
                    <a:pt x="1193373" y="1007030"/>
                  </a:lnTo>
                  <a:lnTo>
                    <a:pt x="671272" y="1007030"/>
                  </a:lnTo>
                  <a:lnTo>
                    <a:pt x="67127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69369" y="2327024"/>
              <a:ext cx="1193800" cy="2163445"/>
            </a:xfrm>
            <a:custGeom>
              <a:avLst/>
              <a:gdLst/>
              <a:ahLst/>
              <a:cxnLst/>
              <a:rect l="l" t="t" r="r" b="b"/>
              <a:pathLst>
                <a:path w="1193800" h="2163445">
                  <a:moveTo>
                    <a:pt x="671272" y="0"/>
                  </a:moveTo>
                  <a:lnTo>
                    <a:pt x="0" y="0"/>
                  </a:lnTo>
                  <a:lnTo>
                    <a:pt x="0" y="149189"/>
                  </a:lnTo>
                  <a:lnTo>
                    <a:pt x="522100" y="149189"/>
                  </a:lnTo>
                  <a:lnTo>
                    <a:pt x="522100" y="1007030"/>
                  </a:lnTo>
                  <a:lnTo>
                    <a:pt x="0" y="1007030"/>
                  </a:lnTo>
                  <a:lnTo>
                    <a:pt x="0" y="1156220"/>
                  </a:lnTo>
                  <a:lnTo>
                    <a:pt x="522100" y="1156220"/>
                  </a:lnTo>
                  <a:lnTo>
                    <a:pt x="522100" y="2014061"/>
                  </a:lnTo>
                  <a:lnTo>
                    <a:pt x="0" y="2014061"/>
                  </a:lnTo>
                  <a:lnTo>
                    <a:pt x="0" y="2163250"/>
                  </a:lnTo>
                  <a:lnTo>
                    <a:pt x="671272" y="2163250"/>
                  </a:lnTo>
                  <a:lnTo>
                    <a:pt x="671272" y="1156220"/>
                  </a:lnTo>
                  <a:lnTo>
                    <a:pt x="1193373" y="1156220"/>
                  </a:lnTo>
                  <a:lnTo>
                    <a:pt x="1193373" y="1007030"/>
                  </a:lnTo>
                  <a:lnTo>
                    <a:pt x="671272" y="1007030"/>
                  </a:lnTo>
                  <a:lnTo>
                    <a:pt x="671272" y="0"/>
                  </a:lnTo>
                  <a:close/>
                </a:path>
              </a:pathLst>
            </a:custGeom>
            <a:ln w="4350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5694426" y="1122426"/>
            <a:ext cx="26206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Class</a:t>
            </a:r>
            <a:r>
              <a:rPr b="1" spc="-10" dirty="0">
                <a:latin typeface="Calibri"/>
                <a:cs typeface="Calibri"/>
              </a:rPr>
              <a:t> diagram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151626" y="1707641"/>
            <a:ext cx="5513070" cy="360934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35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  <a:tab pos="1079500" algn="l"/>
                <a:tab pos="2242185" algn="l"/>
                <a:tab pos="3025775" algn="l"/>
                <a:tab pos="4352925" algn="l"/>
                <a:tab pos="5144135" algn="l"/>
              </a:tabLst>
            </a:pPr>
            <a:r>
              <a:rPr sz="2400" spc="-20" dirty="0">
                <a:latin typeface="Calibri"/>
                <a:cs typeface="Calibri"/>
              </a:rPr>
              <a:t>Most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popular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UML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diagrams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used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35" dirty="0">
                <a:latin typeface="Calibri"/>
                <a:cs typeface="Calibri"/>
              </a:rPr>
              <a:t>for 	</a:t>
            </a:r>
            <a:r>
              <a:rPr sz="2400" dirty="0">
                <a:latin typeface="Calibri"/>
                <a:cs typeface="Calibri"/>
              </a:rPr>
              <a:t>construction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applications.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Similar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E-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static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9000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Shown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3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3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entity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	</a:t>
            </a:r>
            <a:r>
              <a:rPr sz="2400" dirty="0">
                <a:latin typeface="Calibri"/>
                <a:cs typeface="Calibri"/>
              </a:rPr>
              <a:t>lines</a:t>
            </a:r>
            <a:r>
              <a:rPr sz="2400" spc="484" dirty="0">
                <a:latin typeface="Calibri"/>
                <a:cs typeface="Calibri"/>
              </a:rPr>
              <a:t>   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500" dirty="0">
                <a:latin typeface="Calibri"/>
                <a:cs typeface="Calibri"/>
              </a:rPr>
              <a:t>   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500" dirty="0">
                <a:latin typeface="Calibri"/>
                <a:cs typeface="Calibri"/>
              </a:rPr>
              <a:t>    </a:t>
            </a:r>
            <a:r>
              <a:rPr sz="2400" spc="-10" dirty="0">
                <a:latin typeface="Calibri"/>
                <a:cs typeface="Calibri"/>
              </a:rPr>
              <a:t>represents 	relationship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  <a:p>
            <a:pPr marL="240029" marR="5715" indent="-227329" algn="just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Describes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attributes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operations</a:t>
            </a:r>
            <a:r>
              <a:rPr sz="2400" spc="-25" dirty="0">
                <a:latin typeface="Calibri"/>
                <a:cs typeface="Calibri"/>
              </a:rPr>
              <a:t> of 	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constraints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imposed 	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149965" y="6276238"/>
            <a:ext cx="1689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solidFill>
                  <a:srgbClr val="888888"/>
                </a:solidFill>
                <a:latin typeface="Calibri"/>
                <a:cs typeface="Calibri"/>
              </a:rPr>
              <a:t>88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8268" y="507238"/>
            <a:ext cx="324612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dirty="0">
                <a:latin typeface="Calibri"/>
                <a:cs typeface="Calibri"/>
              </a:rPr>
              <a:t>Class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Diagram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for </a:t>
            </a:r>
            <a:r>
              <a:rPr dirty="0">
                <a:latin typeface="Calibri"/>
                <a:cs typeface="Calibri"/>
              </a:rPr>
              <a:t>Customer</a:t>
            </a:r>
            <a:r>
              <a:rPr spc="-1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Order</a:t>
            </a:r>
          </a:p>
        </p:txBody>
      </p:sp>
      <p:pic>
        <p:nvPicPr>
          <p:cNvPr id="3" name="object 3" descr="Image result for class diagra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3935" y="807719"/>
            <a:ext cx="5623395" cy="519971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89</a:t>
            </a:fld>
            <a:endParaRPr spc="-2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044" y="12697"/>
            <a:ext cx="9963912" cy="68453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90</a:t>
            </a:fld>
            <a:endParaRPr spc="-2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5416" y="953770"/>
            <a:ext cx="3319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Use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case</a:t>
            </a:r>
            <a:r>
              <a:rPr b="1" spc="-4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2869" y="2635122"/>
            <a:ext cx="9900285" cy="18351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Shows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interaction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between</a:t>
            </a:r>
            <a:r>
              <a:rPr sz="2400" spc="2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Purpose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capture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aspect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204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Purpose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gather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requirements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identify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external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internal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factors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influencing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507" y="0"/>
            <a:ext cx="8686800" cy="665835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92</a:t>
            </a:fld>
            <a:endParaRPr spc="-25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7620"/>
            <a:ext cx="9144000" cy="67056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39" y="739266"/>
            <a:ext cx="1245235" cy="2586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144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libri"/>
                <a:cs typeface="Calibri"/>
              </a:rPr>
              <a:t>Use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case </a:t>
            </a:r>
            <a:r>
              <a:rPr sz="2400" b="1" spc="-10" dirty="0">
                <a:latin typeface="Calibri"/>
                <a:cs typeface="Calibri"/>
              </a:rPr>
              <a:t>Diagram </a:t>
            </a:r>
            <a:r>
              <a:rPr sz="2400" b="1" spc="-25" dirty="0">
                <a:latin typeface="Calibri"/>
                <a:cs typeface="Calibri"/>
              </a:rPr>
              <a:t>for </a:t>
            </a:r>
            <a:r>
              <a:rPr sz="2400" b="1" dirty="0">
                <a:latin typeface="Calibri"/>
                <a:cs typeface="Calibri"/>
              </a:rPr>
              <a:t>User1-</a:t>
            </a:r>
            <a:r>
              <a:rPr sz="2400" b="1" spc="-10" dirty="0">
                <a:latin typeface="Calibri"/>
                <a:cs typeface="Calibri"/>
              </a:rPr>
              <a:t>Admin </a:t>
            </a:r>
            <a:r>
              <a:rPr sz="2400" b="1" dirty="0">
                <a:latin typeface="Calibri"/>
                <a:cs typeface="Calibri"/>
              </a:rPr>
              <a:t>User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2-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Customer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93</a:t>
            </a:fld>
            <a:endParaRPr spc="-25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5775" rIns="0" bIns="0" rtlCol="0">
            <a:spAutoFit/>
          </a:bodyPr>
          <a:lstStyle/>
          <a:p>
            <a:pPr marL="50609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Activity</a:t>
            </a:r>
            <a:r>
              <a:rPr spc="-160" dirty="0"/>
              <a:t> </a:t>
            </a:r>
            <a:r>
              <a:rPr spc="-25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4394" y="2848483"/>
            <a:ext cx="9902825" cy="21640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762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basically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flowchart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represent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flow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another.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activity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1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particular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Are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visualizing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dynamic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nature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construct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executable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forward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reverse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engineering 	techniques.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3570" rIns="0" bIns="0" rtlCol="0">
            <a:spAutoFit/>
          </a:bodyPr>
          <a:lstStyle/>
          <a:p>
            <a:pPr marL="297116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Activity</a:t>
            </a:r>
            <a:r>
              <a:rPr spc="-185" dirty="0"/>
              <a:t> </a:t>
            </a:r>
            <a:r>
              <a:rPr spc="-40" dirty="0"/>
              <a:t>Diagram</a:t>
            </a:r>
            <a:r>
              <a:rPr spc="-165" dirty="0"/>
              <a:t> </a:t>
            </a:r>
            <a:r>
              <a:rPr dirty="0"/>
              <a:t>for</a:t>
            </a:r>
            <a:r>
              <a:rPr spc="-125" dirty="0"/>
              <a:t> </a:t>
            </a:r>
            <a:r>
              <a:rPr spc="-114" dirty="0"/>
              <a:t>ATM</a:t>
            </a:r>
            <a:r>
              <a:rPr spc="-105" dirty="0"/>
              <a:t> </a:t>
            </a:r>
            <a:r>
              <a:rPr spc="-20" dirty="0"/>
              <a:t>Card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980" y="2685123"/>
            <a:ext cx="9470013" cy="329431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95</a:t>
            </a:fld>
            <a:endParaRPr spc="-25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7400" y="152400"/>
            <a:ext cx="8610600" cy="6096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96</a:t>
            </a:fld>
            <a:endParaRPr spc="-25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27659" y="282066"/>
            <a:ext cx="2752725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3460"/>
              </a:lnSpc>
              <a:spcBef>
                <a:spcPts val="535"/>
              </a:spcBef>
            </a:pPr>
            <a:r>
              <a:rPr sz="3200" b="1" spc="-10" dirty="0">
                <a:latin typeface="Calibri"/>
                <a:cs typeface="Calibri"/>
              </a:rPr>
              <a:t>Implementation diagram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7659" y="1306448"/>
            <a:ext cx="3328670" cy="2037714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85"/>
              </a:spcBef>
            </a:pPr>
            <a:r>
              <a:rPr sz="2400" dirty="0">
                <a:latin typeface="Calibri"/>
                <a:cs typeface="Calibri"/>
              </a:rPr>
              <a:t>Are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deployment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diagrams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for </a:t>
            </a:r>
            <a:r>
              <a:rPr sz="2400" dirty="0">
                <a:latin typeface="Calibri"/>
                <a:cs typeface="Calibri"/>
              </a:rPr>
              <a:t>describing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about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hardware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components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 </a:t>
            </a:r>
            <a:r>
              <a:rPr sz="2400" dirty="0">
                <a:latin typeface="Calibri"/>
                <a:cs typeface="Calibri"/>
              </a:rPr>
              <a:t>components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deployed.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5628" y="809244"/>
            <a:ext cx="6019800" cy="51234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97</a:t>
            </a:fld>
            <a:endParaRPr spc="-25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700531" y="2834766"/>
            <a:ext cx="266382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spc="-50" dirty="0">
                <a:latin typeface="Calibri Light"/>
                <a:cs typeface="Calibri Light"/>
              </a:rPr>
              <a:t>Advantages</a:t>
            </a:r>
            <a:r>
              <a:rPr sz="3600" spc="-130" dirty="0">
                <a:latin typeface="Calibri Light"/>
                <a:cs typeface="Calibri Light"/>
              </a:rPr>
              <a:t> </a:t>
            </a:r>
            <a:r>
              <a:rPr sz="3600" spc="-25" dirty="0">
                <a:latin typeface="Calibri Light"/>
                <a:cs typeface="Calibri Light"/>
              </a:rPr>
              <a:t>Of </a:t>
            </a:r>
            <a:r>
              <a:rPr sz="3600" dirty="0">
                <a:latin typeface="Calibri Light"/>
                <a:cs typeface="Calibri Light"/>
              </a:rPr>
              <a:t>UML</a:t>
            </a:r>
            <a:r>
              <a:rPr sz="3600" spc="-175" dirty="0">
                <a:latin typeface="Calibri Light"/>
                <a:cs typeface="Calibri Light"/>
              </a:rPr>
              <a:t> </a:t>
            </a:r>
            <a:r>
              <a:rPr sz="3600" spc="-45" dirty="0">
                <a:latin typeface="Calibri Light"/>
                <a:cs typeface="Calibri Light"/>
              </a:rPr>
              <a:t>Diagrams</a:t>
            </a:r>
            <a:endParaRPr sz="36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70778" y="874521"/>
            <a:ext cx="5301615" cy="17722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5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5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useful</a:t>
            </a:r>
            <a:r>
              <a:rPr sz="2400" spc="5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52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dirty="0">
                <a:latin typeface="Calibri"/>
                <a:cs typeface="Calibri"/>
              </a:rPr>
              <a:t>visualization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documenting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software 	systems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design.</a:t>
            </a:r>
            <a:endParaRPr sz="2400">
              <a:latin typeface="Calibri"/>
              <a:cs typeface="Calibri"/>
            </a:endParaRPr>
          </a:p>
          <a:p>
            <a:pPr marL="240029" indent="-227329" algn="just">
              <a:lnSpc>
                <a:spcPts val="2735"/>
              </a:lnSpc>
              <a:spcBef>
                <a:spcPts val="1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5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effective</a:t>
            </a:r>
            <a:r>
              <a:rPr sz="2400" spc="54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modeling</a:t>
            </a:r>
            <a:r>
              <a:rPr sz="2400" spc="53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large,</a:t>
            </a:r>
            <a:endParaRPr sz="2400">
              <a:latin typeface="Calibri"/>
              <a:cs typeface="Calibri"/>
            </a:endParaRPr>
          </a:p>
          <a:p>
            <a:pPr marL="241300" algn="just">
              <a:lnSpc>
                <a:spcPts val="2735"/>
              </a:lnSpc>
            </a:pPr>
            <a:r>
              <a:rPr sz="2400" dirty="0">
                <a:latin typeface="Calibri"/>
                <a:cs typeface="Calibri"/>
              </a:rPr>
              <a:t>complex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software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70778" y="2647315"/>
            <a:ext cx="5302885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508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3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3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learn,</a:t>
            </a:r>
            <a:r>
              <a:rPr sz="2400" spc="3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37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provides 	</a:t>
            </a:r>
            <a:r>
              <a:rPr sz="2400" dirty="0">
                <a:latin typeface="Calibri"/>
                <a:cs typeface="Calibri"/>
              </a:rPr>
              <a:t>advanced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features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expert</a:t>
            </a:r>
            <a:r>
              <a:rPr sz="2400" spc="5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analysts, 	</a:t>
            </a:r>
            <a:r>
              <a:rPr sz="2400" dirty="0">
                <a:latin typeface="Calibri"/>
                <a:cs typeface="Calibri"/>
              </a:rPr>
              <a:t>engineers,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designers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architects.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0778" y="3699129"/>
            <a:ext cx="53009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830580" algn="l"/>
                <a:tab pos="1675130" algn="l"/>
                <a:tab pos="2950845" algn="l"/>
                <a:tab pos="4340860" algn="l"/>
                <a:tab pos="4980940" algn="l"/>
              </a:tabLst>
            </a:pPr>
            <a:r>
              <a:rPr sz="2400" spc="-25" dirty="0">
                <a:latin typeface="Calibri"/>
                <a:cs typeface="Calibri"/>
              </a:rPr>
              <a:t>It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can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specify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systems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0778" y="4000880"/>
            <a:ext cx="5304155" cy="219138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algn="just">
              <a:lnSpc>
                <a:spcPct val="100000"/>
              </a:lnSpc>
              <a:spcBef>
                <a:spcPts val="315"/>
              </a:spcBef>
            </a:pPr>
            <a:r>
              <a:rPr sz="2400" spc="-10" dirty="0">
                <a:latin typeface="Calibri"/>
                <a:cs typeface="Calibri"/>
              </a:rPr>
              <a:t>implementation-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independent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skeleton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32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be 	</a:t>
            </a:r>
            <a:r>
              <a:rPr sz="2400" dirty="0">
                <a:latin typeface="Calibri"/>
                <a:cs typeface="Calibri"/>
              </a:rPr>
              <a:t>refined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4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extended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3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additional 	features.</a:t>
            </a:r>
            <a:endParaRPr sz="2400">
              <a:latin typeface="Calibri"/>
              <a:cs typeface="Calibri"/>
            </a:endParaRPr>
          </a:p>
          <a:p>
            <a:pPr marL="240029" marR="6985" indent="-227329" algn="just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3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specifies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requirements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object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oriented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00531" y="2834766"/>
            <a:ext cx="313245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pc="-50" dirty="0"/>
              <a:t>Disadvantages</a:t>
            </a:r>
            <a:r>
              <a:rPr spc="-114" dirty="0"/>
              <a:t> </a:t>
            </a:r>
            <a:r>
              <a:rPr spc="-25" dirty="0"/>
              <a:t>Of </a:t>
            </a:r>
            <a:r>
              <a:rPr dirty="0"/>
              <a:t>UML</a:t>
            </a:r>
            <a:r>
              <a:rPr spc="-17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70778" y="2505836"/>
            <a:ext cx="5302250" cy="177228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0029" marR="6350" indent="-227329" algn="just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Still</a:t>
            </a:r>
            <a:r>
              <a:rPr sz="2400" spc="1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1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specification</a:t>
            </a:r>
            <a:r>
              <a:rPr sz="2400" spc="1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modeling</a:t>
            </a:r>
            <a:r>
              <a:rPr sz="2400" spc="180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graphical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interface.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90100"/>
              </a:lnSpc>
              <a:spcBef>
                <a:spcPts val="46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Poor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distributed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–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way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	</a:t>
            </a:r>
            <a:r>
              <a:rPr sz="2400" dirty="0">
                <a:latin typeface="Calibri"/>
                <a:cs typeface="Calibri"/>
              </a:rPr>
              <a:t>formally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specify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serialization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 	persistence.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58442" y="1732229"/>
            <a:ext cx="355536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Calibri"/>
                <a:cs typeface="Calibri"/>
              </a:rPr>
              <a:t>Thank </a:t>
            </a:r>
            <a:r>
              <a:rPr sz="5400" spc="-65" dirty="0">
                <a:latin typeface="Calibri"/>
                <a:cs typeface="Calibri"/>
              </a:rPr>
              <a:t>You!!!</a:t>
            </a:r>
            <a:endParaRPr sz="5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80971" y="1610720"/>
            <a:ext cx="3004957" cy="3006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5709</Words>
  <Application>Microsoft Office PowerPoint</Application>
  <PresentationFormat>Widescreen</PresentationFormat>
  <Paragraphs>710</Paragraphs>
  <Slides>100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5" baseType="lpstr">
      <vt:lpstr>Arial MT</vt:lpstr>
      <vt:lpstr>Calibri</vt:lpstr>
      <vt:lpstr>Calibri Light</vt:lpstr>
      <vt:lpstr>Times New Roman</vt:lpstr>
      <vt:lpstr>Office Theme</vt:lpstr>
      <vt:lpstr> Database Management</vt:lpstr>
      <vt:lpstr>Chapter 1: Introduction to Databases and Transactions</vt:lpstr>
      <vt:lpstr>Chapter 2: Data Models</vt:lpstr>
      <vt:lpstr>Chapter 2: Data Models</vt:lpstr>
      <vt:lpstr>Chapter 3: Database Design and ER Diagrams</vt:lpstr>
      <vt:lpstr>Chapter 3:EER Model</vt:lpstr>
      <vt:lpstr>Chapter 3:UML Diagrams</vt:lpstr>
      <vt:lpstr>Chapter 3:UML Diagrams</vt:lpstr>
      <vt:lpstr>WHAT IS DATABASE SYSTEM?</vt:lpstr>
      <vt:lpstr>Data &amp; Database &amp; Database Management System</vt:lpstr>
      <vt:lpstr>Data- As a corporate resource</vt:lpstr>
      <vt:lpstr>Benefits of Database System over File System</vt:lpstr>
      <vt:lpstr>Applications of DBMS</vt:lpstr>
      <vt:lpstr>Three levels of Data Abstraction</vt:lpstr>
      <vt:lpstr>Schema and Instance in DBMS</vt:lpstr>
      <vt:lpstr>Relational Databases</vt:lpstr>
      <vt:lpstr>Relational DBMS (RDBMS)</vt:lpstr>
      <vt:lpstr>SUPPORTS DATA INDEPENDENCE.</vt:lpstr>
      <vt:lpstr>Database architecture</vt:lpstr>
      <vt:lpstr>PowerPoint Presentation</vt:lpstr>
      <vt:lpstr>PowerPoint Presentation</vt:lpstr>
      <vt:lpstr>3-tier Architecture</vt:lpstr>
      <vt:lpstr>Database (Data) Tier − At this tier, the database resides along with its query processing languages. We also have the relations that define the data and their constraints at this level.</vt:lpstr>
      <vt:lpstr>Transaction Management</vt:lpstr>
      <vt:lpstr>Properties of Transaction</vt:lpstr>
      <vt:lpstr>BEGIN TRANSACTION transfer</vt:lpstr>
      <vt:lpstr>Data Model</vt:lpstr>
      <vt:lpstr>Entity</vt:lpstr>
      <vt:lpstr>Attributes</vt:lpstr>
      <vt:lpstr>Relationship</vt:lpstr>
      <vt:lpstr>Types Of Relationships</vt:lpstr>
      <vt:lpstr>PowerPoint Presentation</vt:lpstr>
      <vt:lpstr>Business Rules</vt:lpstr>
      <vt:lpstr>PowerPoint Presentation</vt:lpstr>
      <vt:lpstr>PowerPoint Presentation</vt:lpstr>
      <vt:lpstr>PowerPoint Presentation</vt:lpstr>
      <vt:lpstr>Method Of Defining Business Rules</vt:lpstr>
      <vt:lpstr>PowerPoint Presentation</vt:lpstr>
      <vt:lpstr>Example-Hierarchical Model</vt:lpstr>
      <vt:lpstr>Advantages Of Hierarchical Model</vt:lpstr>
      <vt:lpstr>Complex implementation</vt:lpstr>
      <vt:lpstr>PowerPoint Presentation</vt:lpstr>
      <vt:lpstr>Example- Network Model</vt:lpstr>
      <vt:lpstr>Simple Design</vt:lpstr>
      <vt:lpstr>System Complexity</vt:lpstr>
      <vt:lpstr>An attempt to simplify database structure by making use of tables and columns.</vt:lpstr>
      <vt:lpstr>COLUMNS</vt:lpstr>
      <vt:lpstr>PowerPoint Presentation</vt:lpstr>
      <vt:lpstr>PowerPoint Presentation</vt:lpstr>
      <vt:lpstr>PowerPoint Presentation</vt:lpstr>
      <vt:lpstr>Entity Relationship Model Contd..</vt:lpstr>
      <vt:lpstr>PowerPoint Presentation</vt:lpstr>
      <vt:lpstr>PowerPoint Presentation</vt:lpstr>
      <vt:lpstr>PowerPoint Presentation</vt:lpstr>
      <vt:lpstr>PowerPoint Presentation</vt:lpstr>
      <vt:lpstr>OO features provide a clear modular structure which is good for designing abstract data types where internal implementation details are hidden.</vt:lpstr>
      <vt:lpstr>PowerPoint Presentation</vt:lpstr>
      <vt:lpstr>Evolution of Data Models</vt:lpstr>
      <vt:lpstr>Goals of Database Design</vt:lpstr>
      <vt:lpstr>Phases of database design process</vt:lpstr>
      <vt:lpstr>Overview of ER Model</vt:lpstr>
      <vt:lpstr>ER Diagrams</vt:lpstr>
      <vt:lpstr>Entity</vt:lpstr>
      <vt:lpstr>PowerPoint Presentation</vt:lpstr>
      <vt:lpstr>Difference between Entity Sets</vt:lpstr>
      <vt:lpstr>Attributes</vt:lpstr>
      <vt:lpstr>Simple Attributes</vt:lpstr>
      <vt:lpstr>PowerPoint Presentation</vt:lpstr>
      <vt:lpstr>PowerPoint Presentation</vt:lpstr>
      <vt:lpstr>PowerPoint Presentation</vt:lpstr>
      <vt:lpstr>PowerPoint Presentation</vt:lpstr>
      <vt:lpstr>Constraints On Relationships</vt:lpstr>
      <vt:lpstr>PowerPoint Presentation</vt:lpstr>
      <vt:lpstr>Constraints on Relationships</vt:lpstr>
      <vt:lpstr>Cardinality Ratio Notation</vt:lpstr>
      <vt:lpstr>Limitations Of Entity Relationship Model</vt:lpstr>
      <vt:lpstr>Extended Entity Relationship Model – ERD Issues</vt:lpstr>
      <vt:lpstr>Sub Class – Super Class And Inheritance</vt:lpstr>
      <vt:lpstr>PowerPoint Presentation</vt:lpstr>
      <vt:lpstr>PowerPoint Presentation</vt:lpstr>
      <vt:lpstr>Generalization</vt:lpstr>
      <vt:lpstr>PowerPoint Presentation</vt:lpstr>
      <vt:lpstr>PowerPoint Presentation</vt:lpstr>
      <vt:lpstr>PowerPoint Presentation</vt:lpstr>
      <vt:lpstr>UML(Unified Modelling Language)</vt:lpstr>
      <vt:lpstr>Introduction To UML</vt:lpstr>
      <vt:lpstr>Types Of UML Diagrams</vt:lpstr>
      <vt:lpstr>Class diagram</vt:lpstr>
      <vt:lpstr>Class Diagram for Customer Order</vt:lpstr>
      <vt:lpstr>PowerPoint Presentation</vt:lpstr>
      <vt:lpstr>Use case diagram</vt:lpstr>
      <vt:lpstr>PowerPoint Presentation</vt:lpstr>
      <vt:lpstr>PowerPoint Presentation</vt:lpstr>
      <vt:lpstr>Activity Diagram</vt:lpstr>
      <vt:lpstr>Activity Diagram for ATM Card</vt:lpstr>
      <vt:lpstr>PowerPoint Presentation</vt:lpstr>
      <vt:lpstr>Implementation diagram</vt:lpstr>
      <vt:lpstr>PowerPoint Presentation</vt:lpstr>
      <vt:lpstr>Disadvantages Of UML Diagrams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SY BSc IT- Semester 3</dc:title>
  <dc:creator>Rohini Desai</dc:creator>
  <cp:lastModifiedBy>admin</cp:lastModifiedBy>
  <cp:revision>1</cp:revision>
  <dcterms:created xsi:type="dcterms:W3CDTF">2026-05-27T07:01:53Z</dcterms:created>
  <dcterms:modified xsi:type="dcterms:W3CDTF">2026-05-27T07:06:58Z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2022-06-27T00:00:00Z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2026-05-27T00:00:00Z</vt:filetime>
  </property>
  <property fmtid="{D5CDD505-2E9C-101B-9397-08002B2CF9AE}" pid="6" name="Producer">
    <vt:lpwstr>Microsoft® PowerPoint® for Microsoft 365</vt:lpwstr>
  </property>
</Properties>
</file>